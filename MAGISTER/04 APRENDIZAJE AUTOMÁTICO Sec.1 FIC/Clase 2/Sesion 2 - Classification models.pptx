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handoutMasterIdLst>
    <p:handoutMasterId r:id="rId49"/>
  </p:handoutMasterIdLst>
  <p:sldIdLst>
    <p:sldId id="309" r:id="rId5"/>
    <p:sldId id="289" r:id="rId6"/>
    <p:sldId id="363" r:id="rId7"/>
    <p:sldId id="426" r:id="rId8"/>
    <p:sldId id="427" r:id="rId9"/>
    <p:sldId id="428" r:id="rId10"/>
    <p:sldId id="429" r:id="rId11"/>
    <p:sldId id="430" r:id="rId12"/>
    <p:sldId id="431" r:id="rId13"/>
    <p:sldId id="357" r:id="rId14"/>
    <p:sldId id="420" r:id="rId15"/>
    <p:sldId id="435" r:id="rId16"/>
    <p:sldId id="436" r:id="rId17"/>
    <p:sldId id="432" r:id="rId18"/>
    <p:sldId id="399" r:id="rId19"/>
    <p:sldId id="395" r:id="rId20"/>
    <p:sldId id="433" r:id="rId21"/>
    <p:sldId id="434" r:id="rId22"/>
    <p:sldId id="437" r:id="rId23"/>
    <p:sldId id="404" r:id="rId24"/>
    <p:sldId id="405" r:id="rId25"/>
    <p:sldId id="440" r:id="rId26"/>
    <p:sldId id="441" r:id="rId27"/>
    <p:sldId id="439" r:id="rId28"/>
    <p:sldId id="416" r:id="rId29"/>
    <p:sldId id="417" r:id="rId30"/>
    <p:sldId id="442" r:id="rId31"/>
    <p:sldId id="443" r:id="rId32"/>
    <p:sldId id="444" r:id="rId33"/>
    <p:sldId id="445" r:id="rId34"/>
    <p:sldId id="447" r:id="rId35"/>
    <p:sldId id="450" r:id="rId36"/>
    <p:sldId id="454" r:id="rId37"/>
    <p:sldId id="453" r:id="rId38"/>
    <p:sldId id="456" r:id="rId39"/>
    <p:sldId id="457" r:id="rId40"/>
    <p:sldId id="458" r:id="rId41"/>
    <p:sldId id="459" r:id="rId42"/>
    <p:sldId id="451" r:id="rId43"/>
    <p:sldId id="455" r:id="rId44"/>
    <p:sldId id="448" r:id="rId45"/>
    <p:sldId id="449" r:id="rId46"/>
    <p:sldId id="446" r:id="rId4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tes de empezar" id="{7551DC49-B7E4-458E-A63D-50F4083573C1}">
          <p14:sldIdLst/>
        </p14:section>
        <p14:section name="Plantilla" id="{28C12D85-E61B-4189-8B3D-84E16C86C1AD}">
          <p14:sldIdLst>
            <p14:sldId id="309"/>
            <p14:sldId id="289"/>
            <p14:sldId id="363"/>
            <p14:sldId id="426"/>
            <p14:sldId id="427"/>
            <p14:sldId id="428"/>
            <p14:sldId id="429"/>
            <p14:sldId id="430"/>
            <p14:sldId id="431"/>
            <p14:sldId id="357"/>
            <p14:sldId id="420"/>
            <p14:sldId id="435"/>
            <p14:sldId id="436"/>
            <p14:sldId id="432"/>
            <p14:sldId id="399"/>
            <p14:sldId id="395"/>
            <p14:sldId id="433"/>
            <p14:sldId id="434"/>
            <p14:sldId id="437"/>
            <p14:sldId id="404"/>
            <p14:sldId id="405"/>
            <p14:sldId id="440"/>
            <p14:sldId id="441"/>
            <p14:sldId id="439"/>
            <p14:sldId id="416"/>
            <p14:sldId id="417"/>
            <p14:sldId id="442"/>
            <p14:sldId id="443"/>
            <p14:sldId id="444"/>
            <p14:sldId id="445"/>
            <p14:sldId id="447"/>
            <p14:sldId id="450"/>
            <p14:sldId id="454"/>
            <p14:sldId id="453"/>
            <p14:sldId id="456"/>
            <p14:sldId id="457"/>
            <p14:sldId id="458"/>
            <p14:sldId id="459"/>
            <p14:sldId id="451"/>
            <p14:sldId id="455"/>
            <p14:sldId id="448"/>
            <p14:sldId id="449"/>
            <p14:sldId id="446"/>
          </p14:sldIdLst>
        </p14:section>
        <p14:section name="Recursos" id="{04020B4B-E9DB-4734-8019-E93BF01A4B59}">
          <p14:sldIdLst/>
        </p14:section>
      </p14:sectionLst>
    </p:ext>
    <p:ext uri="{EFAFB233-063F-42B5-8137-9DF3F51BA10A}">
      <p15:sldGuideLst xmlns:p15="http://schemas.microsoft.com/office/powerpoint/2012/main">
        <p15:guide id="1" orient="horz" pos="2183" userDrawn="1">
          <p15:clr>
            <a:srgbClr val="A4A3A4"/>
          </p15:clr>
        </p15:guide>
        <p15:guide id="2" pos="35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6A69"/>
    <a:srgbClr val="00CAF2"/>
    <a:srgbClr val="F4CB1B"/>
    <a:srgbClr val="DFDFDF"/>
    <a:srgbClr val="353274"/>
    <a:srgbClr val="00B2D2"/>
    <a:srgbClr val="FFFFFF"/>
    <a:srgbClr val="06070C"/>
    <a:srgbClr val="00AACC"/>
    <a:srgbClr val="4DCA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3" autoAdjust="0"/>
    <p:restoredTop sz="94859" autoAdjust="0"/>
  </p:normalViewPr>
  <p:slideViewPr>
    <p:cSldViewPr snapToGrid="0" showGuides="1">
      <p:cViewPr varScale="1">
        <p:scale>
          <a:sx n="117" d="100"/>
          <a:sy n="117" d="100"/>
        </p:scale>
        <p:origin x="552" y="168"/>
      </p:cViewPr>
      <p:guideLst>
        <p:guide orient="horz" pos="2183"/>
        <p:guide pos="3545"/>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67" d="100"/>
          <a:sy n="67" d="100"/>
        </p:scale>
        <p:origin x="322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17A1EC7-F631-4DA2-A6A4-65B810731B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34FE2C35-B54B-4AE6-9FEE-0F06044179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9EF640-1EFE-4126-9EF1-ECC306D4A890}" type="datetimeFigureOut">
              <a:rPr lang="es-CL" smtClean="0"/>
              <a:t>20-07-25</a:t>
            </a:fld>
            <a:endParaRPr lang="es-CL"/>
          </a:p>
        </p:txBody>
      </p:sp>
      <p:sp>
        <p:nvSpPr>
          <p:cNvPr id="4" name="Marcador de pie de página 3">
            <a:extLst>
              <a:ext uri="{FF2B5EF4-FFF2-40B4-BE49-F238E27FC236}">
                <a16:creationId xmlns:a16="http://schemas.microsoft.com/office/drawing/2014/main" id="{6B818A21-CEE5-44A1-8CA6-078D88C21E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2DFE806D-F6B2-46CE-B3B1-B47F693A6E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74F35F-58A4-4647-8F94-02BE1FB528DB}" type="slidenum">
              <a:rPr lang="es-CL" smtClean="0"/>
              <a:t>‹#›</a:t>
            </a:fld>
            <a:endParaRPr lang="es-CL"/>
          </a:p>
        </p:txBody>
      </p:sp>
    </p:spTree>
    <p:extLst>
      <p:ext uri="{BB962C8B-B14F-4D97-AF65-F5344CB8AC3E}">
        <p14:creationId xmlns:p14="http://schemas.microsoft.com/office/powerpoint/2010/main" val="1844317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111BE5-A7D5-41F7-AD02-F56B828BDE3A}" type="datetimeFigureOut">
              <a:rPr lang="es-CL" smtClean="0"/>
              <a:t>20-07-25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EDE30-4E62-4AE7-928F-F48C777B123D}" type="slidenum">
              <a:rPr lang="es-CL" smtClean="0"/>
              <a:t>‹#›</a:t>
            </a:fld>
            <a:endParaRPr lang="es-CL"/>
          </a:p>
        </p:txBody>
      </p:sp>
    </p:spTree>
    <p:extLst>
      <p:ext uri="{BB962C8B-B14F-4D97-AF65-F5344CB8AC3E}">
        <p14:creationId xmlns:p14="http://schemas.microsoft.com/office/powerpoint/2010/main" val="375536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a:t>
            </a:fld>
            <a:endParaRPr lang="es-CL"/>
          </a:p>
        </p:txBody>
      </p:sp>
    </p:spTree>
    <p:extLst>
      <p:ext uri="{BB962C8B-B14F-4D97-AF65-F5344CB8AC3E}">
        <p14:creationId xmlns:p14="http://schemas.microsoft.com/office/powerpoint/2010/main" val="3323324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a:t>
            </a:fld>
            <a:endParaRPr lang="es-CL"/>
          </a:p>
        </p:txBody>
      </p:sp>
    </p:spTree>
    <p:extLst>
      <p:ext uri="{BB962C8B-B14F-4D97-AF65-F5344CB8AC3E}">
        <p14:creationId xmlns:p14="http://schemas.microsoft.com/office/powerpoint/2010/main" val="3685881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4</a:t>
            </a:fld>
            <a:endParaRPr lang="es-CL"/>
          </a:p>
        </p:txBody>
      </p:sp>
    </p:spTree>
    <p:extLst>
      <p:ext uri="{BB962C8B-B14F-4D97-AF65-F5344CB8AC3E}">
        <p14:creationId xmlns:p14="http://schemas.microsoft.com/office/powerpoint/2010/main" val="2175873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5</a:t>
            </a:fld>
            <a:endParaRPr lang="es-CL"/>
          </a:p>
        </p:txBody>
      </p:sp>
    </p:spTree>
    <p:extLst>
      <p:ext uri="{BB962C8B-B14F-4D97-AF65-F5344CB8AC3E}">
        <p14:creationId xmlns:p14="http://schemas.microsoft.com/office/powerpoint/2010/main" val="1532688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6</a:t>
            </a:fld>
            <a:endParaRPr lang="es-CL"/>
          </a:p>
        </p:txBody>
      </p:sp>
    </p:spTree>
    <p:extLst>
      <p:ext uri="{BB962C8B-B14F-4D97-AF65-F5344CB8AC3E}">
        <p14:creationId xmlns:p14="http://schemas.microsoft.com/office/powerpoint/2010/main" val="402552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7</a:t>
            </a:fld>
            <a:endParaRPr lang="es-CL"/>
          </a:p>
        </p:txBody>
      </p:sp>
    </p:spTree>
    <p:extLst>
      <p:ext uri="{BB962C8B-B14F-4D97-AF65-F5344CB8AC3E}">
        <p14:creationId xmlns:p14="http://schemas.microsoft.com/office/powerpoint/2010/main" val="2788202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8</a:t>
            </a:fld>
            <a:endParaRPr lang="es-CL"/>
          </a:p>
        </p:txBody>
      </p:sp>
    </p:spTree>
    <p:extLst>
      <p:ext uri="{BB962C8B-B14F-4D97-AF65-F5344CB8AC3E}">
        <p14:creationId xmlns:p14="http://schemas.microsoft.com/office/powerpoint/2010/main" val="651868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9</a:t>
            </a:fld>
            <a:endParaRPr lang="es-CL"/>
          </a:p>
        </p:txBody>
      </p:sp>
    </p:spTree>
    <p:extLst>
      <p:ext uri="{BB962C8B-B14F-4D97-AF65-F5344CB8AC3E}">
        <p14:creationId xmlns:p14="http://schemas.microsoft.com/office/powerpoint/2010/main" val="307636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11</a:t>
            </a:fld>
            <a:endParaRPr lang="es-CL"/>
          </a:p>
        </p:txBody>
      </p:sp>
    </p:spTree>
    <p:extLst>
      <p:ext uri="{BB962C8B-B14F-4D97-AF65-F5344CB8AC3E}">
        <p14:creationId xmlns:p14="http://schemas.microsoft.com/office/powerpoint/2010/main" val="129659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12</a:t>
            </a:fld>
            <a:endParaRPr lang="es-CL"/>
          </a:p>
        </p:txBody>
      </p:sp>
    </p:spTree>
    <p:extLst>
      <p:ext uri="{BB962C8B-B14F-4D97-AF65-F5344CB8AC3E}">
        <p14:creationId xmlns:p14="http://schemas.microsoft.com/office/powerpoint/2010/main" val="2083671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13</a:t>
            </a:fld>
            <a:endParaRPr lang="es-CL"/>
          </a:p>
        </p:txBody>
      </p:sp>
    </p:spTree>
    <p:extLst>
      <p:ext uri="{BB962C8B-B14F-4D97-AF65-F5344CB8AC3E}">
        <p14:creationId xmlns:p14="http://schemas.microsoft.com/office/powerpoint/2010/main" val="986223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14</a:t>
            </a:fld>
            <a:endParaRPr lang="es-CL"/>
          </a:p>
        </p:txBody>
      </p:sp>
    </p:spTree>
    <p:extLst>
      <p:ext uri="{BB962C8B-B14F-4D97-AF65-F5344CB8AC3E}">
        <p14:creationId xmlns:p14="http://schemas.microsoft.com/office/powerpoint/2010/main" val="1755500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16</a:t>
            </a:fld>
            <a:endParaRPr lang="es-CL"/>
          </a:p>
        </p:txBody>
      </p:sp>
    </p:spTree>
    <p:extLst>
      <p:ext uri="{BB962C8B-B14F-4D97-AF65-F5344CB8AC3E}">
        <p14:creationId xmlns:p14="http://schemas.microsoft.com/office/powerpoint/2010/main" val="1453869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17</a:t>
            </a:fld>
            <a:endParaRPr lang="es-CL"/>
          </a:p>
        </p:txBody>
      </p:sp>
    </p:spTree>
    <p:extLst>
      <p:ext uri="{BB962C8B-B14F-4D97-AF65-F5344CB8AC3E}">
        <p14:creationId xmlns:p14="http://schemas.microsoft.com/office/powerpoint/2010/main" val="2918335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18</a:t>
            </a:fld>
            <a:endParaRPr lang="es-CL"/>
          </a:p>
        </p:txBody>
      </p:sp>
    </p:spTree>
    <p:extLst>
      <p:ext uri="{BB962C8B-B14F-4D97-AF65-F5344CB8AC3E}">
        <p14:creationId xmlns:p14="http://schemas.microsoft.com/office/powerpoint/2010/main" val="2495153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19</a:t>
            </a:fld>
            <a:endParaRPr lang="es-CL"/>
          </a:p>
        </p:txBody>
      </p:sp>
    </p:spTree>
    <p:extLst>
      <p:ext uri="{BB962C8B-B14F-4D97-AF65-F5344CB8AC3E}">
        <p14:creationId xmlns:p14="http://schemas.microsoft.com/office/powerpoint/2010/main" val="2895651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21</a:t>
            </a:fld>
            <a:endParaRPr lang="es-CL"/>
          </a:p>
        </p:txBody>
      </p:sp>
    </p:spTree>
    <p:extLst>
      <p:ext uri="{BB962C8B-B14F-4D97-AF65-F5344CB8AC3E}">
        <p14:creationId xmlns:p14="http://schemas.microsoft.com/office/powerpoint/2010/main" val="253211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22</a:t>
            </a:fld>
            <a:endParaRPr lang="es-CL"/>
          </a:p>
        </p:txBody>
      </p:sp>
    </p:spTree>
    <p:extLst>
      <p:ext uri="{BB962C8B-B14F-4D97-AF65-F5344CB8AC3E}">
        <p14:creationId xmlns:p14="http://schemas.microsoft.com/office/powerpoint/2010/main" val="2633959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23</a:t>
            </a:fld>
            <a:endParaRPr lang="es-CL"/>
          </a:p>
        </p:txBody>
      </p:sp>
    </p:spTree>
    <p:extLst>
      <p:ext uri="{BB962C8B-B14F-4D97-AF65-F5344CB8AC3E}">
        <p14:creationId xmlns:p14="http://schemas.microsoft.com/office/powerpoint/2010/main" val="1188817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24</a:t>
            </a:fld>
            <a:endParaRPr lang="es-CL"/>
          </a:p>
        </p:txBody>
      </p:sp>
    </p:spTree>
    <p:extLst>
      <p:ext uri="{BB962C8B-B14F-4D97-AF65-F5344CB8AC3E}">
        <p14:creationId xmlns:p14="http://schemas.microsoft.com/office/powerpoint/2010/main" val="3597323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26</a:t>
            </a:fld>
            <a:endParaRPr lang="es-CL"/>
          </a:p>
        </p:txBody>
      </p:sp>
    </p:spTree>
    <p:extLst>
      <p:ext uri="{BB962C8B-B14F-4D97-AF65-F5344CB8AC3E}">
        <p14:creationId xmlns:p14="http://schemas.microsoft.com/office/powerpoint/2010/main" val="4024637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27</a:t>
            </a:fld>
            <a:endParaRPr lang="es-CL"/>
          </a:p>
        </p:txBody>
      </p:sp>
    </p:spTree>
    <p:extLst>
      <p:ext uri="{BB962C8B-B14F-4D97-AF65-F5344CB8AC3E}">
        <p14:creationId xmlns:p14="http://schemas.microsoft.com/office/powerpoint/2010/main" val="3755823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28</a:t>
            </a:fld>
            <a:endParaRPr lang="es-CL"/>
          </a:p>
        </p:txBody>
      </p:sp>
    </p:spTree>
    <p:extLst>
      <p:ext uri="{BB962C8B-B14F-4D97-AF65-F5344CB8AC3E}">
        <p14:creationId xmlns:p14="http://schemas.microsoft.com/office/powerpoint/2010/main" val="10452560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29</a:t>
            </a:fld>
            <a:endParaRPr lang="es-CL"/>
          </a:p>
        </p:txBody>
      </p:sp>
    </p:spTree>
    <p:extLst>
      <p:ext uri="{BB962C8B-B14F-4D97-AF65-F5344CB8AC3E}">
        <p14:creationId xmlns:p14="http://schemas.microsoft.com/office/powerpoint/2010/main" val="561866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30</a:t>
            </a:fld>
            <a:endParaRPr lang="es-CL"/>
          </a:p>
        </p:txBody>
      </p:sp>
    </p:spTree>
    <p:extLst>
      <p:ext uri="{BB962C8B-B14F-4D97-AF65-F5344CB8AC3E}">
        <p14:creationId xmlns:p14="http://schemas.microsoft.com/office/powerpoint/2010/main" val="3694224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32</a:t>
            </a:fld>
            <a:endParaRPr lang="es-CL"/>
          </a:p>
        </p:txBody>
      </p:sp>
    </p:spTree>
    <p:extLst>
      <p:ext uri="{BB962C8B-B14F-4D97-AF65-F5344CB8AC3E}">
        <p14:creationId xmlns:p14="http://schemas.microsoft.com/office/powerpoint/2010/main" val="36858811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33</a:t>
            </a:fld>
            <a:endParaRPr lang="es-CL"/>
          </a:p>
        </p:txBody>
      </p:sp>
    </p:spTree>
    <p:extLst>
      <p:ext uri="{BB962C8B-B14F-4D97-AF65-F5344CB8AC3E}">
        <p14:creationId xmlns:p14="http://schemas.microsoft.com/office/powerpoint/2010/main" val="829053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34</a:t>
            </a:fld>
            <a:endParaRPr lang="es-CL"/>
          </a:p>
        </p:txBody>
      </p:sp>
    </p:spTree>
    <p:extLst>
      <p:ext uri="{BB962C8B-B14F-4D97-AF65-F5344CB8AC3E}">
        <p14:creationId xmlns:p14="http://schemas.microsoft.com/office/powerpoint/2010/main" val="35571427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35</a:t>
            </a:fld>
            <a:endParaRPr lang="es-CL"/>
          </a:p>
        </p:txBody>
      </p:sp>
    </p:spTree>
    <p:extLst>
      <p:ext uri="{BB962C8B-B14F-4D97-AF65-F5344CB8AC3E}">
        <p14:creationId xmlns:p14="http://schemas.microsoft.com/office/powerpoint/2010/main" val="3501817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36</a:t>
            </a:fld>
            <a:endParaRPr lang="es-CL"/>
          </a:p>
        </p:txBody>
      </p:sp>
    </p:spTree>
    <p:extLst>
      <p:ext uri="{BB962C8B-B14F-4D97-AF65-F5344CB8AC3E}">
        <p14:creationId xmlns:p14="http://schemas.microsoft.com/office/powerpoint/2010/main" val="3310801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37</a:t>
            </a:fld>
            <a:endParaRPr lang="es-CL"/>
          </a:p>
        </p:txBody>
      </p:sp>
    </p:spTree>
    <p:extLst>
      <p:ext uri="{BB962C8B-B14F-4D97-AF65-F5344CB8AC3E}">
        <p14:creationId xmlns:p14="http://schemas.microsoft.com/office/powerpoint/2010/main" val="1296590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38</a:t>
            </a:fld>
            <a:endParaRPr lang="es-CL"/>
          </a:p>
        </p:txBody>
      </p:sp>
    </p:spTree>
    <p:extLst>
      <p:ext uri="{BB962C8B-B14F-4D97-AF65-F5344CB8AC3E}">
        <p14:creationId xmlns:p14="http://schemas.microsoft.com/office/powerpoint/2010/main" val="20621610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39</a:t>
            </a:fld>
            <a:endParaRPr lang="es-CL"/>
          </a:p>
        </p:txBody>
      </p:sp>
    </p:spTree>
    <p:extLst>
      <p:ext uri="{BB962C8B-B14F-4D97-AF65-F5344CB8AC3E}">
        <p14:creationId xmlns:p14="http://schemas.microsoft.com/office/powerpoint/2010/main" val="11895113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41</a:t>
            </a:fld>
            <a:endParaRPr lang="es-CL"/>
          </a:p>
        </p:txBody>
      </p:sp>
    </p:spTree>
    <p:extLst>
      <p:ext uri="{BB962C8B-B14F-4D97-AF65-F5344CB8AC3E}">
        <p14:creationId xmlns:p14="http://schemas.microsoft.com/office/powerpoint/2010/main" val="635968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9DBEDE30-4E62-4AE7-928F-F48C777B123D}" type="slidenum">
              <a:rPr lang="es-CL" smtClean="0"/>
              <a:t>42</a:t>
            </a:fld>
            <a:endParaRPr lang="es-CL"/>
          </a:p>
        </p:txBody>
      </p:sp>
    </p:spTree>
    <p:extLst>
      <p:ext uri="{BB962C8B-B14F-4D97-AF65-F5344CB8AC3E}">
        <p14:creationId xmlns:p14="http://schemas.microsoft.com/office/powerpoint/2010/main" val="2424443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0_portad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4052887" y="5306437"/>
            <a:ext cx="4086225" cy="400050"/>
          </a:xfrm>
          <a:prstGeom prst="rect">
            <a:avLst/>
          </a:prstGeom>
        </p:spPr>
        <p:txBody>
          <a:bodyPr/>
          <a:lstStyle>
            <a:lvl1pPr marL="0" indent="0" algn="ctr">
              <a:buNone/>
              <a:defRPr sz="2000">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4052887" y="5601712"/>
            <a:ext cx="4086225" cy="400050"/>
          </a:xfrm>
          <a:prstGeom prst="rect">
            <a:avLst/>
          </a:prstGeom>
        </p:spPr>
        <p:txBody>
          <a:bodyPr/>
          <a:lstStyle>
            <a:lvl1pPr marL="0" indent="0" algn="ctr">
              <a:buNone/>
              <a:tabLst>
                <a:tab pos="3771900" algn="l"/>
              </a:tabLst>
              <a:defRPr sz="28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Idea principal</a:t>
            </a:r>
            <a:endParaRPr lang="es-CL" dirty="0"/>
          </a:p>
        </p:txBody>
      </p:sp>
      <p:grpSp>
        <p:nvGrpSpPr>
          <p:cNvPr id="41" name="Grupo 40">
            <a:extLst>
              <a:ext uri="{FF2B5EF4-FFF2-40B4-BE49-F238E27FC236}">
                <a16:creationId xmlns:a16="http://schemas.microsoft.com/office/drawing/2014/main" id="{652A0FED-5C51-4971-AE80-7E1673715FBD}"/>
              </a:ext>
            </a:extLst>
          </p:cNvPr>
          <p:cNvGrpSpPr/>
          <p:nvPr userDrawn="1"/>
        </p:nvGrpSpPr>
        <p:grpSpPr>
          <a:xfrm>
            <a:off x="8611026" y="498906"/>
            <a:ext cx="3283381" cy="718962"/>
            <a:chOff x="457020" y="572789"/>
            <a:chExt cx="4284663" cy="938213"/>
          </a:xfrm>
        </p:grpSpPr>
        <p:grpSp>
          <p:nvGrpSpPr>
            <p:cNvPr id="42" name="Grupo 41">
              <a:extLst>
                <a:ext uri="{FF2B5EF4-FFF2-40B4-BE49-F238E27FC236}">
                  <a16:creationId xmlns:a16="http://schemas.microsoft.com/office/drawing/2014/main" id="{8D995825-8EEB-4630-8AD5-42ED9D6D1383}"/>
                </a:ext>
              </a:extLst>
            </p:cNvPr>
            <p:cNvGrpSpPr/>
            <p:nvPr userDrawn="1"/>
          </p:nvGrpSpPr>
          <p:grpSpPr>
            <a:xfrm>
              <a:off x="2741433" y="842664"/>
              <a:ext cx="2000250" cy="411162"/>
              <a:chOff x="6094413" y="2516188"/>
              <a:chExt cx="2000250" cy="411162"/>
            </a:xfrm>
          </p:grpSpPr>
          <p:sp>
            <p:nvSpPr>
              <p:cNvPr id="49" name="Freeform 7">
                <a:extLst>
                  <a:ext uri="{FF2B5EF4-FFF2-40B4-BE49-F238E27FC236}">
                    <a16:creationId xmlns:a16="http://schemas.microsoft.com/office/drawing/2014/main" id="{DCF0126A-C226-4813-8BCF-C5278F2A1077}"/>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0" name="Freeform 8">
                <a:extLst>
                  <a:ext uri="{FF2B5EF4-FFF2-40B4-BE49-F238E27FC236}">
                    <a16:creationId xmlns:a16="http://schemas.microsoft.com/office/drawing/2014/main" id="{DE71634D-26AD-4925-8FA5-FE6BA750DF84}"/>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1" name="Freeform 9">
                <a:extLst>
                  <a:ext uri="{FF2B5EF4-FFF2-40B4-BE49-F238E27FC236}">
                    <a16:creationId xmlns:a16="http://schemas.microsoft.com/office/drawing/2014/main" id="{3FE50B5F-E948-46FA-BB17-8A567D30D6C1}"/>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2" name="Rectangle 10">
                <a:extLst>
                  <a:ext uri="{FF2B5EF4-FFF2-40B4-BE49-F238E27FC236}">
                    <a16:creationId xmlns:a16="http://schemas.microsoft.com/office/drawing/2014/main" id="{2CA580E6-ED9D-48B1-AB4B-27CB1AA2F06A}"/>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11">
                <a:extLst>
                  <a:ext uri="{FF2B5EF4-FFF2-40B4-BE49-F238E27FC236}">
                    <a16:creationId xmlns:a16="http://schemas.microsoft.com/office/drawing/2014/main" id="{D7BC5542-17F1-41DE-9131-2085970F3F6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4" name="Freeform 12">
                <a:extLst>
                  <a:ext uri="{FF2B5EF4-FFF2-40B4-BE49-F238E27FC236}">
                    <a16:creationId xmlns:a16="http://schemas.microsoft.com/office/drawing/2014/main" id="{28BECA7C-03FD-4C6D-B4A8-80547DEFBB65}"/>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5" name="Freeform 13">
                <a:extLst>
                  <a:ext uri="{FF2B5EF4-FFF2-40B4-BE49-F238E27FC236}">
                    <a16:creationId xmlns:a16="http://schemas.microsoft.com/office/drawing/2014/main" id="{38563BAC-D668-47D0-B490-0FB05F8BE707}"/>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6" name="Freeform 14">
                <a:extLst>
                  <a:ext uri="{FF2B5EF4-FFF2-40B4-BE49-F238E27FC236}">
                    <a16:creationId xmlns:a16="http://schemas.microsoft.com/office/drawing/2014/main" id="{90E972A2-CCB9-4B8D-A497-FEBC672B8793}"/>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7" name="Rectangle 15">
                <a:extLst>
                  <a:ext uri="{FF2B5EF4-FFF2-40B4-BE49-F238E27FC236}">
                    <a16:creationId xmlns:a16="http://schemas.microsoft.com/office/drawing/2014/main" id="{41CD71C4-C596-4AD9-A519-10F15D474E65}"/>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8" name="Freeform 16">
                <a:extLst>
                  <a:ext uri="{FF2B5EF4-FFF2-40B4-BE49-F238E27FC236}">
                    <a16:creationId xmlns:a16="http://schemas.microsoft.com/office/drawing/2014/main" id="{1294F96A-B067-469B-9109-CD31FD81500F}"/>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9" name="Freeform 17">
                <a:extLst>
                  <a:ext uri="{FF2B5EF4-FFF2-40B4-BE49-F238E27FC236}">
                    <a16:creationId xmlns:a16="http://schemas.microsoft.com/office/drawing/2014/main" id="{9B6A02E8-9E6F-4D04-A316-D4631D0C58D9}"/>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0" name="Freeform 18">
                <a:extLst>
                  <a:ext uri="{FF2B5EF4-FFF2-40B4-BE49-F238E27FC236}">
                    <a16:creationId xmlns:a16="http://schemas.microsoft.com/office/drawing/2014/main" id="{95C8D89B-EC89-4DCB-820B-09F3E08C7D85}"/>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1" name="Freeform 19">
                <a:extLst>
                  <a:ext uri="{FF2B5EF4-FFF2-40B4-BE49-F238E27FC236}">
                    <a16:creationId xmlns:a16="http://schemas.microsoft.com/office/drawing/2014/main" id="{F247AA86-E76F-4750-A56D-3DF386B6945D}"/>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2" name="Freeform 20">
                <a:extLst>
                  <a:ext uri="{FF2B5EF4-FFF2-40B4-BE49-F238E27FC236}">
                    <a16:creationId xmlns:a16="http://schemas.microsoft.com/office/drawing/2014/main" id="{0106E86D-07E7-44D8-BAAD-FE116E6F978E}"/>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3" name="Freeform 21">
                <a:extLst>
                  <a:ext uri="{FF2B5EF4-FFF2-40B4-BE49-F238E27FC236}">
                    <a16:creationId xmlns:a16="http://schemas.microsoft.com/office/drawing/2014/main" id="{666D8E34-9C82-4FCF-9FD0-B3DAAB8A71EB}"/>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4" name="Freeform 22">
                <a:extLst>
                  <a:ext uri="{FF2B5EF4-FFF2-40B4-BE49-F238E27FC236}">
                    <a16:creationId xmlns:a16="http://schemas.microsoft.com/office/drawing/2014/main" id="{89A08A6E-99AC-4740-A3D4-24006FD9E2E6}"/>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5" name="Freeform 23">
                <a:extLst>
                  <a:ext uri="{FF2B5EF4-FFF2-40B4-BE49-F238E27FC236}">
                    <a16:creationId xmlns:a16="http://schemas.microsoft.com/office/drawing/2014/main" id="{3374E897-2561-4A01-A07E-4F65EFA90D8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6" name="Freeform 24">
                <a:extLst>
                  <a:ext uri="{FF2B5EF4-FFF2-40B4-BE49-F238E27FC236}">
                    <a16:creationId xmlns:a16="http://schemas.microsoft.com/office/drawing/2014/main" id="{07E210E5-5CAC-47B9-8BD4-F85014E14EAD}"/>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7" name="Rectangle 25">
                <a:extLst>
                  <a:ext uri="{FF2B5EF4-FFF2-40B4-BE49-F238E27FC236}">
                    <a16:creationId xmlns:a16="http://schemas.microsoft.com/office/drawing/2014/main" id="{A9F078EA-6AC7-4789-A4D7-9BFC8EE2FEB4}"/>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8" name="Freeform 26">
                <a:extLst>
                  <a:ext uri="{FF2B5EF4-FFF2-40B4-BE49-F238E27FC236}">
                    <a16:creationId xmlns:a16="http://schemas.microsoft.com/office/drawing/2014/main" id="{1D579FA9-EC9E-4E9C-B1D0-C2AC098E22A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0" name="Freeform 27">
                <a:extLst>
                  <a:ext uri="{FF2B5EF4-FFF2-40B4-BE49-F238E27FC236}">
                    <a16:creationId xmlns:a16="http://schemas.microsoft.com/office/drawing/2014/main" id="{11585D17-04B8-4960-BF6E-3A1F756E5BCD}"/>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1" name="Freeform 28">
                <a:extLst>
                  <a:ext uri="{FF2B5EF4-FFF2-40B4-BE49-F238E27FC236}">
                    <a16:creationId xmlns:a16="http://schemas.microsoft.com/office/drawing/2014/main" id="{B25FF06A-A471-48CC-834B-642F5620B7F4}"/>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2" name="Freeform 29">
                <a:extLst>
                  <a:ext uri="{FF2B5EF4-FFF2-40B4-BE49-F238E27FC236}">
                    <a16:creationId xmlns:a16="http://schemas.microsoft.com/office/drawing/2014/main" id="{D9384773-06F8-4527-9EAA-31D36BA939A2}"/>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3" name="Freeform 30">
                <a:extLst>
                  <a:ext uri="{FF2B5EF4-FFF2-40B4-BE49-F238E27FC236}">
                    <a16:creationId xmlns:a16="http://schemas.microsoft.com/office/drawing/2014/main" id="{9FAA31D3-0B7F-4DB4-AB2F-84DE1D518B21}"/>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4" name="Freeform 31">
                <a:extLst>
                  <a:ext uri="{FF2B5EF4-FFF2-40B4-BE49-F238E27FC236}">
                    <a16:creationId xmlns:a16="http://schemas.microsoft.com/office/drawing/2014/main" id="{93AFE312-B663-4028-94FC-242395433E65}"/>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5" name="Freeform 32">
                <a:extLst>
                  <a:ext uri="{FF2B5EF4-FFF2-40B4-BE49-F238E27FC236}">
                    <a16:creationId xmlns:a16="http://schemas.microsoft.com/office/drawing/2014/main" id="{22B8C2A3-44C9-4C1B-8CEE-C1B08FC735AE}"/>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6" name="Freeform 33">
                <a:extLst>
                  <a:ext uri="{FF2B5EF4-FFF2-40B4-BE49-F238E27FC236}">
                    <a16:creationId xmlns:a16="http://schemas.microsoft.com/office/drawing/2014/main" id="{C828DD22-E2A5-45AD-B18D-2D3E62D66697}"/>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7" name="Freeform 34">
                <a:extLst>
                  <a:ext uri="{FF2B5EF4-FFF2-40B4-BE49-F238E27FC236}">
                    <a16:creationId xmlns:a16="http://schemas.microsoft.com/office/drawing/2014/main" id="{E3070C61-0883-47EE-BB14-C9A3392119BA}"/>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8" name="Freeform 35">
                <a:extLst>
                  <a:ext uri="{FF2B5EF4-FFF2-40B4-BE49-F238E27FC236}">
                    <a16:creationId xmlns:a16="http://schemas.microsoft.com/office/drawing/2014/main" id="{E3F1BBFB-DF91-4FCA-92EE-1034500B853E}"/>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9" name="Freeform 36">
                <a:extLst>
                  <a:ext uri="{FF2B5EF4-FFF2-40B4-BE49-F238E27FC236}">
                    <a16:creationId xmlns:a16="http://schemas.microsoft.com/office/drawing/2014/main" id="{FF94D35E-1202-42C4-A1D4-0F9204B906F4}"/>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44" name="Grupo 43">
              <a:extLst>
                <a:ext uri="{FF2B5EF4-FFF2-40B4-BE49-F238E27FC236}">
                  <a16:creationId xmlns:a16="http://schemas.microsoft.com/office/drawing/2014/main" id="{E7831996-F7BD-4F84-AB19-E69BBC60EBB7}"/>
                </a:ext>
              </a:extLst>
            </p:cNvPr>
            <p:cNvGrpSpPr/>
            <p:nvPr userDrawn="1"/>
          </p:nvGrpSpPr>
          <p:grpSpPr>
            <a:xfrm>
              <a:off x="457020" y="572789"/>
              <a:ext cx="1931988" cy="938213"/>
              <a:chOff x="3838575" y="2246313"/>
              <a:chExt cx="1931988" cy="938213"/>
            </a:xfrm>
          </p:grpSpPr>
          <p:sp>
            <p:nvSpPr>
              <p:cNvPr id="46" name="Rectangle 5">
                <a:extLst>
                  <a:ext uri="{FF2B5EF4-FFF2-40B4-BE49-F238E27FC236}">
                    <a16:creationId xmlns:a16="http://schemas.microsoft.com/office/drawing/2014/main" id="{D645941C-CD69-4205-8A59-A8AD2DBD177B}"/>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7" name="Freeform 37">
                <a:extLst>
                  <a:ext uri="{FF2B5EF4-FFF2-40B4-BE49-F238E27FC236}">
                    <a16:creationId xmlns:a16="http://schemas.microsoft.com/office/drawing/2014/main" id="{82E5C52C-8EFE-42F7-B109-63878A4B2FB4}"/>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8" name="Freeform 38">
                <a:extLst>
                  <a:ext uri="{FF2B5EF4-FFF2-40B4-BE49-F238E27FC236}">
                    <a16:creationId xmlns:a16="http://schemas.microsoft.com/office/drawing/2014/main" id="{1CC18570-6D49-43CC-9345-4E964E84FF1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Tree>
    <p:extLst>
      <p:ext uri="{BB962C8B-B14F-4D97-AF65-F5344CB8AC3E}">
        <p14:creationId xmlns:p14="http://schemas.microsoft.com/office/powerpoint/2010/main" val="220622744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portada presentador + area + fech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69" name="Grupo 68">
            <a:extLst>
              <a:ext uri="{FF2B5EF4-FFF2-40B4-BE49-F238E27FC236}">
                <a16:creationId xmlns:a16="http://schemas.microsoft.com/office/drawing/2014/main" id="{2F9B6D1A-8507-477B-9E86-5056413D6B04}"/>
              </a:ext>
            </a:extLst>
          </p:cNvPr>
          <p:cNvGrpSpPr/>
          <p:nvPr userDrawn="1"/>
        </p:nvGrpSpPr>
        <p:grpSpPr>
          <a:xfrm>
            <a:off x="8611026" y="498906"/>
            <a:ext cx="3283381" cy="718962"/>
            <a:chOff x="457020" y="572789"/>
            <a:chExt cx="4284663" cy="938213"/>
          </a:xfrm>
        </p:grpSpPr>
        <p:grpSp>
          <p:nvGrpSpPr>
            <p:cNvPr id="3" name="Grupo 2">
              <a:extLst>
                <a:ext uri="{FF2B5EF4-FFF2-40B4-BE49-F238E27FC236}">
                  <a16:creationId xmlns:a16="http://schemas.microsoft.com/office/drawing/2014/main" id="{5B1B1506-2EC0-4053-A134-532A6E4C6FC1}"/>
                </a:ext>
              </a:extLst>
            </p:cNvPr>
            <p:cNvGrpSpPr/>
            <p:nvPr userDrawn="1"/>
          </p:nvGrpSpPr>
          <p:grpSpPr>
            <a:xfrm>
              <a:off x="2741433" y="842664"/>
              <a:ext cx="2000250" cy="411162"/>
              <a:chOff x="6094413" y="2516188"/>
              <a:chExt cx="2000250" cy="411162"/>
            </a:xfrm>
          </p:grpSpPr>
          <p:sp>
            <p:nvSpPr>
              <p:cNvPr id="5" name="Freeform 7">
                <a:extLst>
                  <a:ext uri="{FF2B5EF4-FFF2-40B4-BE49-F238E27FC236}">
                    <a16:creationId xmlns:a16="http://schemas.microsoft.com/office/drawing/2014/main" id="{00AB674E-66D6-436A-B13D-36DD6E21DF2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 name="Freeform 8">
                <a:extLst>
                  <a:ext uri="{FF2B5EF4-FFF2-40B4-BE49-F238E27FC236}">
                    <a16:creationId xmlns:a16="http://schemas.microsoft.com/office/drawing/2014/main" id="{FBB52E3F-8797-47B9-995C-654FB8398803}"/>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 name="Freeform 9">
                <a:extLst>
                  <a:ext uri="{FF2B5EF4-FFF2-40B4-BE49-F238E27FC236}">
                    <a16:creationId xmlns:a16="http://schemas.microsoft.com/office/drawing/2014/main" id="{74BC918B-F22A-420B-BDB7-1346B1EF887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 name="Rectangle 10">
                <a:extLst>
                  <a:ext uri="{FF2B5EF4-FFF2-40B4-BE49-F238E27FC236}">
                    <a16:creationId xmlns:a16="http://schemas.microsoft.com/office/drawing/2014/main" id="{A9BE61AF-6C04-4308-BE87-8020DE6B899F}"/>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9" name="Freeform 11">
                <a:extLst>
                  <a:ext uri="{FF2B5EF4-FFF2-40B4-BE49-F238E27FC236}">
                    <a16:creationId xmlns:a16="http://schemas.microsoft.com/office/drawing/2014/main" id="{6FD1E2D2-3349-4435-A01A-3DB1D7641A1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 name="Freeform 12">
                <a:extLst>
                  <a:ext uri="{FF2B5EF4-FFF2-40B4-BE49-F238E27FC236}">
                    <a16:creationId xmlns:a16="http://schemas.microsoft.com/office/drawing/2014/main" id="{495CCA5A-0454-416A-A3D7-5EC73A67AE96}"/>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 name="Freeform 13">
                <a:extLst>
                  <a:ext uri="{FF2B5EF4-FFF2-40B4-BE49-F238E27FC236}">
                    <a16:creationId xmlns:a16="http://schemas.microsoft.com/office/drawing/2014/main" id="{E2D04B9C-8C21-492D-8B72-349703DFE02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 name="Freeform 14">
                <a:extLst>
                  <a:ext uri="{FF2B5EF4-FFF2-40B4-BE49-F238E27FC236}">
                    <a16:creationId xmlns:a16="http://schemas.microsoft.com/office/drawing/2014/main" id="{DBD0D204-18FA-48AC-9F15-1B17807F63B2}"/>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 name="Rectangle 15">
                <a:extLst>
                  <a:ext uri="{FF2B5EF4-FFF2-40B4-BE49-F238E27FC236}">
                    <a16:creationId xmlns:a16="http://schemas.microsoft.com/office/drawing/2014/main" id="{48BB0663-10C4-45D6-912B-BE33D011AC34}"/>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 name="Freeform 16">
                <a:extLst>
                  <a:ext uri="{FF2B5EF4-FFF2-40B4-BE49-F238E27FC236}">
                    <a16:creationId xmlns:a16="http://schemas.microsoft.com/office/drawing/2014/main" id="{B28D2408-4EEE-4C83-ADBE-3D4A72B9861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 name="Freeform 17">
                <a:extLst>
                  <a:ext uri="{FF2B5EF4-FFF2-40B4-BE49-F238E27FC236}">
                    <a16:creationId xmlns:a16="http://schemas.microsoft.com/office/drawing/2014/main" id="{31C7D52E-07E4-4314-A0B8-4CA66ECA5DB2}"/>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 name="Freeform 18">
                <a:extLst>
                  <a:ext uri="{FF2B5EF4-FFF2-40B4-BE49-F238E27FC236}">
                    <a16:creationId xmlns:a16="http://schemas.microsoft.com/office/drawing/2014/main" id="{6D787CB0-73F5-4DFB-AD79-ECC561AAE44C}"/>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 name="Freeform 19">
                <a:extLst>
                  <a:ext uri="{FF2B5EF4-FFF2-40B4-BE49-F238E27FC236}">
                    <a16:creationId xmlns:a16="http://schemas.microsoft.com/office/drawing/2014/main" id="{73FD8662-F547-4290-8A3C-5C067AB2792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20">
                <a:extLst>
                  <a:ext uri="{FF2B5EF4-FFF2-40B4-BE49-F238E27FC236}">
                    <a16:creationId xmlns:a16="http://schemas.microsoft.com/office/drawing/2014/main" id="{484DFFA0-7F13-4C12-82D4-9AA17E5FCCB8}"/>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21">
                <a:extLst>
                  <a:ext uri="{FF2B5EF4-FFF2-40B4-BE49-F238E27FC236}">
                    <a16:creationId xmlns:a16="http://schemas.microsoft.com/office/drawing/2014/main" id="{B9DD2D4B-05A6-4261-868B-9FBCDA8CB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22">
                <a:extLst>
                  <a:ext uri="{FF2B5EF4-FFF2-40B4-BE49-F238E27FC236}">
                    <a16:creationId xmlns:a16="http://schemas.microsoft.com/office/drawing/2014/main" id="{D74FEA35-DE1B-4CB3-8CF0-28ABD4FF88B7}"/>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23">
                <a:extLst>
                  <a:ext uri="{FF2B5EF4-FFF2-40B4-BE49-F238E27FC236}">
                    <a16:creationId xmlns:a16="http://schemas.microsoft.com/office/drawing/2014/main" id="{87B5FFC7-045A-4A0A-A362-C5A1F307D29B}"/>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24">
                <a:extLst>
                  <a:ext uri="{FF2B5EF4-FFF2-40B4-BE49-F238E27FC236}">
                    <a16:creationId xmlns:a16="http://schemas.microsoft.com/office/drawing/2014/main" id="{C2251D1F-7E3B-4EBA-B510-2DE52B6DC8AC}"/>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Rectangle 25">
                <a:extLst>
                  <a:ext uri="{FF2B5EF4-FFF2-40B4-BE49-F238E27FC236}">
                    <a16:creationId xmlns:a16="http://schemas.microsoft.com/office/drawing/2014/main" id="{4A100956-1D90-49BA-AA8E-7B4E926EF9D9}"/>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26">
                <a:extLst>
                  <a:ext uri="{FF2B5EF4-FFF2-40B4-BE49-F238E27FC236}">
                    <a16:creationId xmlns:a16="http://schemas.microsoft.com/office/drawing/2014/main" id="{77382A0C-191D-4EF2-881C-78BEEA641AEE}"/>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27">
                <a:extLst>
                  <a:ext uri="{FF2B5EF4-FFF2-40B4-BE49-F238E27FC236}">
                    <a16:creationId xmlns:a16="http://schemas.microsoft.com/office/drawing/2014/main" id="{4EF5BC1E-DBC1-40E9-988F-A168296DCB25}"/>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28">
                <a:extLst>
                  <a:ext uri="{FF2B5EF4-FFF2-40B4-BE49-F238E27FC236}">
                    <a16:creationId xmlns:a16="http://schemas.microsoft.com/office/drawing/2014/main" id="{A1A7BCFB-498E-4578-B93F-9F9D083F589C}"/>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29">
                <a:extLst>
                  <a:ext uri="{FF2B5EF4-FFF2-40B4-BE49-F238E27FC236}">
                    <a16:creationId xmlns:a16="http://schemas.microsoft.com/office/drawing/2014/main" id="{8F927511-308C-432C-AA39-74974587760A}"/>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8" name="Freeform 30">
                <a:extLst>
                  <a:ext uri="{FF2B5EF4-FFF2-40B4-BE49-F238E27FC236}">
                    <a16:creationId xmlns:a16="http://schemas.microsoft.com/office/drawing/2014/main" id="{C1B816ED-99AE-4F8C-AC0D-92077C2F28EB}"/>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9" name="Freeform 31">
                <a:extLst>
                  <a:ext uri="{FF2B5EF4-FFF2-40B4-BE49-F238E27FC236}">
                    <a16:creationId xmlns:a16="http://schemas.microsoft.com/office/drawing/2014/main" id="{82F9B0CD-48C0-4D62-B3D9-5469A1967DFB}"/>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0" name="Freeform 32">
                <a:extLst>
                  <a:ext uri="{FF2B5EF4-FFF2-40B4-BE49-F238E27FC236}">
                    <a16:creationId xmlns:a16="http://schemas.microsoft.com/office/drawing/2014/main" id="{6E10C40E-D65D-4FDF-B536-888A7296C8F3}"/>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33">
                <a:extLst>
                  <a:ext uri="{FF2B5EF4-FFF2-40B4-BE49-F238E27FC236}">
                    <a16:creationId xmlns:a16="http://schemas.microsoft.com/office/drawing/2014/main" id="{A2F2A63F-3645-455C-A196-604BE806128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34">
                <a:extLst>
                  <a:ext uri="{FF2B5EF4-FFF2-40B4-BE49-F238E27FC236}">
                    <a16:creationId xmlns:a16="http://schemas.microsoft.com/office/drawing/2014/main" id="{3B122198-1065-410F-BC3C-CF9569E696A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35">
                <a:extLst>
                  <a:ext uri="{FF2B5EF4-FFF2-40B4-BE49-F238E27FC236}">
                    <a16:creationId xmlns:a16="http://schemas.microsoft.com/office/drawing/2014/main" id="{8303CCE6-84E2-471C-91E8-74CF49C85827}"/>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36">
                <a:extLst>
                  <a:ext uri="{FF2B5EF4-FFF2-40B4-BE49-F238E27FC236}">
                    <a16:creationId xmlns:a16="http://schemas.microsoft.com/office/drawing/2014/main" id="{2EC50E89-8E7E-495C-8B0B-CDFC3C1BED43}"/>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7C411C7C-DEC0-4A48-BBC5-725C2282F7EC}"/>
                </a:ext>
              </a:extLst>
            </p:cNvPr>
            <p:cNvGrpSpPr/>
            <p:nvPr userDrawn="1"/>
          </p:nvGrpSpPr>
          <p:grpSpPr>
            <a:xfrm>
              <a:off x="457020" y="572789"/>
              <a:ext cx="1931988" cy="938213"/>
              <a:chOff x="3838575" y="2246313"/>
              <a:chExt cx="1931988" cy="938213"/>
            </a:xfrm>
          </p:grpSpPr>
          <p:sp>
            <p:nvSpPr>
              <p:cNvPr id="36" name="Rectangle 5">
                <a:extLst>
                  <a:ext uri="{FF2B5EF4-FFF2-40B4-BE49-F238E27FC236}">
                    <a16:creationId xmlns:a16="http://schemas.microsoft.com/office/drawing/2014/main" id="{60BCBD20-7B14-4CD9-88A3-CD89A42605BF}"/>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37">
                <a:extLst>
                  <a:ext uri="{FF2B5EF4-FFF2-40B4-BE49-F238E27FC236}">
                    <a16:creationId xmlns:a16="http://schemas.microsoft.com/office/drawing/2014/main" id="{70632B76-7EEA-4510-A4D9-D416F750DC00}"/>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8" name="Freeform 38">
                <a:extLst>
                  <a:ext uri="{FF2B5EF4-FFF2-40B4-BE49-F238E27FC236}">
                    <a16:creationId xmlns:a16="http://schemas.microsoft.com/office/drawing/2014/main" id="{E3C856A7-42C7-40A6-A72C-7E5B9F4BC33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6185729" y="5713063"/>
            <a:ext cx="5272846" cy="400050"/>
          </a:xfrm>
          <a:prstGeom prst="rect">
            <a:avLst/>
          </a:prstGeom>
        </p:spPr>
        <p:txBody>
          <a:bodyPr anchor="ctr"/>
          <a:lstStyle>
            <a:lvl1pPr marL="0" indent="0" algn="l">
              <a:buNone/>
              <a:defRPr sz="2400" b="1">
                <a:solidFill>
                  <a:schemeClr val="accent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Nombre presentador</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2314575" y="3337570"/>
            <a:ext cx="7562850" cy="673870"/>
          </a:xfrm>
          <a:prstGeom prst="rect">
            <a:avLst/>
          </a:prstGeom>
        </p:spPr>
        <p:txBody>
          <a:bodyPr/>
          <a:lstStyle>
            <a:lvl1pPr marL="0" indent="0" algn="ctr">
              <a:buNone/>
              <a:tabLst>
                <a:tab pos="3771900" algn="l"/>
              </a:tabLst>
              <a:defRPr sz="44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75" name="Marcador de texto 42">
            <a:extLst>
              <a:ext uri="{FF2B5EF4-FFF2-40B4-BE49-F238E27FC236}">
                <a16:creationId xmlns:a16="http://schemas.microsoft.com/office/drawing/2014/main" id="{64E17E5A-4ACC-474B-BF94-E2CB13D2BBEB}"/>
              </a:ext>
            </a:extLst>
          </p:cNvPr>
          <p:cNvSpPr>
            <a:spLocks noGrp="1"/>
          </p:cNvSpPr>
          <p:nvPr>
            <p:ph type="body" sz="quarter" idx="12" hasCustomPrompt="1"/>
          </p:nvPr>
        </p:nvSpPr>
        <p:spPr>
          <a:xfrm>
            <a:off x="6185729" y="5999473"/>
            <a:ext cx="5272846" cy="400050"/>
          </a:xfrm>
          <a:prstGeom prst="rect">
            <a:avLst/>
          </a:prstGeom>
        </p:spPr>
        <p:txBody>
          <a:bodyPr anchor="ctr"/>
          <a:lstStyle>
            <a:lvl1pPr marL="0" indent="0" algn="l">
              <a:buNone/>
              <a:defRPr sz="1800" b="0">
                <a:solidFill>
                  <a:schemeClr val="accent1"/>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Cargo expositor</a:t>
            </a:r>
            <a:endParaRPr lang="es-CL" dirty="0"/>
          </a:p>
        </p:txBody>
      </p:sp>
      <p:sp>
        <p:nvSpPr>
          <p:cNvPr id="76" name="Marcador de texto 42">
            <a:extLst>
              <a:ext uri="{FF2B5EF4-FFF2-40B4-BE49-F238E27FC236}">
                <a16:creationId xmlns:a16="http://schemas.microsoft.com/office/drawing/2014/main" id="{50561FA3-6D57-4486-B87F-C4EBE565BFA6}"/>
              </a:ext>
            </a:extLst>
          </p:cNvPr>
          <p:cNvSpPr>
            <a:spLocks noGrp="1"/>
          </p:cNvSpPr>
          <p:nvPr>
            <p:ph type="body" sz="quarter" idx="13" hasCustomPrompt="1"/>
          </p:nvPr>
        </p:nvSpPr>
        <p:spPr>
          <a:xfrm>
            <a:off x="6185729" y="6282152"/>
            <a:ext cx="5272846" cy="400050"/>
          </a:xfrm>
          <a:prstGeom prst="rect">
            <a:avLst/>
          </a:prstGeom>
        </p:spPr>
        <p:txBody>
          <a:bodyPr anchor="ctr"/>
          <a:lstStyle>
            <a:lvl1pPr marL="0" indent="0" algn="l">
              <a:buNone/>
              <a:defRPr sz="1800" spc="300">
                <a:solidFill>
                  <a:schemeClr val="bg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DD/MM/AA</a:t>
            </a:r>
            <a:endParaRPr lang="es-CL" dirty="0"/>
          </a:p>
        </p:txBody>
      </p:sp>
    </p:spTree>
    <p:extLst>
      <p:ext uri="{BB962C8B-B14F-4D97-AF65-F5344CB8AC3E}">
        <p14:creationId xmlns:p14="http://schemas.microsoft.com/office/powerpoint/2010/main" val="329701804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portada presentador + area + fech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69" name="Grupo 68">
            <a:extLst>
              <a:ext uri="{FF2B5EF4-FFF2-40B4-BE49-F238E27FC236}">
                <a16:creationId xmlns:a16="http://schemas.microsoft.com/office/drawing/2014/main" id="{2F9B6D1A-8507-477B-9E86-5056413D6B04}"/>
              </a:ext>
            </a:extLst>
          </p:cNvPr>
          <p:cNvGrpSpPr/>
          <p:nvPr userDrawn="1"/>
        </p:nvGrpSpPr>
        <p:grpSpPr>
          <a:xfrm>
            <a:off x="8611026" y="498906"/>
            <a:ext cx="3283381" cy="718962"/>
            <a:chOff x="457020" y="572789"/>
            <a:chExt cx="4284663" cy="938213"/>
          </a:xfrm>
        </p:grpSpPr>
        <p:grpSp>
          <p:nvGrpSpPr>
            <p:cNvPr id="3" name="Grupo 2">
              <a:extLst>
                <a:ext uri="{FF2B5EF4-FFF2-40B4-BE49-F238E27FC236}">
                  <a16:creationId xmlns:a16="http://schemas.microsoft.com/office/drawing/2014/main" id="{5B1B1506-2EC0-4053-A134-532A6E4C6FC1}"/>
                </a:ext>
              </a:extLst>
            </p:cNvPr>
            <p:cNvGrpSpPr/>
            <p:nvPr userDrawn="1"/>
          </p:nvGrpSpPr>
          <p:grpSpPr>
            <a:xfrm>
              <a:off x="2741433" y="842664"/>
              <a:ext cx="2000250" cy="411162"/>
              <a:chOff x="6094413" y="2516188"/>
              <a:chExt cx="2000250" cy="411162"/>
            </a:xfrm>
          </p:grpSpPr>
          <p:sp>
            <p:nvSpPr>
              <p:cNvPr id="5" name="Freeform 7">
                <a:extLst>
                  <a:ext uri="{FF2B5EF4-FFF2-40B4-BE49-F238E27FC236}">
                    <a16:creationId xmlns:a16="http://schemas.microsoft.com/office/drawing/2014/main" id="{00AB674E-66D6-436A-B13D-36DD6E21DF2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 name="Freeform 8">
                <a:extLst>
                  <a:ext uri="{FF2B5EF4-FFF2-40B4-BE49-F238E27FC236}">
                    <a16:creationId xmlns:a16="http://schemas.microsoft.com/office/drawing/2014/main" id="{FBB52E3F-8797-47B9-995C-654FB8398803}"/>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 name="Freeform 9">
                <a:extLst>
                  <a:ext uri="{FF2B5EF4-FFF2-40B4-BE49-F238E27FC236}">
                    <a16:creationId xmlns:a16="http://schemas.microsoft.com/office/drawing/2014/main" id="{74BC918B-F22A-420B-BDB7-1346B1EF887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 name="Rectangle 10">
                <a:extLst>
                  <a:ext uri="{FF2B5EF4-FFF2-40B4-BE49-F238E27FC236}">
                    <a16:creationId xmlns:a16="http://schemas.microsoft.com/office/drawing/2014/main" id="{A9BE61AF-6C04-4308-BE87-8020DE6B899F}"/>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9" name="Freeform 11">
                <a:extLst>
                  <a:ext uri="{FF2B5EF4-FFF2-40B4-BE49-F238E27FC236}">
                    <a16:creationId xmlns:a16="http://schemas.microsoft.com/office/drawing/2014/main" id="{6FD1E2D2-3349-4435-A01A-3DB1D7641A1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 name="Freeform 12">
                <a:extLst>
                  <a:ext uri="{FF2B5EF4-FFF2-40B4-BE49-F238E27FC236}">
                    <a16:creationId xmlns:a16="http://schemas.microsoft.com/office/drawing/2014/main" id="{495CCA5A-0454-416A-A3D7-5EC73A67AE96}"/>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 name="Freeform 13">
                <a:extLst>
                  <a:ext uri="{FF2B5EF4-FFF2-40B4-BE49-F238E27FC236}">
                    <a16:creationId xmlns:a16="http://schemas.microsoft.com/office/drawing/2014/main" id="{E2D04B9C-8C21-492D-8B72-349703DFE02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 name="Freeform 14">
                <a:extLst>
                  <a:ext uri="{FF2B5EF4-FFF2-40B4-BE49-F238E27FC236}">
                    <a16:creationId xmlns:a16="http://schemas.microsoft.com/office/drawing/2014/main" id="{DBD0D204-18FA-48AC-9F15-1B17807F63B2}"/>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 name="Rectangle 15">
                <a:extLst>
                  <a:ext uri="{FF2B5EF4-FFF2-40B4-BE49-F238E27FC236}">
                    <a16:creationId xmlns:a16="http://schemas.microsoft.com/office/drawing/2014/main" id="{48BB0663-10C4-45D6-912B-BE33D011AC34}"/>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 name="Freeform 16">
                <a:extLst>
                  <a:ext uri="{FF2B5EF4-FFF2-40B4-BE49-F238E27FC236}">
                    <a16:creationId xmlns:a16="http://schemas.microsoft.com/office/drawing/2014/main" id="{B28D2408-4EEE-4C83-ADBE-3D4A72B9861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 name="Freeform 17">
                <a:extLst>
                  <a:ext uri="{FF2B5EF4-FFF2-40B4-BE49-F238E27FC236}">
                    <a16:creationId xmlns:a16="http://schemas.microsoft.com/office/drawing/2014/main" id="{31C7D52E-07E4-4314-A0B8-4CA66ECA5DB2}"/>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 name="Freeform 18">
                <a:extLst>
                  <a:ext uri="{FF2B5EF4-FFF2-40B4-BE49-F238E27FC236}">
                    <a16:creationId xmlns:a16="http://schemas.microsoft.com/office/drawing/2014/main" id="{6D787CB0-73F5-4DFB-AD79-ECC561AAE44C}"/>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 name="Freeform 19">
                <a:extLst>
                  <a:ext uri="{FF2B5EF4-FFF2-40B4-BE49-F238E27FC236}">
                    <a16:creationId xmlns:a16="http://schemas.microsoft.com/office/drawing/2014/main" id="{73FD8662-F547-4290-8A3C-5C067AB2792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20">
                <a:extLst>
                  <a:ext uri="{FF2B5EF4-FFF2-40B4-BE49-F238E27FC236}">
                    <a16:creationId xmlns:a16="http://schemas.microsoft.com/office/drawing/2014/main" id="{484DFFA0-7F13-4C12-82D4-9AA17E5FCCB8}"/>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21">
                <a:extLst>
                  <a:ext uri="{FF2B5EF4-FFF2-40B4-BE49-F238E27FC236}">
                    <a16:creationId xmlns:a16="http://schemas.microsoft.com/office/drawing/2014/main" id="{B9DD2D4B-05A6-4261-868B-9FBCDA8CB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22">
                <a:extLst>
                  <a:ext uri="{FF2B5EF4-FFF2-40B4-BE49-F238E27FC236}">
                    <a16:creationId xmlns:a16="http://schemas.microsoft.com/office/drawing/2014/main" id="{D74FEA35-DE1B-4CB3-8CF0-28ABD4FF88B7}"/>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23">
                <a:extLst>
                  <a:ext uri="{FF2B5EF4-FFF2-40B4-BE49-F238E27FC236}">
                    <a16:creationId xmlns:a16="http://schemas.microsoft.com/office/drawing/2014/main" id="{87B5FFC7-045A-4A0A-A362-C5A1F307D29B}"/>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24">
                <a:extLst>
                  <a:ext uri="{FF2B5EF4-FFF2-40B4-BE49-F238E27FC236}">
                    <a16:creationId xmlns:a16="http://schemas.microsoft.com/office/drawing/2014/main" id="{C2251D1F-7E3B-4EBA-B510-2DE52B6DC8AC}"/>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Rectangle 25">
                <a:extLst>
                  <a:ext uri="{FF2B5EF4-FFF2-40B4-BE49-F238E27FC236}">
                    <a16:creationId xmlns:a16="http://schemas.microsoft.com/office/drawing/2014/main" id="{4A100956-1D90-49BA-AA8E-7B4E926EF9D9}"/>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26">
                <a:extLst>
                  <a:ext uri="{FF2B5EF4-FFF2-40B4-BE49-F238E27FC236}">
                    <a16:creationId xmlns:a16="http://schemas.microsoft.com/office/drawing/2014/main" id="{77382A0C-191D-4EF2-881C-78BEEA641AEE}"/>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27">
                <a:extLst>
                  <a:ext uri="{FF2B5EF4-FFF2-40B4-BE49-F238E27FC236}">
                    <a16:creationId xmlns:a16="http://schemas.microsoft.com/office/drawing/2014/main" id="{4EF5BC1E-DBC1-40E9-988F-A168296DCB25}"/>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28">
                <a:extLst>
                  <a:ext uri="{FF2B5EF4-FFF2-40B4-BE49-F238E27FC236}">
                    <a16:creationId xmlns:a16="http://schemas.microsoft.com/office/drawing/2014/main" id="{A1A7BCFB-498E-4578-B93F-9F9D083F589C}"/>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29">
                <a:extLst>
                  <a:ext uri="{FF2B5EF4-FFF2-40B4-BE49-F238E27FC236}">
                    <a16:creationId xmlns:a16="http://schemas.microsoft.com/office/drawing/2014/main" id="{8F927511-308C-432C-AA39-74974587760A}"/>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8" name="Freeform 30">
                <a:extLst>
                  <a:ext uri="{FF2B5EF4-FFF2-40B4-BE49-F238E27FC236}">
                    <a16:creationId xmlns:a16="http://schemas.microsoft.com/office/drawing/2014/main" id="{C1B816ED-99AE-4F8C-AC0D-92077C2F28EB}"/>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9" name="Freeform 31">
                <a:extLst>
                  <a:ext uri="{FF2B5EF4-FFF2-40B4-BE49-F238E27FC236}">
                    <a16:creationId xmlns:a16="http://schemas.microsoft.com/office/drawing/2014/main" id="{82F9B0CD-48C0-4D62-B3D9-5469A1967DFB}"/>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0" name="Freeform 32">
                <a:extLst>
                  <a:ext uri="{FF2B5EF4-FFF2-40B4-BE49-F238E27FC236}">
                    <a16:creationId xmlns:a16="http://schemas.microsoft.com/office/drawing/2014/main" id="{6E10C40E-D65D-4FDF-B536-888A7296C8F3}"/>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33">
                <a:extLst>
                  <a:ext uri="{FF2B5EF4-FFF2-40B4-BE49-F238E27FC236}">
                    <a16:creationId xmlns:a16="http://schemas.microsoft.com/office/drawing/2014/main" id="{A2F2A63F-3645-455C-A196-604BE806128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34">
                <a:extLst>
                  <a:ext uri="{FF2B5EF4-FFF2-40B4-BE49-F238E27FC236}">
                    <a16:creationId xmlns:a16="http://schemas.microsoft.com/office/drawing/2014/main" id="{3B122198-1065-410F-BC3C-CF9569E696A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35">
                <a:extLst>
                  <a:ext uri="{FF2B5EF4-FFF2-40B4-BE49-F238E27FC236}">
                    <a16:creationId xmlns:a16="http://schemas.microsoft.com/office/drawing/2014/main" id="{8303CCE6-84E2-471C-91E8-74CF49C85827}"/>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36">
                <a:extLst>
                  <a:ext uri="{FF2B5EF4-FFF2-40B4-BE49-F238E27FC236}">
                    <a16:creationId xmlns:a16="http://schemas.microsoft.com/office/drawing/2014/main" id="{2EC50E89-8E7E-495C-8B0B-CDFC3C1BED43}"/>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7C411C7C-DEC0-4A48-BBC5-725C2282F7EC}"/>
                </a:ext>
              </a:extLst>
            </p:cNvPr>
            <p:cNvGrpSpPr/>
            <p:nvPr userDrawn="1"/>
          </p:nvGrpSpPr>
          <p:grpSpPr>
            <a:xfrm>
              <a:off x="457020" y="572789"/>
              <a:ext cx="1931988" cy="938213"/>
              <a:chOff x="3838575" y="2246313"/>
              <a:chExt cx="1931988" cy="938213"/>
            </a:xfrm>
          </p:grpSpPr>
          <p:sp>
            <p:nvSpPr>
              <p:cNvPr id="36" name="Rectangle 5">
                <a:extLst>
                  <a:ext uri="{FF2B5EF4-FFF2-40B4-BE49-F238E27FC236}">
                    <a16:creationId xmlns:a16="http://schemas.microsoft.com/office/drawing/2014/main" id="{60BCBD20-7B14-4CD9-88A3-CD89A42605BF}"/>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37">
                <a:extLst>
                  <a:ext uri="{FF2B5EF4-FFF2-40B4-BE49-F238E27FC236}">
                    <a16:creationId xmlns:a16="http://schemas.microsoft.com/office/drawing/2014/main" id="{70632B76-7EEA-4510-A4D9-D416F750DC00}"/>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8" name="Freeform 38">
                <a:extLst>
                  <a:ext uri="{FF2B5EF4-FFF2-40B4-BE49-F238E27FC236}">
                    <a16:creationId xmlns:a16="http://schemas.microsoft.com/office/drawing/2014/main" id="{E3C856A7-42C7-40A6-A72C-7E5B9F4BC33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6185729" y="5713063"/>
            <a:ext cx="5768146" cy="400050"/>
          </a:xfrm>
          <a:prstGeom prst="rect">
            <a:avLst/>
          </a:prstGeom>
        </p:spPr>
        <p:txBody>
          <a:bodyPr anchor="ctr"/>
          <a:lstStyle>
            <a:lvl1pPr marL="0" indent="0" algn="l">
              <a:buNone/>
              <a:defRPr sz="2400" b="1">
                <a:solidFill>
                  <a:schemeClr val="accent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Nombre Expositor</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0" y="4021233"/>
            <a:ext cx="12191999" cy="673870"/>
          </a:xfrm>
          <a:prstGeom prst="rect">
            <a:avLst/>
          </a:prstGeom>
        </p:spPr>
        <p:txBody>
          <a:bodyPr/>
          <a:lstStyle>
            <a:lvl1pPr marL="0" indent="0" algn="ctr">
              <a:buNone/>
              <a:tabLst>
                <a:tab pos="3771900" algn="l"/>
              </a:tabLst>
              <a:defRPr sz="44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75" name="Marcador de texto 42">
            <a:extLst>
              <a:ext uri="{FF2B5EF4-FFF2-40B4-BE49-F238E27FC236}">
                <a16:creationId xmlns:a16="http://schemas.microsoft.com/office/drawing/2014/main" id="{64E17E5A-4ACC-474B-BF94-E2CB13D2BBEB}"/>
              </a:ext>
            </a:extLst>
          </p:cNvPr>
          <p:cNvSpPr>
            <a:spLocks noGrp="1"/>
          </p:cNvSpPr>
          <p:nvPr>
            <p:ph type="body" sz="quarter" idx="12" hasCustomPrompt="1"/>
          </p:nvPr>
        </p:nvSpPr>
        <p:spPr>
          <a:xfrm>
            <a:off x="6185729" y="5999473"/>
            <a:ext cx="5768146" cy="400050"/>
          </a:xfrm>
          <a:prstGeom prst="rect">
            <a:avLst/>
          </a:prstGeom>
        </p:spPr>
        <p:txBody>
          <a:bodyPr anchor="ctr"/>
          <a:lstStyle>
            <a:lvl1pPr marL="0" indent="0" algn="l">
              <a:buNone/>
              <a:defRPr sz="1800" b="0">
                <a:solidFill>
                  <a:schemeClr val="accent1"/>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Cargo Expositor</a:t>
            </a:r>
            <a:endParaRPr lang="es-CL" dirty="0"/>
          </a:p>
        </p:txBody>
      </p:sp>
      <p:sp>
        <p:nvSpPr>
          <p:cNvPr id="76" name="Marcador de texto 42">
            <a:extLst>
              <a:ext uri="{FF2B5EF4-FFF2-40B4-BE49-F238E27FC236}">
                <a16:creationId xmlns:a16="http://schemas.microsoft.com/office/drawing/2014/main" id="{50561FA3-6D57-4486-B87F-C4EBE565BFA6}"/>
              </a:ext>
            </a:extLst>
          </p:cNvPr>
          <p:cNvSpPr>
            <a:spLocks noGrp="1"/>
          </p:cNvSpPr>
          <p:nvPr>
            <p:ph type="body" sz="quarter" idx="13" hasCustomPrompt="1"/>
          </p:nvPr>
        </p:nvSpPr>
        <p:spPr>
          <a:xfrm>
            <a:off x="6185729" y="6282152"/>
            <a:ext cx="5768146" cy="400050"/>
          </a:xfrm>
          <a:prstGeom prst="rect">
            <a:avLst/>
          </a:prstGeom>
        </p:spPr>
        <p:txBody>
          <a:bodyPr anchor="ctr"/>
          <a:lstStyle>
            <a:lvl1pPr marL="0" indent="0" algn="l">
              <a:buNone/>
              <a:defRPr sz="1800" spc="300">
                <a:solidFill>
                  <a:schemeClr val="bg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MES Y AÑO</a:t>
            </a:r>
            <a:endParaRPr lang="es-CL" dirty="0"/>
          </a:p>
        </p:txBody>
      </p:sp>
      <p:sp>
        <p:nvSpPr>
          <p:cNvPr id="44" name="Marcador de texto 42">
            <a:extLst>
              <a:ext uri="{FF2B5EF4-FFF2-40B4-BE49-F238E27FC236}">
                <a16:creationId xmlns:a16="http://schemas.microsoft.com/office/drawing/2014/main" id="{84B1BE1A-3D9F-4BDA-941B-9BDCBF817471}"/>
              </a:ext>
            </a:extLst>
          </p:cNvPr>
          <p:cNvSpPr>
            <a:spLocks noGrp="1"/>
          </p:cNvSpPr>
          <p:nvPr>
            <p:ph type="body" sz="quarter" idx="14" hasCustomPrompt="1"/>
          </p:nvPr>
        </p:nvSpPr>
        <p:spPr>
          <a:xfrm>
            <a:off x="0" y="4695103"/>
            <a:ext cx="12192000" cy="673870"/>
          </a:xfrm>
          <a:prstGeom prst="rect">
            <a:avLst/>
          </a:prstGeom>
        </p:spPr>
        <p:txBody>
          <a:bodyPr/>
          <a:lstStyle>
            <a:lvl1pPr marL="0" indent="0" algn="ctr">
              <a:buNone/>
              <a:tabLst>
                <a:tab pos="3771900" algn="l"/>
              </a:tabLst>
              <a:defRPr sz="32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Bajada del Título</a:t>
            </a:r>
            <a:endParaRPr lang="es-CL" dirty="0"/>
          </a:p>
        </p:txBody>
      </p:sp>
    </p:spTree>
    <p:extLst>
      <p:ext uri="{BB962C8B-B14F-4D97-AF65-F5344CB8AC3E}">
        <p14:creationId xmlns:p14="http://schemas.microsoft.com/office/powerpoint/2010/main" val="138910778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_Menu">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3F02B20B-5EF9-4548-ADCB-2DEEDAE69D8B}"/>
              </a:ext>
            </a:extLst>
          </p:cNvPr>
          <p:cNvSpPr>
            <a:spLocks noGrp="1"/>
          </p:cNvSpPr>
          <p:nvPr>
            <p:ph type="body" sz="quarter" idx="10" hasCustomPrompt="1"/>
          </p:nvPr>
        </p:nvSpPr>
        <p:spPr>
          <a:xfrm>
            <a:off x="2360598" y="1171774"/>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 name="Marcador de texto 2">
            <a:extLst>
              <a:ext uri="{FF2B5EF4-FFF2-40B4-BE49-F238E27FC236}">
                <a16:creationId xmlns:a16="http://schemas.microsoft.com/office/drawing/2014/main" id="{1489CB20-7026-4C66-9D3D-47A9AE643FDB}"/>
              </a:ext>
            </a:extLst>
          </p:cNvPr>
          <p:cNvSpPr>
            <a:spLocks noGrp="1"/>
          </p:cNvSpPr>
          <p:nvPr>
            <p:ph type="body" sz="quarter" idx="12" hasCustomPrompt="1"/>
          </p:nvPr>
        </p:nvSpPr>
        <p:spPr>
          <a:xfrm>
            <a:off x="3397111" y="1160333"/>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33" name="Marcador de texto 2">
            <a:extLst>
              <a:ext uri="{FF2B5EF4-FFF2-40B4-BE49-F238E27FC236}">
                <a16:creationId xmlns:a16="http://schemas.microsoft.com/office/drawing/2014/main" id="{AC41B7BD-08DF-41D7-B42F-DCFFEC004A5C}"/>
              </a:ext>
            </a:extLst>
          </p:cNvPr>
          <p:cNvSpPr>
            <a:spLocks noGrp="1"/>
          </p:cNvSpPr>
          <p:nvPr>
            <p:ph type="body" sz="quarter" idx="20" hasCustomPrompt="1"/>
          </p:nvPr>
        </p:nvSpPr>
        <p:spPr>
          <a:xfrm>
            <a:off x="2360598" y="2016298"/>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02</a:t>
            </a:r>
            <a:endParaRPr lang="es-CL" dirty="0"/>
          </a:p>
        </p:txBody>
      </p:sp>
      <p:sp>
        <p:nvSpPr>
          <p:cNvPr id="34" name="Marcador de texto 2">
            <a:extLst>
              <a:ext uri="{FF2B5EF4-FFF2-40B4-BE49-F238E27FC236}">
                <a16:creationId xmlns:a16="http://schemas.microsoft.com/office/drawing/2014/main" id="{AF49C6D5-43A8-4563-890A-A782D687FFDB}"/>
              </a:ext>
            </a:extLst>
          </p:cNvPr>
          <p:cNvSpPr>
            <a:spLocks noGrp="1"/>
          </p:cNvSpPr>
          <p:nvPr>
            <p:ph type="body" sz="quarter" idx="21" hasCustomPrompt="1"/>
          </p:nvPr>
        </p:nvSpPr>
        <p:spPr>
          <a:xfrm>
            <a:off x="3397111" y="200485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36" name="Marcador de texto 2">
            <a:extLst>
              <a:ext uri="{FF2B5EF4-FFF2-40B4-BE49-F238E27FC236}">
                <a16:creationId xmlns:a16="http://schemas.microsoft.com/office/drawing/2014/main" id="{3F880F4B-F1E5-4EC6-BCB0-E2249B4CEB21}"/>
              </a:ext>
            </a:extLst>
          </p:cNvPr>
          <p:cNvSpPr>
            <a:spLocks noGrp="1"/>
          </p:cNvSpPr>
          <p:nvPr>
            <p:ph type="body" sz="quarter" idx="22" hasCustomPrompt="1"/>
          </p:nvPr>
        </p:nvSpPr>
        <p:spPr>
          <a:xfrm>
            <a:off x="2360598" y="2886460"/>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03</a:t>
            </a:r>
            <a:endParaRPr lang="es-CL" dirty="0"/>
          </a:p>
        </p:txBody>
      </p:sp>
      <p:sp>
        <p:nvSpPr>
          <p:cNvPr id="37" name="Marcador de texto 2">
            <a:extLst>
              <a:ext uri="{FF2B5EF4-FFF2-40B4-BE49-F238E27FC236}">
                <a16:creationId xmlns:a16="http://schemas.microsoft.com/office/drawing/2014/main" id="{CEBFBD63-AE77-4F67-B163-EC7E1F45FB2F}"/>
              </a:ext>
            </a:extLst>
          </p:cNvPr>
          <p:cNvSpPr>
            <a:spLocks noGrp="1"/>
          </p:cNvSpPr>
          <p:nvPr>
            <p:ph type="body" sz="quarter" idx="23" hasCustomPrompt="1"/>
          </p:nvPr>
        </p:nvSpPr>
        <p:spPr>
          <a:xfrm>
            <a:off x="3397111" y="2875019"/>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2" name="Marcador de texto 2">
            <a:extLst>
              <a:ext uri="{FF2B5EF4-FFF2-40B4-BE49-F238E27FC236}">
                <a16:creationId xmlns:a16="http://schemas.microsoft.com/office/drawing/2014/main" id="{D8B1C6B4-3BF9-4F24-A09D-8A80F122A4DD}"/>
              </a:ext>
            </a:extLst>
          </p:cNvPr>
          <p:cNvSpPr>
            <a:spLocks noGrp="1"/>
          </p:cNvSpPr>
          <p:nvPr>
            <p:ph type="body" sz="quarter" idx="26" hasCustomPrompt="1"/>
          </p:nvPr>
        </p:nvSpPr>
        <p:spPr>
          <a:xfrm>
            <a:off x="2360598" y="3765156"/>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04</a:t>
            </a:r>
            <a:endParaRPr lang="es-CL" dirty="0"/>
          </a:p>
        </p:txBody>
      </p:sp>
      <p:sp>
        <p:nvSpPr>
          <p:cNvPr id="43" name="Marcador de texto 2">
            <a:extLst>
              <a:ext uri="{FF2B5EF4-FFF2-40B4-BE49-F238E27FC236}">
                <a16:creationId xmlns:a16="http://schemas.microsoft.com/office/drawing/2014/main" id="{B60AC8FC-2908-4FCD-9C1C-AE1A5122EAFA}"/>
              </a:ext>
            </a:extLst>
          </p:cNvPr>
          <p:cNvSpPr>
            <a:spLocks noGrp="1"/>
          </p:cNvSpPr>
          <p:nvPr>
            <p:ph type="body" sz="quarter" idx="27" hasCustomPrompt="1"/>
          </p:nvPr>
        </p:nvSpPr>
        <p:spPr>
          <a:xfrm>
            <a:off x="3397111" y="3753724"/>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5" name="Marcador de texto 2">
            <a:extLst>
              <a:ext uri="{FF2B5EF4-FFF2-40B4-BE49-F238E27FC236}">
                <a16:creationId xmlns:a16="http://schemas.microsoft.com/office/drawing/2014/main" id="{8FD3AA44-93C5-4C7F-878F-02F67B5C3DC1}"/>
              </a:ext>
            </a:extLst>
          </p:cNvPr>
          <p:cNvSpPr>
            <a:spLocks noGrp="1"/>
          </p:cNvSpPr>
          <p:nvPr>
            <p:ph type="body" sz="quarter" idx="28" hasCustomPrompt="1"/>
          </p:nvPr>
        </p:nvSpPr>
        <p:spPr>
          <a:xfrm>
            <a:off x="2360598" y="4611529"/>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05</a:t>
            </a:r>
            <a:endParaRPr lang="es-CL" dirty="0"/>
          </a:p>
        </p:txBody>
      </p:sp>
      <p:sp>
        <p:nvSpPr>
          <p:cNvPr id="46" name="Marcador de texto 2">
            <a:extLst>
              <a:ext uri="{FF2B5EF4-FFF2-40B4-BE49-F238E27FC236}">
                <a16:creationId xmlns:a16="http://schemas.microsoft.com/office/drawing/2014/main" id="{796AC2B5-8F8F-4488-AA02-FE18C3CDA5B7}"/>
              </a:ext>
            </a:extLst>
          </p:cNvPr>
          <p:cNvSpPr>
            <a:spLocks noGrp="1"/>
          </p:cNvSpPr>
          <p:nvPr>
            <p:ph type="body" sz="quarter" idx="29" hasCustomPrompt="1"/>
          </p:nvPr>
        </p:nvSpPr>
        <p:spPr>
          <a:xfrm>
            <a:off x="3397111" y="460009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8" name="Marcador de texto 2">
            <a:extLst>
              <a:ext uri="{FF2B5EF4-FFF2-40B4-BE49-F238E27FC236}">
                <a16:creationId xmlns:a16="http://schemas.microsoft.com/office/drawing/2014/main" id="{5FF25D75-6C57-45F1-AFF1-2195AB401A97}"/>
              </a:ext>
            </a:extLst>
          </p:cNvPr>
          <p:cNvSpPr>
            <a:spLocks noGrp="1"/>
          </p:cNvSpPr>
          <p:nvPr>
            <p:ph type="body" sz="quarter" idx="30" hasCustomPrompt="1"/>
          </p:nvPr>
        </p:nvSpPr>
        <p:spPr>
          <a:xfrm>
            <a:off x="2360598" y="5466449"/>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06</a:t>
            </a:r>
            <a:endParaRPr lang="es-CL" dirty="0"/>
          </a:p>
        </p:txBody>
      </p:sp>
      <p:sp>
        <p:nvSpPr>
          <p:cNvPr id="49" name="Marcador de texto 2">
            <a:extLst>
              <a:ext uri="{FF2B5EF4-FFF2-40B4-BE49-F238E27FC236}">
                <a16:creationId xmlns:a16="http://schemas.microsoft.com/office/drawing/2014/main" id="{F4A9DA19-EFC7-491F-81D9-89868D44390F}"/>
              </a:ext>
            </a:extLst>
          </p:cNvPr>
          <p:cNvSpPr>
            <a:spLocks noGrp="1"/>
          </p:cNvSpPr>
          <p:nvPr>
            <p:ph type="body" sz="quarter" idx="31" hasCustomPrompt="1"/>
          </p:nvPr>
        </p:nvSpPr>
        <p:spPr>
          <a:xfrm>
            <a:off x="3397111" y="545501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pic>
        <p:nvPicPr>
          <p:cNvPr id="3" name="Imagen 2">
            <a:extLst>
              <a:ext uri="{FF2B5EF4-FFF2-40B4-BE49-F238E27FC236}">
                <a16:creationId xmlns:a16="http://schemas.microsoft.com/office/drawing/2014/main" id="{B2B59E48-79D4-489E-9C99-A9990F7CF6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10758"/>
            <a:ext cx="1611517" cy="6858000"/>
          </a:xfrm>
          <a:prstGeom prst="rect">
            <a:avLst/>
          </a:prstGeom>
        </p:spPr>
      </p:pic>
      <p:grpSp>
        <p:nvGrpSpPr>
          <p:cNvPr id="73" name="Grupo 72">
            <a:extLst>
              <a:ext uri="{FF2B5EF4-FFF2-40B4-BE49-F238E27FC236}">
                <a16:creationId xmlns:a16="http://schemas.microsoft.com/office/drawing/2014/main" id="{C57F0DD5-4E47-40D8-BC15-9AC7527AEDD0}"/>
              </a:ext>
            </a:extLst>
          </p:cNvPr>
          <p:cNvGrpSpPr/>
          <p:nvPr userDrawn="1"/>
        </p:nvGrpSpPr>
        <p:grpSpPr>
          <a:xfrm>
            <a:off x="260637" y="160236"/>
            <a:ext cx="1086071" cy="910924"/>
            <a:chOff x="137601" y="239283"/>
            <a:chExt cx="897579" cy="752830"/>
          </a:xfrm>
          <a:solidFill>
            <a:schemeClr val="bg2"/>
          </a:solidFill>
        </p:grpSpPr>
        <p:sp>
          <p:nvSpPr>
            <p:cNvPr id="74" name="Freeform 109">
              <a:extLst>
                <a:ext uri="{FF2B5EF4-FFF2-40B4-BE49-F238E27FC236}">
                  <a16:creationId xmlns:a16="http://schemas.microsoft.com/office/drawing/2014/main" id="{9E09FA03-1EEA-4349-8A15-18EEC800B31C}"/>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5" name="Freeform 110">
              <a:extLst>
                <a:ext uri="{FF2B5EF4-FFF2-40B4-BE49-F238E27FC236}">
                  <a16:creationId xmlns:a16="http://schemas.microsoft.com/office/drawing/2014/main" id="{9FB92F10-C235-4A99-A153-D9FCB435E5D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6" name="Grupo 75">
              <a:extLst>
                <a:ext uri="{FF2B5EF4-FFF2-40B4-BE49-F238E27FC236}">
                  <a16:creationId xmlns:a16="http://schemas.microsoft.com/office/drawing/2014/main" id="{79A2D63D-0707-4220-BACD-1A515A395B31}"/>
                </a:ext>
              </a:extLst>
            </p:cNvPr>
            <p:cNvGrpSpPr/>
            <p:nvPr userDrawn="1"/>
          </p:nvGrpSpPr>
          <p:grpSpPr>
            <a:xfrm>
              <a:off x="137601" y="474669"/>
              <a:ext cx="897579" cy="326700"/>
              <a:chOff x="137601" y="474669"/>
              <a:chExt cx="897579" cy="326700"/>
            </a:xfrm>
            <a:grpFill/>
          </p:grpSpPr>
          <p:sp>
            <p:nvSpPr>
              <p:cNvPr id="87" name="Freeform 111">
                <a:extLst>
                  <a:ext uri="{FF2B5EF4-FFF2-40B4-BE49-F238E27FC236}">
                    <a16:creationId xmlns:a16="http://schemas.microsoft.com/office/drawing/2014/main" id="{53266A3A-1783-4E51-9670-AE893788798E}"/>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2">
                <a:extLst>
                  <a:ext uri="{FF2B5EF4-FFF2-40B4-BE49-F238E27FC236}">
                    <a16:creationId xmlns:a16="http://schemas.microsoft.com/office/drawing/2014/main" id="{5FE732ED-C46D-4AE4-82D1-4911BD618342}"/>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3">
                <a:extLst>
                  <a:ext uri="{FF2B5EF4-FFF2-40B4-BE49-F238E27FC236}">
                    <a16:creationId xmlns:a16="http://schemas.microsoft.com/office/drawing/2014/main" id="{2D5E0327-F2EE-4D7C-83C7-4DCB6CA9674E}"/>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4">
                <a:extLst>
                  <a:ext uri="{FF2B5EF4-FFF2-40B4-BE49-F238E27FC236}">
                    <a16:creationId xmlns:a16="http://schemas.microsoft.com/office/drawing/2014/main" id="{CA188C7F-6727-4298-AE44-66B3530CDCE8}"/>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5">
                <a:extLst>
                  <a:ext uri="{FF2B5EF4-FFF2-40B4-BE49-F238E27FC236}">
                    <a16:creationId xmlns:a16="http://schemas.microsoft.com/office/drawing/2014/main" id="{7B6BF606-9E33-4029-8A5B-0BAED7A65D4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6">
                <a:extLst>
                  <a:ext uri="{FF2B5EF4-FFF2-40B4-BE49-F238E27FC236}">
                    <a16:creationId xmlns:a16="http://schemas.microsoft.com/office/drawing/2014/main" id="{B8FC23C2-2C03-4763-8564-779B51619568}"/>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7">
                <a:extLst>
                  <a:ext uri="{FF2B5EF4-FFF2-40B4-BE49-F238E27FC236}">
                    <a16:creationId xmlns:a16="http://schemas.microsoft.com/office/drawing/2014/main" id="{D715F00F-6E90-4F9E-943C-819161876679}"/>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18">
                <a:extLst>
                  <a:ext uri="{FF2B5EF4-FFF2-40B4-BE49-F238E27FC236}">
                    <a16:creationId xmlns:a16="http://schemas.microsoft.com/office/drawing/2014/main" id="{F7664B0F-B11B-4293-8F83-69713E0552C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19">
                <a:extLst>
                  <a:ext uri="{FF2B5EF4-FFF2-40B4-BE49-F238E27FC236}">
                    <a16:creationId xmlns:a16="http://schemas.microsoft.com/office/drawing/2014/main" id="{8F0612F2-9E25-412B-9204-625B615C285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0">
                <a:extLst>
                  <a:ext uri="{FF2B5EF4-FFF2-40B4-BE49-F238E27FC236}">
                    <a16:creationId xmlns:a16="http://schemas.microsoft.com/office/drawing/2014/main" id="{0A0163BF-ADFF-4B0A-9B30-0CA06E7209C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1">
                <a:extLst>
                  <a:ext uri="{FF2B5EF4-FFF2-40B4-BE49-F238E27FC236}">
                    <a16:creationId xmlns:a16="http://schemas.microsoft.com/office/drawing/2014/main" id="{26E7A3F5-0749-4171-B431-054CB2367FCB}"/>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2">
                <a:extLst>
                  <a:ext uri="{FF2B5EF4-FFF2-40B4-BE49-F238E27FC236}">
                    <a16:creationId xmlns:a16="http://schemas.microsoft.com/office/drawing/2014/main" id="{B69D9636-6B41-4C44-AA50-C163EDC0AE9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3">
                <a:extLst>
                  <a:ext uri="{FF2B5EF4-FFF2-40B4-BE49-F238E27FC236}">
                    <a16:creationId xmlns:a16="http://schemas.microsoft.com/office/drawing/2014/main" id="{D06811DE-0803-4CCF-8FF4-9BE7195B898F}"/>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4">
                <a:extLst>
                  <a:ext uri="{FF2B5EF4-FFF2-40B4-BE49-F238E27FC236}">
                    <a16:creationId xmlns:a16="http://schemas.microsoft.com/office/drawing/2014/main" id="{156477C2-82B5-46A7-B4A3-E663BE4499F9}"/>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5">
                <a:extLst>
                  <a:ext uri="{FF2B5EF4-FFF2-40B4-BE49-F238E27FC236}">
                    <a16:creationId xmlns:a16="http://schemas.microsoft.com/office/drawing/2014/main" id="{DE8FE1C1-BA46-4776-B3EC-FB47F5161AD6}"/>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2" name="Freeform 126">
                <a:extLst>
                  <a:ext uri="{FF2B5EF4-FFF2-40B4-BE49-F238E27FC236}">
                    <a16:creationId xmlns:a16="http://schemas.microsoft.com/office/drawing/2014/main" id="{CB03B7AF-1D26-4697-8899-D7680CFCCBE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3" name="Freeform 127">
                <a:extLst>
                  <a:ext uri="{FF2B5EF4-FFF2-40B4-BE49-F238E27FC236}">
                    <a16:creationId xmlns:a16="http://schemas.microsoft.com/office/drawing/2014/main" id="{E9812B02-6277-404C-A7DE-01ED0D1824AB}"/>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7" name="Freeform 128">
              <a:extLst>
                <a:ext uri="{FF2B5EF4-FFF2-40B4-BE49-F238E27FC236}">
                  <a16:creationId xmlns:a16="http://schemas.microsoft.com/office/drawing/2014/main" id="{CEA5A31A-2473-4E17-8DCC-43B5CE9E31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29">
              <a:extLst>
                <a:ext uri="{FF2B5EF4-FFF2-40B4-BE49-F238E27FC236}">
                  <a16:creationId xmlns:a16="http://schemas.microsoft.com/office/drawing/2014/main" id="{190371FA-B733-4385-BDCC-5CBB535ACDAE}"/>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0">
              <a:extLst>
                <a:ext uri="{FF2B5EF4-FFF2-40B4-BE49-F238E27FC236}">
                  <a16:creationId xmlns:a16="http://schemas.microsoft.com/office/drawing/2014/main" id="{21D5889B-B5E7-4AE1-93A2-4B293FFAC410}"/>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1">
              <a:extLst>
                <a:ext uri="{FF2B5EF4-FFF2-40B4-BE49-F238E27FC236}">
                  <a16:creationId xmlns:a16="http://schemas.microsoft.com/office/drawing/2014/main" id="{68BEB1B4-371D-4063-8F96-C007E6171E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2">
              <a:extLst>
                <a:ext uri="{FF2B5EF4-FFF2-40B4-BE49-F238E27FC236}">
                  <a16:creationId xmlns:a16="http://schemas.microsoft.com/office/drawing/2014/main" id="{04410E0A-FD6D-42BA-8556-FAA04FEE90F2}"/>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3">
              <a:extLst>
                <a:ext uri="{FF2B5EF4-FFF2-40B4-BE49-F238E27FC236}">
                  <a16:creationId xmlns:a16="http://schemas.microsoft.com/office/drawing/2014/main" id="{182A21BD-DF65-40DC-8C03-92F06534BFC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4">
              <a:extLst>
                <a:ext uri="{FF2B5EF4-FFF2-40B4-BE49-F238E27FC236}">
                  <a16:creationId xmlns:a16="http://schemas.microsoft.com/office/drawing/2014/main" id="{42D20EE6-8419-49A7-A812-A2224F7E41C3}"/>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5">
              <a:extLst>
                <a:ext uri="{FF2B5EF4-FFF2-40B4-BE49-F238E27FC236}">
                  <a16:creationId xmlns:a16="http://schemas.microsoft.com/office/drawing/2014/main" id="{07691D25-746F-4D65-B5B4-B249EDB5312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5" name="Freeform 136">
              <a:extLst>
                <a:ext uri="{FF2B5EF4-FFF2-40B4-BE49-F238E27FC236}">
                  <a16:creationId xmlns:a16="http://schemas.microsoft.com/office/drawing/2014/main" id="{537BA009-3BFA-4382-B9BD-3B71C794C439}"/>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6" name="Freeform 137">
              <a:extLst>
                <a:ext uri="{FF2B5EF4-FFF2-40B4-BE49-F238E27FC236}">
                  <a16:creationId xmlns:a16="http://schemas.microsoft.com/office/drawing/2014/main" id="{59FAC82F-1F19-4D77-8A28-8B7ACA79C21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05" name="Marcador de texto 2">
            <a:extLst>
              <a:ext uri="{FF2B5EF4-FFF2-40B4-BE49-F238E27FC236}">
                <a16:creationId xmlns:a16="http://schemas.microsoft.com/office/drawing/2014/main" id="{C3BE6599-1231-4DAE-B41C-2FC83F6028AC}"/>
              </a:ext>
            </a:extLst>
          </p:cNvPr>
          <p:cNvSpPr>
            <a:spLocks noGrp="1"/>
          </p:cNvSpPr>
          <p:nvPr>
            <p:ph type="body" sz="quarter" idx="18" hasCustomPrompt="1"/>
          </p:nvPr>
        </p:nvSpPr>
        <p:spPr>
          <a:xfrm>
            <a:off x="2100263" y="441325"/>
            <a:ext cx="3316424" cy="392648"/>
          </a:xfrm>
          <a:prstGeom prst="rect">
            <a:avLst/>
          </a:prstGeom>
        </p:spPr>
        <p:txBody>
          <a:bodyPr lIns="72000" rIns="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51" name="Marcador de número de diapositiva 70">
            <a:extLst>
              <a:ext uri="{FF2B5EF4-FFF2-40B4-BE49-F238E27FC236}">
                <a16:creationId xmlns:a16="http://schemas.microsoft.com/office/drawing/2014/main" id="{63264F46-D0E8-448F-884F-FA6D252D5029}"/>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52" name="Marcador de texto 2">
            <a:extLst>
              <a:ext uri="{FF2B5EF4-FFF2-40B4-BE49-F238E27FC236}">
                <a16:creationId xmlns:a16="http://schemas.microsoft.com/office/drawing/2014/main" id="{4F2FE148-36BC-467C-B3E9-2388FAADECF8}"/>
              </a:ext>
            </a:extLst>
          </p:cNvPr>
          <p:cNvSpPr>
            <a:spLocks noGrp="1"/>
          </p:cNvSpPr>
          <p:nvPr>
            <p:ph type="body" sz="quarter" idx="32" hasCustomPrompt="1"/>
          </p:nvPr>
        </p:nvSpPr>
        <p:spPr>
          <a:xfrm>
            <a:off x="3397111" y="1387774"/>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3" name="Marcador de texto 2">
            <a:extLst>
              <a:ext uri="{FF2B5EF4-FFF2-40B4-BE49-F238E27FC236}">
                <a16:creationId xmlns:a16="http://schemas.microsoft.com/office/drawing/2014/main" id="{715C8820-8940-47C6-967B-8C45E618765E}"/>
              </a:ext>
            </a:extLst>
          </p:cNvPr>
          <p:cNvSpPr>
            <a:spLocks noGrp="1"/>
          </p:cNvSpPr>
          <p:nvPr>
            <p:ph type="body" sz="quarter" idx="33" hasCustomPrompt="1"/>
          </p:nvPr>
        </p:nvSpPr>
        <p:spPr>
          <a:xfrm>
            <a:off x="3397111" y="2232298"/>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4" name="Marcador de texto 2">
            <a:extLst>
              <a:ext uri="{FF2B5EF4-FFF2-40B4-BE49-F238E27FC236}">
                <a16:creationId xmlns:a16="http://schemas.microsoft.com/office/drawing/2014/main" id="{20D78B94-C52A-4520-8CC1-B2794795B750}"/>
              </a:ext>
            </a:extLst>
          </p:cNvPr>
          <p:cNvSpPr>
            <a:spLocks noGrp="1"/>
          </p:cNvSpPr>
          <p:nvPr>
            <p:ph type="body" sz="quarter" idx="34" hasCustomPrompt="1"/>
          </p:nvPr>
        </p:nvSpPr>
        <p:spPr>
          <a:xfrm>
            <a:off x="3397111" y="3102460"/>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5" name="Marcador de texto 2">
            <a:extLst>
              <a:ext uri="{FF2B5EF4-FFF2-40B4-BE49-F238E27FC236}">
                <a16:creationId xmlns:a16="http://schemas.microsoft.com/office/drawing/2014/main" id="{BB776279-76A9-4EFA-AA7B-50E72D5F1B56}"/>
              </a:ext>
            </a:extLst>
          </p:cNvPr>
          <p:cNvSpPr>
            <a:spLocks noGrp="1"/>
          </p:cNvSpPr>
          <p:nvPr>
            <p:ph type="body" sz="quarter" idx="35" hasCustomPrompt="1"/>
          </p:nvPr>
        </p:nvSpPr>
        <p:spPr>
          <a:xfrm>
            <a:off x="3397111" y="3981156"/>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6" name="Marcador de texto 2">
            <a:extLst>
              <a:ext uri="{FF2B5EF4-FFF2-40B4-BE49-F238E27FC236}">
                <a16:creationId xmlns:a16="http://schemas.microsoft.com/office/drawing/2014/main" id="{D921326A-014D-4BFC-8A6B-EAD5D02A3055}"/>
              </a:ext>
            </a:extLst>
          </p:cNvPr>
          <p:cNvSpPr>
            <a:spLocks noGrp="1"/>
          </p:cNvSpPr>
          <p:nvPr>
            <p:ph type="body" sz="quarter" idx="36" hasCustomPrompt="1"/>
          </p:nvPr>
        </p:nvSpPr>
        <p:spPr>
          <a:xfrm>
            <a:off x="3397111" y="4827529"/>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7" name="Marcador de texto 2">
            <a:extLst>
              <a:ext uri="{FF2B5EF4-FFF2-40B4-BE49-F238E27FC236}">
                <a16:creationId xmlns:a16="http://schemas.microsoft.com/office/drawing/2014/main" id="{22F5C067-8BC8-429D-A277-E5E429F983DA}"/>
              </a:ext>
            </a:extLst>
          </p:cNvPr>
          <p:cNvSpPr>
            <a:spLocks noGrp="1"/>
          </p:cNvSpPr>
          <p:nvPr>
            <p:ph type="body" sz="quarter" idx="37" hasCustomPrompt="1"/>
          </p:nvPr>
        </p:nvSpPr>
        <p:spPr>
          <a:xfrm>
            <a:off x="3397111" y="5682449"/>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Tree>
    <p:extLst>
      <p:ext uri="{BB962C8B-B14F-4D97-AF65-F5344CB8AC3E}">
        <p14:creationId xmlns:p14="http://schemas.microsoft.com/office/powerpoint/2010/main" val="3177063386"/>
      </p:ext>
    </p:extLst>
  </p:cSld>
  <p:clrMapOvr>
    <a:masterClrMapping/>
  </p:clrMapOvr>
  <p:extLst>
    <p:ext uri="{DCECCB84-F9BA-43D5-87BE-67443E8EF086}">
      <p15:sldGuideLst xmlns:p15="http://schemas.microsoft.com/office/powerpoint/2012/main">
        <p15:guide id="1" pos="3840">
          <p15:clr>
            <a:srgbClr val="FBAE40"/>
          </p15:clr>
        </p15:guide>
        <p15:guide id="2" pos="21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_Portadill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2795090-10F8-4745-BE2E-D23CADD1037C}"/>
              </a:ext>
            </a:extLst>
          </p:cNvPr>
          <p:cNvSpPr/>
          <p:nvPr userDrawn="1"/>
        </p:nvSpPr>
        <p:spPr>
          <a:xfrm>
            <a:off x="0" y="0"/>
            <a:ext cx="1193707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grpSp>
        <p:nvGrpSpPr>
          <p:cNvPr id="7" name="Grupo 6">
            <a:extLst>
              <a:ext uri="{FF2B5EF4-FFF2-40B4-BE49-F238E27FC236}">
                <a16:creationId xmlns:a16="http://schemas.microsoft.com/office/drawing/2014/main" id="{3C822A4C-AD9D-407B-A7C1-7137DFF45ED9}"/>
              </a:ext>
            </a:extLst>
          </p:cNvPr>
          <p:cNvGrpSpPr/>
          <p:nvPr userDrawn="1"/>
        </p:nvGrpSpPr>
        <p:grpSpPr>
          <a:xfrm>
            <a:off x="260637" y="160236"/>
            <a:ext cx="1086071" cy="910924"/>
            <a:chOff x="137601" y="239283"/>
            <a:chExt cx="897579" cy="752830"/>
          </a:xfrm>
          <a:solidFill>
            <a:schemeClr val="bg2"/>
          </a:solidFill>
        </p:grpSpPr>
        <p:sp>
          <p:nvSpPr>
            <p:cNvPr id="8" name="Freeform 109">
              <a:extLst>
                <a:ext uri="{FF2B5EF4-FFF2-40B4-BE49-F238E27FC236}">
                  <a16:creationId xmlns:a16="http://schemas.microsoft.com/office/drawing/2014/main" id="{AC493B2D-40EB-4D8D-8AF7-281B95F9691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 name="Freeform 110">
              <a:extLst>
                <a:ext uri="{FF2B5EF4-FFF2-40B4-BE49-F238E27FC236}">
                  <a16:creationId xmlns:a16="http://schemas.microsoft.com/office/drawing/2014/main" id="{2C7F537E-237C-415C-AF93-71D6B382EE1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0" name="Grupo 9">
              <a:extLst>
                <a:ext uri="{FF2B5EF4-FFF2-40B4-BE49-F238E27FC236}">
                  <a16:creationId xmlns:a16="http://schemas.microsoft.com/office/drawing/2014/main" id="{C9EF538B-C7F8-4ECF-9337-7F0E64DD5226}"/>
                </a:ext>
              </a:extLst>
            </p:cNvPr>
            <p:cNvGrpSpPr/>
            <p:nvPr userDrawn="1"/>
          </p:nvGrpSpPr>
          <p:grpSpPr>
            <a:xfrm>
              <a:off x="137601" y="474669"/>
              <a:ext cx="897579" cy="326700"/>
              <a:chOff x="137601" y="474669"/>
              <a:chExt cx="897579" cy="326700"/>
            </a:xfrm>
            <a:grpFill/>
          </p:grpSpPr>
          <p:sp>
            <p:nvSpPr>
              <p:cNvPr id="21" name="Freeform 111">
                <a:extLst>
                  <a:ext uri="{FF2B5EF4-FFF2-40B4-BE49-F238E27FC236}">
                    <a16:creationId xmlns:a16="http://schemas.microsoft.com/office/drawing/2014/main" id="{8FB1136A-69DA-4AC9-912C-204B85F2AFE4}"/>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12">
                <a:extLst>
                  <a:ext uri="{FF2B5EF4-FFF2-40B4-BE49-F238E27FC236}">
                    <a16:creationId xmlns:a16="http://schemas.microsoft.com/office/drawing/2014/main" id="{CCAF9F50-1367-494C-BD47-4156FCE8AAF6}"/>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13">
                <a:extLst>
                  <a:ext uri="{FF2B5EF4-FFF2-40B4-BE49-F238E27FC236}">
                    <a16:creationId xmlns:a16="http://schemas.microsoft.com/office/drawing/2014/main" id="{DD2FC20F-8894-4253-B9CE-CFF9CA469142}"/>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14">
                <a:extLst>
                  <a:ext uri="{FF2B5EF4-FFF2-40B4-BE49-F238E27FC236}">
                    <a16:creationId xmlns:a16="http://schemas.microsoft.com/office/drawing/2014/main" id="{A77AC86A-28D0-41E6-86FC-CA838031A20F}"/>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15">
                <a:extLst>
                  <a:ext uri="{FF2B5EF4-FFF2-40B4-BE49-F238E27FC236}">
                    <a16:creationId xmlns:a16="http://schemas.microsoft.com/office/drawing/2014/main" id="{D5F9449D-082A-4EB1-8255-E7593AF036F4}"/>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16">
                <a:extLst>
                  <a:ext uri="{FF2B5EF4-FFF2-40B4-BE49-F238E27FC236}">
                    <a16:creationId xmlns:a16="http://schemas.microsoft.com/office/drawing/2014/main" id="{0A47960C-F33C-47B7-AF6C-C28A2A6D57F1}"/>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7" name="Freeform 117">
                <a:extLst>
                  <a:ext uri="{FF2B5EF4-FFF2-40B4-BE49-F238E27FC236}">
                    <a16:creationId xmlns:a16="http://schemas.microsoft.com/office/drawing/2014/main" id="{51B46D70-9DB6-4032-9AF5-F09BDE256D51}"/>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18">
                <a:extLst>
                  <a:ext uri="{FF2B5EF4-FFF2-40B4-BE49-F238E27FC236}">
                    <a16:creationId xmlns:a16="http://schemas.microsoft.com/office/drawing/2014/main" id="{FA34C565-0876-4B74-A0E6-54E9D8D68B45}"/>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9" name="Freeform 119">
                <a:extLst>
                  <a:ext uri="{FF2B5EF4-FFF2-40B4-BE49-F238E27FC236}">
                    <a16:creationId xmlns:a16="http://schemas.microsoft.com/office/drawing/2014/main" id="{2A62373A-BF68-4B1A-A234-412B329A0D8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0" name="Freeform 120">
                <a:extLst>
                  <a:ext uri="{FF2B5EF4-FFF2-40B4-BE49-F238E27FC236}">
                    <a16:creationId xmlns:a16="http://schemas.microsoft.com/office/drawing/2014/main" id="{9047BB06-3113-4431-824F-817A2DB6F77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21">
                <a:extLst>
                  <a:ext uri="{FF2B5EF4-FFF2-40B4-BE49-F238E27FC236}">
                    <a16:creationId xmlns:a16="http://schemas.microsoft.com/office/drawing/2014/main" id="{78DAC996-E48E-43A3-8148-37AD70275CB5}"/>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22">
                <a:extLst>
                  <a:ext uri="{FF2B5EF4-FFF2-40B4-BE49-F238E27FC236}">
                    <a16:creationId xmlns:a16="http://schemas.microsoft.com/office/drawing/2014/main" id="{8C4D9DB6-EEF6-4D68-B83F-FFDC027D39E4}"/>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23">
                <a:extLst>
                  <a:ext uri="{FF2B5EF4-FFF2-40B4-BE49-F238E27FC236}">
                    <a16:creationId xmlns:a16="http://schemas.microsoft.com/office/drawing/2014/main" id="{AB839EC2-B84D-4D8C-BB20-ACACC3AD09CE}"/>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24">
                <a:extLst>
                  <a:ext uri="{FF2B5EF4-FFF2-40B4-BE49-F238E27FC236}">
                    <a16:creationId xmlns:a16="http://schemas.microsoft.com/office/drawing/2014/main" id="{B369989B-745B-403C-ABDB-9FE5FAAF6708}"/>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25">
                <a:extLst>
                  <a:ext uri="{FF2B5EF4-FFF2-40B4-BE49-F238E27FC236}">
                    <a16:creationId xmlns:a16="http://schemas.microsoft.com/office/drawing/2014/main" id="{7EAAA10F-1644-4C5C-BC7F-E42535311463}"/>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26">
                <a:extLst>
                  <a:ext uri="{FF2B5EF4-FFF2-40B4-BE49-F238E27FC236}">
                    <a16:creationId xmlns:a16="http://schemas.microsoft.com/office/drawing/2014/main" id="{2C42D491-72F4-4B4E-A8D8-6BDFAE80581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27">
                <a:extLst>
                  <a:ext uri="{FF2B5EF4-FFF2-40B4-BE49-F238E27FC236}">
                    <a16:creationId xmlns:a16="http://schemas.microsoft.com/office/drawing/2014/main" id="{52D3EA1E-651B-4D5B-8616-2CFD852A6D35}"/>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 name="Freeform 128">
              <a:extLst>
                <a:ext uri="{FF2B5EF4-FFF2-40B4-BE49-F238E27FC236}">
                  <a16:creationId xmlns:a16="http://schemas.microsoft.com/office/drawing/2014/main" id="{054AC02D-751F-402B-A6DF-C8CF4EC3FB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 name="Freeform 129">
              <a:extLst>
                <a:ext uri="{FF2B5EF4-FFF2-40B4-BE49-F238E27FC236}">
                  <a16:creationId xmlns:a16="http://schemas.microsoft.com/office/drawing/2014/main" id="{84AE193F-D249-4ECB-95AA-82589E93E265}"/>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 name="Freeform 130">
              <a:extLst>
                <a:ext uri="{FF2B5EF4-FFF2-40B4-BE49-F238E27FC236}">
                  <a16:creationId xmlns:a16="http://schemas.microsoft.com/office/drawing/2014/main" id="{183B6B43-B270-4850-B2FD-D00D3F6C1754}"/>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4" name="Freeform 131">
              <a:extLst>
                <a:ext uri="{FF2B5EF4-FFF2-40B4-BE49-F238E27FC236}">
                  <a16:creationId xmlns:a16="http://schemas.microsoft.com/office/drawing/2014/main" id="{3A19FFA7-835D-4610-B0B4-1DA4E57EFC5A}"/>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5" name="Freeform 132">
              <a:extLst>
                <a:ext uri="{FF2B5EF4-FFF2-40B4-BE49-F238E27FC236}">
                  <a16:creationId xmlns:a16="http://schemas.microsoft.com/office/drawing/2014/main" id="{ACE56369-9340-4EA2-B684-C5D88CA2931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 name="Freeform 133">
              <a:extLst>
                <a:ext uri="{FF2B5EF4-FFF2-40B4-BE49-F238E27FC236}">
                  <a16:creationId xmlns:a16="http://schemas.microsoft.com/office/drawing/2014/main" id="{19A176F7-003A-4433-8A2F-7BA4A739530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 name="Freeform 134">
              <a:extLst>
                <a:ext uri="{FF2B5EF4-FFF2-40B4-BE49-F238E27FC236}">
                  <a16:creationId xmlns:a16="http://schemas.microsoft.com/office/drawing/2014/main" id="{67822941-02E6-4D25-B2EE-F96003AF377A}"/>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8" name="Freeform 135">
              <a:extLst>
                <a:ext uri="{FF2B5EF4-FFF2-40B4-BE49-F238E27FC236}">
                  <a16:creationId xmlns:a16="http://schemas.microsoft.com/office/drawing/2014/main" id="{C7B320DF-2FBE-4722-8058-80F61D11D7B8}"/>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9" name="Freeform 136">
              <a:extLst>
                <a:ext uri="{FF2B5EF4-FFF2-40B4-BE49-F238E27FC236}">
                  <a16:creationId xmlns:a16="http://schemas.microsoft.com/office/drawing/2014/main" id="{A5EEE385-5472-4055-8070-641686777E10}"/>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0" name="Freeform 137">
              <a:extLst>
                <a:ext uri="{FF2B5EF4-FFF2-40B4-BE49-F238E27FC236}">
                  <a16:creationId xmlns:a16="http://schemas.microsoft.com/office/drawing/2014/main" id="{DD5481C8-E01A-4144-83BA-88958A38D7D1}"/>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4" name="Grupo 103">
            <a:extLst>
              <a:ext uri="{FF2B5EF4-FFF2-40B4-BE49-F238E27FC236}">
                <a16:creationId xmlns:a16="http://schemas.microsoft.com/office/drawing/2014/main" id="{13420AAD-74AE-410D-A497-E3E47790F96C}"/>
              </a:ext>
            </a:extLst>
          </p:cNvPr>
          <p:cNvGrpSpPr/>
          <p:nvPr userDrawn="1"/>
        </p:nvGrpSpPr>
        <p:grpSpPr>
          <a:xfrm>
            <a:off x="10580559" y="518761"/>
            <a:ext cx="1147824" cy="235942"/>
            <a:chOff x="6094413" y="2516188"/>
            <a:chExt cx="2000250" cy="411162"/>
          </a:xfrm>
          <a:solidFill>
            <a:schemeClr val="bg2"/>
          </a:solidFill>
        </p:grpSpPr>
        <p:sp>
          <p:nvSpPr>
            <p:cNvPr id="105" name="Freeform 7">
              <a:extLst>
                <a:ext uri="{FF2B5EF4-FFF2-40B4-BE49-F238E27FC236}">
                  <a16:creationId xmlns:a16="http://schemas.microsoft.com/office/drawing/2014/main" id="{7AEF51AD-BF99-425F-B734-8C2617849A96}"/>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Freeform 8">
              <a:extLst>
                <a:ext uri="{FF2B5EF4-FFF2-40B4-BE49-F238E27FC236}">
                  <a16:creationId xmlns:a16="http://schemas.microsoft.com/office/drawing/2014/main" id="{F10B6F06-5F39-46DA-809C-E3545537E89B}"/>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9">
              <a:extLst>
                <a:ext uri="{FF2B5EF4-FFF2-40B4-BE49-F238E27FC236}">
                  <a16:creationId xmlns:a16="http://schemas.microsoft.com/office/drawing/2014/main" id="{C31777F1-60F0-448D-A184-5F87C69EF6D6}"/>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Rectangle 10">
              <a:extLst>
                <a:ext uri="{FF2B5EF4-FFF2-40B4-BE49-F238E27FC236}">
                  <a16:creationId xmlns:a16="http://schemas.microsoft.com/office/drawing/2014/main" id="{EA2C152F-470E-443A-B788-1D6DEAE88F36}"/>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1">
              <a:extLst>
                <a:ext uri="{FF2B5EF4-FFF2-40B4-BE49-F238E27FC236}">
                  <a16:creationId xmlns:a16="http://schemas.microsoft.com/office/drawing/2014/main" id="{F064D046-A5C1-4CC5-8571-B2E0380C168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2">
              <a:extLst>
                <a:ext uri="{FF2B5EF4-FFF2-40B4-BE49-F238E27FC236}">
                  <a16:creationId xmlns:a16="http://schemas.microsoft.com/office/drawing/2014/main" id="{95076BA6-365D-4310-8875-5A6F40BB547C}"/>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Freeform 13">
              <a:extLst>
                <a:ext uri="{FF2B5EF4-FFF2-40B4-BE49-F238E27FC236}">
                  <a16:creationId xmlns:a16="http://schemas.microsoft.com/office/drawing/2014/main" id="{D7338CFC-9CE5-4773-AEA0-3E9AE68DFB6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4">
              <a:extLst>
                <a:ext uri="{FF2B5EF4-FFF2-40B4-BE49-F238E27FC236}">
                  <a16:creationId xmlns:a16="http://schemas.microsoft.com/office/drawing/2014/main" id="{519F29CE-CEB5-439A-A4FE-C63375F6FC70}"/>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Rectangle 15">
              <a:extLst>
                <a:ext uri="{FF2B5EF4-FFF2-40B4-BE49-F238E27FC236}">
                  <a16:creationId xmlns:a16="http://schemas.microsoft.com/office/drawing/2014/main" id="{8D87395B-008E-4CEE-821D-AF3CC55B0DFE}"/>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6">
              <a:extLst>
                <a:ext uri="{FF2B5EF4-FFF2-40B4-BE49-F238E27FC236}">
                  <a16:creationId xmlns:a16="http://schemas.microsoft.com/office/drawing/2014/main" id="{5272785E-40C6-4984-A2E0-DADCBBFDAA2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7">
              <a:extLst>
                <a:ext uri="{FF2B5EF4-FFF2-40B4-BE49-F238E27FC236}">
                  <a16:creationId xmlns:a16="http://schemas.microsoft.com/office/drawing/2014/main" id="{F3A9EBAB-E2EE-4C97-9A01-1789CDAA112A}"/>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18">
              <a:extLst>
                <a:ext uri="{FF2B5EF4-FFF2-40B4-BE49-F238E27FC236}">
                  <a16:creationId xmlns:a16="http://schemas.microsoft.com/office/drawing/2014/main" id="{CFF2F14C-F6A9-4232-8EF5-F20DF66AC538}"/>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19">
              <a:extLst>
                <a:ext uri="{FF2B5EF4-FFF2-40B4-BE49-F238E27FC236}">
                  <a16:creationId xmlns:a16="http://schemas.microsoft.com/office/drawing/2014/main" id="{CCC5B9C0-486E-4509-B8B1-0D20D26EC66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0">
              <a:extLst>
                <a:ext uri="{FF2B5EF4-FFF2-40B4-BE49-F238E27FC236}">
                  <a16:creationId xmlns:a16="http://schemas.microsoft.com/office/drawing/2014/main" id="{CF13B3A5-4948-49E7-8BCD-6A7DA8AF31D1}"/>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1">
              <a:extLst>
                <a:ext uri="{FF2B5EF4-FFF2-40B4-BE49-F238E27FC236}">
                  <a16:creationId xmlns:a16="http://schemas.microsoft.com/office/drawing/2014/main" id="{4878E800-0D0B-4931-A880-282027548831}"/>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2">
              <a:extLst>
                <a:ext uri="{FF2B5EF4-FFF2-40B4-BE49-F238E27FC236}">
                  <a16:creationId xmlns:a16="http://schemas.microsoft.com/office/drawing/2014/main" id="{AD9A9765-7C8C-46D4-BEC1-3546CEB65E0F}"/>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Freeform 23">
              <a:extLst>
                <a:ext uri="{FF2B5EF4-FFF2-40B4-BE49-F238E27FC236}">
                  <a16:creationId xmlns:a16="http://schemas.microsoft.com/office/drawing/2014/main" id="{CBB04038-032E-4292-B80F-37A9C2BE8FB2}"/>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4">
              <a:extLst>
                <a:ext uri="{FF2B5EF4-FFF2-40B4-BE49-F238E27FC236}">
                  <a16:creationId xmlns:a16="http://schemas.microsoft.com/office/drawing/2014/main" id="{B54CB486-D97D-4100-8002-8B0F257D3882}"/>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Rectangle 25">
              <a:extLst>
                <a:ext uri="{FF2B5EF4-FFF2-40B4-BE49-F238E27FC236}">
                  <a16:creationId xmlns:a16="http://schemas.microsoft.com/office/drawing/2014/main" id="{586FFF76-D124-497B-BABE-3EFBB3C5B7AE}"/>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6">
              <a:extLst>
                <a:ext uri="{FF2B5EF4-FFF2-40B4-BE49-F238E27FC236}">
                  <a16:creationId xmlns:a16="http://schemas.microsoft.com/office/drawing/2014/main" id="{067642E2-F669-4852-944F-D9E2E427C447}"/>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7">
              <a:extLst>
                <a:ext uri="{FF2B5EF4-FFF2-40B4-BE49-F238E27FC236}">
                  <a16:creationId xmlns:a16="http://schemas.microsoft.com/office/drawing/2014/main" id="{6E59239A-7FF0-4648-B96A-2899312A86FD}"/>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28">
              <a:extLst>
                <a:ext uri="{FF2B5EF4-FFF2-40B4-BE49-F238E27FC236}">
                  <a16:creationId xmlns:a16="http://schemas.microsoft.com/office/drawing/2014/main" id="{B5ED75B1-FFCC-4C42-BCC6-F3092E9080AE}"/>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29">
              <a:extLst>
                <a:ext uri="{FF2B5EF4-FFF2-40B4-BE49-F238E27FC236}">
                  <a16:creationId xmlns:a16="http://schemas.microsoft.com/office/drawing/2014/main" id="{C35EF449-2BA3-4502-8937-87A0B50E0334}"/>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0">
              <a:extLst>
                <a:ext uri="{FF2B5EF4-FFF2-40B4-BE49-F238E27FC236}">
                  <a16:creationId xmlns:a16="http://schemas.microsoft.com/office/drawing/2014/main" id="{B352CD5C-720C-4926-A721-9AC5E7C05892}"/>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1">
              <a:extLst>
                <a:ext uri="{FF2B5EF4-FFF2-40B4-BE49-F238E27FC236}">
                  <a16:creationId xmlns:a16="http://schemas.microsoft.com/office/drawing/2014/main" id="{3D1C0A91-7956-4303-BE66-133644EE28BC}"/>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2">
              <a:extLst>
                <a:ext uri="{FF2B5EF4-FFF2-40B4-BE49-F238E27FC236}">
                  <a16:creationId xmlns:a16="http://schemas.microsoft.com/office/drawing/2014/main" id="{6065B88A-8A94-4E59-83E4-06B0EA321546}"/>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3">
              <a:extLst>
                <a:ext uri="{FF2B5EF4-FFF2-40B4-BE49-F238E27FC236}">
                  <a16:creationId xmlns:a16="http://schemas.microsoft.com/office/drawing/2014/main" id="{0BFE1E3F-1A8D-4863-81C9-A339102AA4E1}"/>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4">
              <a:extLst>
                <a:ext uri="{FF2B5EF4-FFF2-40B4-BE49-F238E27FC236}">
                  <a16:creationId xmlns:a16="http://schemas.microsoft.com/office/drawing/2014/main" id="{35EFFDDD-6341-49DC-9AC3-FE95DEF8DD08}"/>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3" name="Freeform 35">
              <a:extLst>
                <a:ext uri="{FF2B5EF4-FFF2-40B4-BE49-F238E27FC236}">
                  <a16:creationId xmlns:a16="http://schemas.microsoft.com/office/drawing/2014/main" id="{BE146320-5638-4CD8-83B6-B28234429C05}"/>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4" name="Freeform 36">
              <a:extLst>
                <a:ext uri="{FF2B5EF4-FFF2-40B4-BE49-F238E27FC236}">
                  <a16:creationId xmlns:a16="http://schemas.microsoft.com/office/drawing/2014/main" id="{03CE0CB8-6E7C-4FEB-A0A0-28E923818DEE}"/>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5" name="Grupo 134">
            <a:extLst>
              <a:ext uri="{FF2B5EF4-FFF2-40B4-BE49-F238E27FC236}">
                <a16:creationId xmlns:a16="http://schemas.microsoft.com/office/drawing/2014/main" id="{5A253E82-27A2-4183-8EF5-BEF0DBC974EE}"/>
              </a:ext>
            </a:extLst>
          </p:cNvPr>
          <p:cNvGrpSpPr/>
          <p:nvPr userDrawn="1"/>
        </p:nvGrpSpPr>
        <p:grpSpPr>
          <a:xfrm>
            <a:off x="9269672" y="352811"/>
            <a:ext cx="1108652" cy="538385"/>
            <a:chOff x="3838575" y="2246313"/>
            <a:chExt cx="1931988" cy="938213"/>
          </a:xfrm>
        </p:grpSpPr>
        <p:sp>
          <p:nvSpPr>
            <p:cNvPr id="136" name="Rectangle 5">
              <a:extLst>
                <a:ext uri="{FF2B5EF4-FFF2-40B4-BE49-F238E27FC236}">
                  <a16:creationId xmlns:a16="http://schemas.microsoft.com/office/drawing/2014/main" id="{9156220A-AF44-4CA1-9150-CC8BA2B1F531}"/>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7" name="Freeform 37">
              <a:extLst>
                <a:ext uri="{FF2B5EF4-FFF2-40B4-BE49-F238E27FC236}">
                  <a16:creationId xmlns:a16="http://schemas.microsoft.com/office/drawing/2014/main" id="{BAD51698-CEE8-47D5-9E82-F78D58E336E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8" name="Freeform 38">
              <a:extLst>
                <a:ext uri="{FF2B5EF4-FFF2-40B4-BE49-F238E27FC236}">
                  <a16:creationId xmlns:a16="http://schemas.microsoft.com/office/drawing/2014/main" id="{075AA5A3-AC80-4A6B-A3A0-11374F83349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43" name="Marcador de texto 2">
            <a:extLst>
              <a:ext uri="{FF2B5EF4-FFF2-40B4-BE49-F238E27FC236}">
                <a16:creationId xmlns:a16="http://schemas.microsoft.com/office/drawing/2014/main" id="{9F6B68FB-2535-48EA-AEE9-209765466B6B}"/>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4" name="Marcador de número de diapositiva 70">
            <a:extLst>
              <a:ext uri="{FF2B5EF4-FFF2-40B4-BE49-F238E27FC236}">
                <a16:creationId xmlns:a16="http://schemas.microsoft.com/office/drawing/2014/main" id="{1C1914F0-4918-414A-8C37-B7E61BBA55C9}"/>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145" name="Marcador de texto 2">
            <a:extLst>
              <a:ext uri="{FF2B5EF4-FFF2-40B4-BE49-F238E27FC236}">
                <a16:creationId xmlns:a16="http://schemas.microsoft.com/office/drawing/2014/main" id="{16A23D30-DC58-4BA7-8A12-7E1F2A10C034}"/>
              </a:ext>
            </a:extLst>
          </p:cNvPr>
          <p:cNvSpPr>
            <a:spLocks noGrp="1"/>
          </p:cNvSpPr>
          <p:nvPr>
            <p:ph type="body" sz="quarter" idx="18" hasCustomPrompt="1"/>
          </p:nvPr>
        </p:nvSpPr>
        <p:spPr>
          <a:xfrm>
            <a:off x="263525" y="1995079"/>
            <a:ext cx="11449050" cy="1707126"/>
          </a:xfrm>
          <a:prstGeom prst="rect">
            <a:avLst/>
          </a:prstGeom>
        </p:spPr>
        <p:txBody>
          <a:bodyPr lIns="72000" tIns="720000" rIns="0" bIns="720000" anchor="ctr"/>
          <a:lstStyle>
            <a:lvl1pPr marL="0" indent="0" algn="ctr">
              <a:lnSpc>
                <a:spcPts val="5200"/>
              </a:lnSpc>
              <a:buNone/>
              <a:defRPr sz="5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portadilla </a:t>
            </a:r>
            <a:br>
              <a:rPr lang="es-ES" dirty="0"/>
            </a:br>
            <a:r>
              <a:rPr lang="es-ES" dirty="0"/>
              <a:t>en altas y bajas</a:t>
            </a:r>
            <a:endParaRPr lang="es-CL" dirty="0"/>
          </a:p>
        </p:txBody>
      </p:sp>
    </p:spTree>
    <p:extLst>
      <p:ext uri="{BB962C8B-B14F-4D97-AF65-F5344CB8AC3E}">
        <p14:creationId xmlns:p14="http://schemas.microsoft.com/office/powerpoint/2010/main" val="309111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6_Interior simple">
    <p:spTree>
      <p:nvGrpSpPr>
        <p:cNvPr id="1" name=""/>
        <p:cNvGrpSpPr/>
        <p:nvPr/>
      </p:nvGrpSpPr>
      <p:grpSpPr>
        <a:xfrm>
          <a:off x="0" y="0"/>
          <a:ext cx="0" cy="0"/>
          <a:chOff x="0" y="0"/>
          <a:chExt cx="0" cy="0"/>
        </a:xfrm>
      </p:grpSpPr>
      <p:sp>
        <p:nvSpPr>
          <p:cNvPr id="4" name="Marcador de número de diapositiva 70">
            <a:extLst>
              <a:ext uri="{FF2B5EF4-FFF2-40B4-BE49-F238E27FC236}">
                <a16:creationId xmlns:a16="http://schemas.microsoft.com/office/drawing/2014/main" id="{0EFF9DC4-4189-44F2-9202-B096455FD19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3" name="Marcador de texto 2">
            <a:extLst>
              <a:ext uri="{FF2B5EF4-FFF2-40B4-BE49-F238E27FC236}">
                <a16:creationId xmlns:a16="http://schemas.microsoft.com/office/drawing/2014/main" id="{5740CAF8-E3C6-48FD-B4E9-870A2C80EBC6}"/>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 name="Marcador de texto 2">
            <a:extLst>
              <a:ext uri="{FF2B5EF4-FFF2-40B4-BE49-F238E27FC236}">
                <a16:creationId xmlns:a16="http://schemas.microsoft.com/office/drawing/2014/main" id="{93936722-5BBE-472C-B3BB-AA40F149F772}"/>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6" name="Conector recto 5">
            <a:extLst>
              <a:ext uri="{FF2B5EF4-FFF2-40B4-BE49-F238E27FC236}">
                <a16:creationId xmlns:a16="http://schemas.microsoft.com/office/drawing/2014/main" id="{0F7A5622-587C-4BEC-9344-0B35285F7DB9}"/>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7" name="Marcador de texto 2">
            <a:extLst>
              <a:ext uri="{FF2B5EF4-FFF2-40B4-BE49-F238E27FC236}">
                <a16:creationId xmlns:a16="http://schemas.microsoft.com/office/drawing/2014/main" id="{FB9DF791-6648-48B1-8907-EA33B7CABEAB}"/>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8"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32999"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9"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32998"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a:t>
            </a:r>
          </a:p>
          <a:p>
            <a:pPr lvl="0"/>
            <a:r>
              <a:rPr lang="es-ES" dirty="0"/>
              <a:t>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potente.</a:t>
            </a:r>
          </a:p>
        </p:txBody>
      </p:sp>
    </p:spTree>
    <p:extLst>
      <p:ext uri="{BB962C8B-B14F-4D97-AF65-F5344CB8AC3E}">
        <p14:creationId xmlns:p14="http://schemas.microsoft.com/office/powerpoint/2010/main" val="2604736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7_Formato simple + imagen al costado">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B2B59E48-79D4-489E-9C99-A9990F7CF6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sp>
        <p:nvSpPr>
          <p:cNvPr id="10" name="Marcador de texto 2">
            <a:extLst>
              <a:ext uri="{FF2B5EF4-FFF2-40B4-BE49-F238E27FC236}">
                <a16:creationId xmlns:a16="http://schemas.microsoft.com/office/drawing/2014/main" id="{5740CAF8-E3C6-48FD-B4E9-870A2C80EBC6}"/>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 name="Marcador de texto 2">
            <a:extLst>
              <a:ext uri="{FF2B5EF4-FFF2-40B4-BE49-F238E27FC236}">
                <a16:creationId xmlns:a16="http://schemas.microsoft.com/office/drawing/2014/main" id="{93936722-5BBE-472C-B3BB-AA40F149F772}"/>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2" name="Conector recto 11">
            <a:extLst>
              <a:ext uri="{FF2B5EF4-FFF2-40B4-BE49-F238E27FC236}">
                <a16:creationId xmlns:a16="http://schemas.microsoft.com/office/drawing/2014/main" id="{0F7A5622-587C-4BEC-9344-0B35285F7DB9}"/>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4" name="Marcador de número de diapositiva 70">
            <a:extLst>
              <a:ext uri="{FF2B5EF4-FFF2-40B4-BE49-F238E27FC236}">
                <a16:creationId xmlns:a16="http://schemas.microsoft.com/office/drawing/2014/main" id="{96C1F2AD-89A3-4FC0-83B2-66AD0CBC0C5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7"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32999"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8"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32998"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a:t>
            </a:r>
          </a:p>
          <a:p>
            <a:pPr lvl="0"/>
            <a:r>
              <a:rPr lang="es-ES" dirty="0"/>
              <a:t>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potente.</a:t>
            </a:r>
          </a:p>
          <a:p>
            <a:pPr lvl="0"/>
            <a:endParaRPr lang="es-ES" dirty="0"/>
          </a:p>
          <a:p>
            <a:pPr lvl="0"/>
            <a:endParaRPr lang="es-ES" dirty="0"/>
          </a:p>
        </p:txBody>
      </p:sp>
      <p:grpSp>
        <p:nvGrpSpPr>
          <p:cNvPr id="16" name="Grupo 15">
            <a:extLst>
              <a:ext uri="{FF2B5EF4-FFF2-40B4-BE49-F238E27FC236}">
                <a16:creationId xmlns:a16="http://schemas.microsoft.com/office/drawing/2014/main" id="{C57F0DD5-4E47-40D8-BC15-9AC7527AEDD0}"/>
              </a:ext>
            </a:extLst>
          </p:cNvPr>
          <p:cNvGrpSpPr/>
          <p:nvPr userDrawn="1"/>
        </p:nvGrpSpPr>
        <p:grpSpPr>
          <a:xfrm>
            <a:off x="260637" y="160236"/>
            <a:ext cx="1086071" cy="910924"/>
            <a:chOff x="137601" y="239283"/>
            <a:chExt cx="897579" cy="752830"/>
          </a:xfrm>
          <a:solidFill>
            <a:schemeClr val="bg2"/>
          </a:solidFill>
        </p:grpSpPr>
        <p:sp>
          <p:nvSpPr>
            <p:cNvPr id="17" name="Freeform 109">
              <a:extLst>
                <a:ext uri="{FF2B5EF4-FFF2-40B4-BE49-F238E27FC236}">
                  <a16:creationId xmlns:a16="http://schemas.microsoft.com/office/drawing/2014/main" id="{9E09FA03-1EEA-4349-8A15-18EEC800B31C}"/>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8" name="Freeform 110">
              <a:extLst>
                <a:ext uri="{FF2B5EF4-FFF2-40B4-BE49-F238E27FC236}">
                  <a16:creationId xmlns:a16="http://schemas.microsoft.com/office/drawing/2014/main" id="{9FB92F10-C235-4A99-A153-D9FCB435E5D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9" name="Grupo 18">
              <a:extLst>
                <a:ext uri="{FF2B5EF4-FFF2-40B4-BE49-F238E27FC236}">
                  <a16:creationId xmlns:a16="http://schemas.microsoft.com/office/drawing/2014/main" id="{79A2D63D-0707-4220-BACD-1A515A395B31}"/>
                </a:ext>
              </a:extLst>
            </p:cNvPr>
            <p:cNvGrpSpPr/>
            <p:nvPr userDrawn="1"/>
          </p:nvGrpSpPr>
          <p:grpSpPr>
            <a:xfrm>
              <a:off x="137601" y="474669"/>
              <a:ext cx="897579" cy="326700"/>
              <a:chOff x="137601" y="474669"/>
              <a:chExt cx="897579" cy="326700"/>
            </a:xfrm>
            <a:grpFill/>
          </p:grpSpPr>
          <p:sp>
            <p:nvSpPr>
              <p:cNvPr id="30" name="Freeform 111">
                <a:extLst>
                  <a:ext uri="{FF2B5EF4-FFF2-40B4-BE49-F238E27FC236}">
                    <a16:creationId xmlns:a16="http://schemas.microsoft.com/office/drawing/2014/main" id="{53266A3A-1783-4E51-9670-AE893788798E}"/>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12">
                <a:extLst>
                  <a:ext uri="{FF2B5EF4-FFF2-40B4-BE49-F238E27FC236}">
                    <a16:creationId xmlns:a16="http://schemas.microsoft.com/office/drawing/2014/main" id="{5FE732ED-C46D-4AE4-82D1-4911BD618342}"/>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13">
                <a:extLst>
                  <a:ext uri="{FF2B5EF4-FFF2-40B4-BE49-F238E27FC236}">
                    <a16:creationId xmlns:a16="http://schemas.microsoft.com/office/drawing/2014/main" id="{2D5E0327-F2EE-4D7C-83C7-4DCB6CA9674E}"/>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14">
                <a:extLst>
                  <a:ext uri="{FF2B5EF4-FFF2-40B4-BE49-F238E27FC236}">
                    <a16:creationId xmlns:a16="http://schemas.microsoft.com/office/drawing/2014/main" id="{CA188C7F-6727-4298-AE44-66B3530CDCE8}"/>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15">
                <a:extLst>
                  <a:ext uri="{FF2B5EF4-FFF2-40B4-BE49-F238E27FC236}">
                    <a16:creationId xmlns:a16="http://schemas.microsoft.com/office/drawing/2014/main" id="{7B6BF606-9E33-4029-8A5B-0BAED7A65D4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16">
                <a:extLst>
                  <a:ext uri="{FF2B5EF4-FFF2-40B4-BE49-F238E27FC236}">
                    <a16:creationId xmlns:a16="http://schemas.microsoft.com/office/drawing/2014/main" id="{B8FC23C2-2C03-4763-8564-779B51619568}"/>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17">
                <a:extLst>
                  <a:ext uri="{FF2B5EF4-FFF2-40B4-BE49-F238E27FC236}">
                    <a16:creationId xmlns:a16="http://schemas.microsoft.com/office/drawing/2014/main" id="{D715F00F-6E90-4F9E-943C-819161876679}"/>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18">
                <a:extLst>
                  <a:ext uri="{FF2B5EF4-FFF2-40B4-BE49-F238E27FC236}">
                    <a16:creationId xmlns:a16="http://schemas.microsoft.com/office/drawing/2014/main" id="{F7664B0F-B11B-4293-8F83-69713E0552C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8" name="Freeform 119">
                <a:extLst>
                  <a:ext uri="{FF2B5EF4-FFF2-40B4-BE49-F238E27FC236}">
                    <a16:creationId xmlns:a16="http://schemas.microsoft.com/office/drawing/2014/main" id="{8F0612F2-9E25-412B-9204-625B615C285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9" name="Freeform 120">
                <a:extLst>
                  <a:ext uri="{FF2B5EF4-FFF2-40B4-BE49-F238E27FC236}">
                    <a16:creationId xmlns:a16="http://schemas.microsoft.com/office/drawing/2014/main" id="{0A0163BF-ADFF-4B0A-9B30-0CA06E7209C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0" name="Freeform 121">
                <a:extLst>
                  <a:ext uri="{FF2B5EF4-FFF2-40B4-BE49-F238E27FC236}">
                    <a16:creationId xmlns:a16="http://schemas.microsoft.com/office/drawing/2014/main" id="{26E7A3F5-0749-4171-B431-054CB2367FCB}"/>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1" name="Freeform 122">
                <a:extLst>
                  <a:ext uri="{FF2B5EF4-FFF2-40B4-BE49-F238E27FC236}">
                    <a16:creationId xmlns:a16="http://schemas.microsoft.com/office/drawing/2014/main" id="{B69D9636-6B41-4C44-AA50-C163EDC0AE9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2" name="Freeform 123">
                <a:extLst>
                  <a:ext uri="{FF2B5EF4-FFF2-40B4-BE49-F238E27FC236}">
                    <a16:creationId xmlns:a16="http://schemas.microsoft.com/office/drawing/2014/main" id="{D06811DE-0803-4CCF-8FF4-9BE7195B898F}"/>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3" name="Freeform 124">
                <a:extLst>
                  <a:ext uri="{FF2B5EF4-FFF2-40B4-BE49-F238E27FC236}">
                    <a16:creationId xmlns:a16="http://schemas.microsoft.com/office/drawing/2014/main" id="{156477C2-82B5-46A7-B4A3-E663BE4499F9}"/>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4" name="Freeform 125">
                <a:extLst>
                  <a:ext uri="{FF2B5EF4-FFF2-40B4-BE49-F238E27FC236}">
                    <a16:creationId xmlns:a16="http://schemas.microsoft.com/office/drawing/2014/main" id="{DE8FE1C1-BA46-4776-B3EC-FB47F5161AD6}"/>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5" name="Freeform 126">
                <a:extLst>
                  <a:ext uri="{FF2B5EF4-FFF2-40B4-BE49-F238E27FC236}">
                    <a16:creationId xmlns:a16="http://schemas.microsoft.com/office/drawing/2014/main" id="{CB03B7AF-1D26-4697-8899-D7680CFCCBE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6" name="Freeform 127">
                <a:extLst>
                  <a:ext uri="{FF2B5EF4-FFF2-40B4-BE49-F238E27FC236}">
                    <a16:creationId xmlns:a16="http://schemas.microsoft.com/office/drawing/2014/main" id="{E9812B02-6277-404C-A7DE-01ED0D1824AB}"/>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0" name="Freeform 128">
              <a:extLst>
                <a:ext uri="{FF2B5EF4-FFF2-40B4-BE49-F238E27FC236}">
                  <a16:creationId xmlns:a16="http://schemas.microsoft.com/office/drawing/2014/main" id="{CEA5A31A-2473-4E17-8DCC-43B5CE9E31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1" name="Freeform 129">
              <a:extLst>
                <a:ext uri="{FF2B5EF4-FFF2-40B4-BE49-F238E27FC236}">
                  <a16:creationId xmlns:a16="http://schemas.microsoft.com/office/drawing/2014/main" id="{190371FA-B733-4385-BDCC-5CBB535ACDAE}"/>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30">
              <a:extLst>
                <a:ext uri="{FF2B5EF4-FFF2-40B4-BE49-F238E27FC236}">
                  <a16:creationId xmlns:a16="http://schemas.microsoft.com/office/drawing/2014/main" id="{21D5889B-B5E7-4AE1-93A2-4B293FFAC410}"/>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31">
              <a:extLst>
                <a:ext uri="{FF2B5EF4-FFF2-40B4-BE49-F238E27FC236}">
                  <a16:creationId xmlns:a16="http://schemas.microsoft.com/office/drawing/2014/main" id="{68BEB1B4-371D-4063-8F96-C007E6171E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32">
              <a:extLst>
                <a:ext uri="{FF2B5EF4-FFF2-40B4-BE49-F238E27FC236}">
                  <a16:creationId xmlns:a16="http://schemas.microsoft.com/office/drawing/2014/main" id="{04410E0A-FD6D-42BA-8556-FAA04FEE90F2}"/>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33">
              <a:extLst>
                <a:ext uri="{FF2B5EF4-FFF2-40B4-BE49-F238E27FC236}">
                  <a16:creationId xmlns:a16="http://schemas.microsoft.com/office/drawing/2014/main" id="{182A21BD-DF65-40DC-8C03-92F06534BFC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34">
              <a:extLst>
                <a:ext uri="{FF2B5EF4-FFF2-40B4-BE49-F238E27FC236}">
                  <a16:creationId xmlns:a16="http://schemas.microsoft.com/office/drawing/2014/main" id="{42D20EE6-8419-49A7-A812-A2224F7E41C3}"/>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7" name="Freeform 135">
              <a:extLst>
                <a:ext uri="{FF2B5EF4-FFF2-40B4-BE49-F238E27FC236}">
                  <a16:creationId xmlns:a16="http://schemas.microsoft.com/office/drawing/2014/main" id="{07691D25-746F-4D65-B5B4-B249EDB5312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36">
              <a:extLst>
                <a:ext uri="{FF2B5EF4-FFF2-40B4-BE49-F238E27FC236}">
                  <a16:creationId xmlns:a16="http://schemas.microsoft.com/office/drawing/2014/main" id="{537BA009-3BFA-4382-B9BD-3B71C794C439}"/>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9" name="Freeform 137">
              <a:extLst>
                <a:ext uri="{FF2B5EF4-FFF2-40B4-BE49-F238E27FC236}">
                  <a16:creationId xmlns:a16="http://schemas.microsoft.com/office/drawing/2014/main" id="{59FAC82F-1F19-4D77-8A28-8B7ACA79C21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838948665"/>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_ numeros y texto">
    <p:spTree>
      <p:nvGrpSpPr>
        <p:cNvPr id="1" name=""/>
        <p:cNvGrpSpPr/>
        <p:nvPr/>
      </p:nvGrpSpPr>
      <p:grpSpPr>
        <a:xfrm>
          <a:off x="0" y="0"/>
          <a:ext cx="0" cy="0"/>
          <a:chOff x="0" y="0"/>
          <a:chExt cx="0" cy="0"/>
        </a:xfrm>
      </p:grpSpPr>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566146"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21"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566145"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9" name="Marcador de número de diapositiva 70">
            <a:extLst>
              <a:ext uri="{FF2B5EF4-FFF2-40B4-BE49-F238E27FC236}">
                <a16:creationId xmlns:a16="http://schemas.microsoft.com/office/drawing/2014/main" id="{BB373FE5-8D47-449E-BAFC-736B200BE46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16" name="Marcador de texto 2">
            <a:extLst>
              <a:ext uri="{FF2B5EF4-FFF2-40B4-BE49-F238E27FC236}">
                <a16:creationId xmlns:a16="http://schemas.microsoft.com/office/drawing/2014/main" id="{52FADE42-D7A1-4C91-ADE6-DDD45A43BBAD}"/>
              </a:ext>
            </a:extLst>
          </p:cNvPr>
          <p:cNvSpPr>
            <a:spLocks noGrp="1"/>
          </p:cNvSpPr>
          <p:nvPr>
            <p:ph type="body" sz="quarter" idx="10" hasCustomPrompt="1"/>
          </p:nvPr>
        </p:nvSpPr>
        <p:spPr>
          <a:xfrm>
            <a:off x="1640377" y="1095600"/>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 name="Marcador de texto 2">
            <a:extLst>
              <a:ext uri="{FF2B5EF4-FFF2-40B4-BE49-F238E27FC236}">
                <a16:creationId xmlns:a16="http://schemas.microsoft.com/office/drawing/2014/main" id="{B437D2C6-0DB8-493C-9930-CC56CBC8F647}"/>
              </a:ext>
            </a:extLst>
          </p:cNvPr>
          <p:cNvSpPr>
            <a:spLocks noGrp="1"/>
          </p:cNvSpPr>
          <p:nvPr>
            <p:ph type="body" sz="quarter" idx="27" hasCustomPrompt="1"/>
          </p:nvPr>
        </p:nvSpPr>
        <p:spPr>
          <a:xfrm>
            <a:off x="2566146" y="29250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2</a:t>
            </a:r>
            <a:endParaRPr lang="es-CL" dirty="0"/>
          </a:p>
        </p:txBody>
      </p:sp>
      <p:sp>
        <p:nvSpPr>
          <p:cNvPr id="25" name="Marcador de texto 2">
            <a:extLst>
              <a:ext uri="{FF2B5EF4-FFF2-40B4-BE49-F238E27FC236}">
                <a16:creationId xmlns:a16="http://schemas.microsoft.com/office/drawing/2014/main" id="{3013F99B-4B6A-4E1B-9051-B1585230C35C}"/>
              </a:ext>
            </a:extLst>
          </p:cNvPr>
          <p:cNvSpPr>
            <a:spLocks noGrp="1"/>
          </p:cNvSpPr>
          <p:nvPr>
            <p:ph type="body" sz="quarter" idx="28" hasCustomPrompt="1"/>
          </p:nvPr>
        </p:nvSpPr>
        <p:spPr>
          <a:xfrm>
            <a:off x="2566145" y="32970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30" name="Marcador de texto 2">
            <a:extLst>
              <a:ext uri="{FF2B5EF4-FFF2-40B4-BE49-F238E27FC236}">
                <a16:creationId xmlns:a16="http://schemas.microsoft.com/office/drawing/2014/main" id="{B1D0621B-7B03-41A3-8F14-262F29903DC9}"/>
              </a:ext>
            </a:extLst>
          </p:cNvPr>
          <p:cNvSpPr>
            <a:spLocks noGrp="1"/>
          </p:cNvSpPr>
          <p:nvPr>
            <p:ph type="body" sz="quarter" idx="29" hasCustomPrompt="1"/>
          </p:nvPr>
        </p:nvSpPr>
        <p:spPr>
          <a:xfrm>
            <a:off x="1640377" y="2924400"/>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02</a:t>
            </a:r>
            <a:endParaRPr lang="es-CL" dirty="0"/>
          </a:p>
        </p:txBody>
      </p:sp>
      <p:sp>
        <p:nvSpPr>
          <p:cNvPr id="31" name="Marcador de texto 2">
            <a:extLst>
              <a:ext uri="{FF2B5EF4-FFF2-40B4-BE49-F238E27FC236}">
                <a16:creationId xmlns:a16="http://schemas.microsoft.com/office/drawing/2014/main" id="{709FBE3F-858F-43A3-A1BE-E6D72F244FF8}"/>
              </a:ext>
            </a:extLst>
          </p:cNvPr>
          <p:cNvSpPr>
            <a:spLocks noGrp="1"/>
          </p:cNvSpPr>
          <p:nvPr>
            <p:ph type="body" sz="quarter" idx="30" hasCustomPrompt="1"/>
          </p:nvPr>
        </p:nvSpPr>
        <p:spPr>
          <a:xfrm>
            <a:off x="2566146" y="4776198"/>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3</a:t>
            </a:r>
            <a:endParaRPr lang="es-CL" dirty="0"/>
          </a:p>
        </p:txBody>
      </p:sp>
      <p:sp>
        <p:nvSpPr>
          <p:cNvPr id="32" name="Marcador de texto 2">
            <a:extLst>
              <a:ext uri="{FF2B5EF4-FFF2-40B4-BE49-F238E27FC236}">
                <a16:creationId xmlns:a16="http://schemas.microsoft.com/office/drawing/2014/main" id="{B4E97635-6CC1-476E-904B-66E892EB10B4}"/>
              </a:ext>
            </a:extLst>
          </p:cNvPr>
          <p:cNvSpPr>
            <a:spLocks noGrp="1"/>
          </p:cNvSpPr>
          <p:nvPr>
            <p:ph type="body" sz="quarter" idx="31" hasCustomPrompt="1"/>
          </p:nvPr>
        </p:nvSpPr>
        <p:spPr>
          <a:xfrm>
            <a:off x="2566145" y="5148142"/>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33" name="Marcador de texto 2">
            <a:extLst>
              <a:ext uri="{FF2B5EF4-FFF2-40B4-BE49-F238E27FC236}">
                <a16:creationId xmlns:a16="http://schemas.microsoft.com/office/drawing/2014/main" id="{B76645D5-B6F6-4FC8-89F9-B0AFC3FC3F22}"/>
              </a:ext>
            </a:extLst>
          </p:cNvPr>
          <p:cNvSpPr>
            <a:spLocks noGrp="1"/>
          </p:cNvSpPr>
          <p:nvPr>
            <p:ph type="body" sz="quarter" idx="32" hasCustomPrompt="1"/>
          </p:nvPr>
        </p:nvSpPr>
        <p:spPr>
          <a:xfrm>
            <a:off x="1640377" y="4775502"/>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03</a:t>
            </a:r>
            <a:endParaRPr lang="es-CL" dirty="0"/>
          </a:p>
        </p:txBody>
      </p:sp>
    </p:spTree>
    <p:extLst>
      <p:ext uri="{BB962C8B-B14F-4D97-AF65-F5344CB8AC3E}">
        <p14:creationId xmlns:p14="http://schemas.microsoft.com/office/powerpoint/2010/main" val="344748794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9_ Iconos y texto">
    <p:spTree>
      <p:nvGrpSpPr>
        <p:cNvPr id="1" name=""/>
        <p:cNvGrpSpPr/>
        <p:nvPr/>
      </p:nvGrpSpPr>
      <p:grpSpPr>
        <a:xfrm>
          <a:off x="0" y="0"/>
          <a:ext cx="0" cy="0"/>
          <a:chOff x="0" y="0"/>
          <a:chExt cx="0" cy="0"/>
        </a:xfrm>
      </p:grpSpPr>
      <p:sp>
        <p:nvSpPr>
          <p:cNvPr id="10" name="Marcador de posición de imagen 4">
            <a:extLst>
              <a:ext uri="{FF2B5EF4-FFF2-40B4-BE49-F238E27FC236}">
                <a16:creationId xmlns:a16="http://schemas.microsoft.com/office/drawing/2014/main" id="{3421AE41-2E31-4FD2-A4CE-F9A4AC11EC0E}"/>
              </a:ext>
            </a:extLst>
          </p:cNvPr>
          <p:cNvSpPr>
            <a:spLocks noGrp="1"/>
          </p:cNvSpPr>
          <p:nvPr>
            <p:ph type="pic" sz="quarter" idx="12" hasCustomPrompt="1"/>
          </p:nvPr>
        </p:nvSpPr>
        <p:spPr>
          <a:xfrm>
            <a:off x="1020610" y="1076553"/>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46884" y="1094561"/>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21"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46883" y="1477831"/>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0" name="Marcador de posición de imagen 4">
            <a:extLst>
              <a:ext uri="{FF2B5EF4-FFF2-40B4-BE49-F238E27FC236}">
                <a16:creationId xmlns:a16="http://schemas.microsoft.com/office/drawing/2014/main" id="{A53B2E55-10A3-4EB8-9D79-99F65244160E}"/>
              </a:ext>
            </a:extLst>
          </p:cNvPr>
          <p:cNvSpPr>
            <a:spLocks noGrp="1"/>
          </p:cNvSpPr>
          <p:nvPr>
            <p:ph type="pic" sz="quarter" idx="27" hasCustomPrompt="1"/>
          </p:nvPr>
        </p:nvSpPr>
        <p:spPr>
          <a:xfrm>
            <a:off x="1020610" y="2924097"/>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2" name="Marcador de texto 2">
            <a:extLst>
              <a:ext uri="{FF2B5EF4-FFF2-40B4-BE49-F238E27FC236}">
                <a16:creationId xmlns:a16="http://schemas.microsoft.com/office/drawing/2014/main" id="{41AC8940-6770-43AA-8F24-83D7957AD859}"/>
              </a:ext>
            </a:extLst>
          </p:cNvPr>
          <p:cNvSpPr>
            <a:spLocks noGrp="1"/>
          </p:cNvSpPr>
          <p:nvPr>
            <p:ph type="body" sz="quarter" idx="28" hasCustomPrompt="1"/>
          </p:nvPr>
        </p:nvSpPr>
        <p:spPr>
          <a:xfrm>
            <a:off x="2146884" y="2922649"/>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2</a:t>
            </a:r>
            <a:endParaRPr lang="es-CL" dirty="0"/>
          </a:p>
        </p:txBody>
      </p:sp>
      <p:sp>
        <p:nvSpPr>
          <p:cNvPr id="24" name="Marcador de texto 2">
            <a:extLst>
              <a:ext uri="{FF2B5EF4-FFF2-40B4-BE49-F238E27FC236}">
                <a16:creationId xmlns:a16="http://schemas.microsoft.com/office/drawing/2014/main" id="{0ADC3A77-93C8-4C56-BDBE-546FE5A5F6A5}"/>
              </a:ext>
            </a:extLst>
          </p:cNvPr>
          <p:cNvSpPr>
            <a:spLocks noGrp="1"/>
          </p:cNvSpPr>
          <p:nvPr>
            <p:ph type="body" sz="quarter" idx="29" hasCustomPrompt="1"/>
          </p:nvPr>
        </p:nvSpPr>
        <p:spPr>
          <a:xfrm>
            <a:off x="2146883" y="3305919"/>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26" name="Marcador de posición de imagen 4">
            <a:extLst>
              <a:ext uri="{FF2B5EF4-FFF2-40B4-BE49-F238E27FC236}">
                <a16:creationId xmlns:a16="http://schemas.microsoft.com/office/drawing/2014/main" id="{180D7933-E305-48EE-A94D-42C280C253FE}"/>
              </a:ext>
            </a:extLst>
          </p:cNvPr>
          <p:cNvSpPr>
            <a:spLocks noGrp="1"/>
          </p:cNvSpPr>
          <p:nvPr>
            <p:ph type="pic" sz="quarter" idx="30" hasCustomPrompt="1"/>
          </p:nvPr>
        </p:nvSpPr>
        <p:spPr>
          <a:xfrm>
            <a:off x="1020610" y="4752423"/>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7" name="Marcador de texto 2">
            <a:extLst>
              <a:ext uri="{FF2B5EF4-FFF2-40B4-BE49-F238E27FC236}">
                <a16:creationId xmlns:a16="http://schemas.microsoft.com/office/drawing/2014/main" id="{AFC07F10-867E-49C8-A631-B9681F783AC8}"/>
              </a:ext>
            </a:extLst>
          </p:cNvPr>
          <p:cNvSpPr>
            <a:spLocks noGrp="1"/>
          </p:cNvSpPr>
          <p:nvPr>
            <p:ph type="body" sz="quarter" idx="31" hasCustomPrompt="1"/>
          </p:nvPr>
        </p:nvSpPr>
        <p:spPr>
          <a:xfrm>
            <a:off x="2146884" y="4770430"/>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3</a:t>
            </a:r>
            <a:endParaRPr lang="es-CL" dirty="0"/>
          </a:p>
        </p:txBody>
      </p:sp>
      <p:sp>
        <p:nvSpPr>
          <p:cNvPr id="28" name="Marcador de texto 2">
            <a:extLst>
              <a:ext uri="{FF2B5EF4-FFF2-40B4-BE49-F238E27FC236}">
                <a16:creationId xmlns:a16="http://schemas.microsoft.com/office/drawing/2014/main" id="{C2C66C14-3394-4278-B0C2-99D4367B3198}"/>
              </a:ext>
            </a:extLst>
          </p:cNvPr>
          <p:cNvSpPr>
            <a:spLocks noGrp="1"/>
          </p:cNvSpPr>
          <p:nvPr>
            <p:ph type="body" sz="quarter" idx="32" hasCustomPrompt="1"/>
          </p:nvPr>
        </p:nvSpPr>
        <p:spPr>
          <a:xfrm>
            <a:off x="2146883" y="5153700"/>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29" name="Marcador de número de diapositiva 70">
            <a:extLst>
              <a:ext uri="{FF2B5EF4-FFF2-40B4-BE49-F238E27FC236}">
                <a16:creationId xmlns:a16="http://schemas.microsoft.com/office/drawing/2014/main" id="{BB373FE5-8D47-449E-BAFC-736B200BE46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3029633083"/>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 Iconos y texto">
    <p:spTree>
      <p:nvGrpSpPr>
        <p:cNvPr id="1" name=""/>
        <p:cNvGrpSpPr/>
        <p:nvPr/>
      </p:nvGrpSpPr>
      <p:grpSpPr>
        <a:xfrm>
          <a:off x="0" y="0"/>
          <a:ext cx="0" cy="0"/>
          <a:chOff x="0" y="0"/>
          <a:chExt cx="0" cy="0"/>
        </a:xfrm>
      </p:grpSpPr>
      <p:sp>
        <p:nvSpPr>
          <p:cNvPr id="10" name="Marcador de posición de imagen 4">
            <a:extLst>
              <a:ext uri="{FF2B5EF4-FFF2-40B4-BE49-F238E27FC236}">
                <a16:creationId xmlns:a16="http://schemas.microsoft.com/office/drawing/2014/main" id="{3421AE41-2E31-4FD2-A4CE-F9A4AC11EC0E}"/>
              </a:ext>
            </a:extLst>
          </p:cNvPr>
          <p:cNvSpPr>
            <a:spLocks noGrp="1"/>
          </p:cNvSpPr>
          <p:nvPr>
            <p:ph type="pic" sz="quarter" idx="12" hasCustomPrompt="1"/>
          </p:nvPr>
        </p:nvSpPr>
        <p:spPr>
          <a:xfrm>
            <a:off x="1847850" y="1087705"/>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1847850" y="2042415"/>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NOMBRE ÍCONO</a:t>
            </a:r>
            <a:endParaRPr lang="es-CL" dirty="0"/>
          </a:p>
        </p:txBody>
      </p:sp>
      <p:sp>
        <p:nvSpPr>
          <p:cNvPr id="17" name="Marcador de posición de imagen 4">
            <a:extLst>
              <a:ext uri="{FF2B5EF4-FFF2-40B4-BE49-F238E27FC236}">
                <a16:creationId xmlns:a16="http://schemas.microsoft.com/office/drawing/2014/main" id="{C3DA7A9B-5C9D-472C-97D8-C713F5B31A60}"/>
              </a:ext>
            </a:extLst>
          </p:cNvPr>
          <p:cNvSpPr>
            <a:spLocks noGrp="1"/>
          </p:cNvSpPr>
          <p:nvPr>
            <p:ph type="pic" sz="quarter" idx="22" hasCustomPrompt="1"/>
          </p:nvPr>
        </p:nvSpPr>
        <p:spPr>
          <a:xfrm>
            <a:off x="6630057" y="1087705"/>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3" name="Marcador de texto 2">
            <a:extLst>
              <a:ext uri="{FF2B5EF4-FFF2-40B4-BE49-F238E27FC236}">
                <a16:creationId xmlns:a16="http://schemas.microsoft.com/office/drawing/2014/main" id="{3E904E4B-1F61-4C47-93FC-DA92AEFB1F70}"/>
              </a:ext>
            </a:extLst>
          </p:cNvPr>
          <p:cNvSpPr>
            <a:spLocks noGrp="1"/>
          </p:cNvSpPr>
          <p:nvPr>
            <p:ph type="body" sz="quarter" idx="23" hasCustomPrompt="1"/>
          </p:nvPr>
        </p:nvSpPr>
        <p:spPr>
          <a:xfrm>
            <a:off x="6630057" y="2042415"/>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NOMBRE ÍCONO</a:t>
            </a:r>
            <a:endParaRPr lang="es-CL"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9" name="Marcador de texto 2">
            <a:extLst>
              <a:ext uri="{FF2B5EF4-FFF2-40B4-BE49-F238E27FC236}">
                <a16:creationId xmlns:a16="http://schemas.microsoft.com/office/drawing/2014/main" id="{FE6F7E4B-2DE7-46CE-BD7C-CA3D85629194}"/>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0" name="Marcador de número de diapositiva 70">
            <a:extLst>
              <a:ext uri="{FF2B5EF4-FFF2-40B4-BE49-F238E27FC236}">
                <a16:creationId xmlns:a16="http://schemas.microsoft.com/office/drawing/2014/main" id="{51E493BB-BBCE-41DF-AA09-F6E284E2905E}"/>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cxnSp>
        <p:nvCxnSpPr>
          <p:cNvPr id="16" name="Conector recto 15">
            <a:extLst>
              <a:ext uri="{FF2B5EF4-FFF2-40B4-BE49-F238E27FC236}">
                <a16:creationId xmlns:a16="http://schemas.microsoft.com/office/drawing/2014/main" id="{EAEE86EF-5EFF-4749-8135-3D6C0A7A7C6E}"/>
              </a:ext>
            </a:extLst>
          </p:cNvPr>
          <p:cNvCxnSpPr>
            <a:cxnSpLocks/>
          </p:cNvCxnSpPr>
          <p:nvPr userDrawn="1"/>
        </p:nvCxnSpPr>
        <p:spPr>
          <a:xfrm>
            <a:off x="1847850" y="2421271"/>
            <a:ext cx="4248150"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64D38D91-CF3E-44E3-A838-D9B4EF44F467}"/>
              </a:ext>
            </a:extLst>
          </p:cNvPr>
          <p:cNvCxnSpPr>
            <a:cxnSpLocks/>
          </p:cNvCxnSpPr>
          <p:nvPr userDrawn="1"/>
        </p:nvCxnSpPr>
        <p:spPr>
          <a:xfrm>
            <a:off x="6630057" y="2421271"/>
            <a:ext cx="4248150"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E6A8206-3F05-4A7E-BA6A-3027AB4AC3C3}"/>
              </a:ext>
            </a:extLst>
          </p:cNvPr>
          <p:cNvCxnSpPr/>
          <p:nvPr userDrawn="1"/>
        </p:nvCxnSpPr>
        <p:spPr>
          <a:xfrm>
            <a:off x="1485397" y="2578847"/>
            <a:ext cx="27530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37740217-17BD-419B-B77D-962C9D2A283B}"/>
              </a:ext>
            </a:extLst>
          </p:cNvPr>
          <p:cNvCxnSpPr/>
          <p:nvPr userDrawn="1"/>
        </p:nvCxnSpPr>
        <p:spPr>
          <a:xfrm>
            <a:off x="6276750" y="2578847"/>
            <a:ext cx="27530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Marcador de texto 6"/>
          <p:cNvSpPr>
            <a:spLocks noGrp="1"/>
          </p:cNvSpPr>
          <p:nvPr>
            <p:ph type="body" sz="quarter" idx="27" hasCustomPrompt="1"/>
          </p:nvPr>
        </p:nvSpPr>
        <p:spPr>
          <a:xfrm>
            <a:off x="1848735" y="2423967"/>
            <a:ext cx="4260182" cy="914400"/>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latin typeface="+mn-lt"/>
              </a:defRPr>
            </a:lvl1pPr>
            <a:lvl2pPr>
              <a:defRPr sz="1400">
                <a:solidFill>
                  <a:schemeClr val="tx2"/>
                </a:solidFill>
                <a:latin typeface="+mn-lt"/>
              </a:defRPr>
            </a:lvl2pPr>
            <a:lvl3pPr>
              <a:defRPr sz="1400">
                <a:solidFill>
                  <a:schemeClr val="tx2"/>
                </a:solidFill>
                <a:latin typeface="+mn-lt"/>
              </a:defRPr>
            </a:lvl3pPr>
            <a:lvl4pPr>
              <a:defRPr sz="1400">
                <a:solidFill>
                  <a:schemeClr val="tx2"/>
                </a:solidFill>
                <a:latin typeface="+mn-lt"/>
              </a:defRPr>
            </a:lvl4pPr>
            <a:lvl5pPr>
              <a:defRPr sz="1400">
                <a:solidFill>
                  <a:schemeClr val="tx2"/>
                </a:solidFill>
                <a:latin typeface="+mn-lt"/>
              </a:defRPr>
            </a:lvl5pPr>
          </a:lstStyle>
          <a:p>
            <a:pPr marL="0" lvl="0" indent="0" algn="just">
              <a:lnSpc>
                <a:spcPts val="2000"/>
              </a:lnSpc>
              <a:buClr>
                <a:schemeClr val="accent1"/>
              </a:buClr>
              <a:buSzPct val="150000"/>
              <a:buFont typeface="Cambria" panose="02040503050406030204" pitchFamily="18" charset="0"/>
              <a:buNone/>
            </a:pP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a:t>
            </a:r>
            <a:r>
              <a:rPr lang="es-ES" dirty="0" err="1"/>
              <a:t>potenti</a:t>
            </a:r>
            <a:r>
              <a:rPr lang="es-ES" dirty="0"/>
              <a:t> </a:t>
            </a:r>
            <a:r>
              <a:rPr lang="es-ES" dirty="0" err="1"/>
              <a:t>tristique</a:t>
            </a:r>
            <a:r>
              <a:rPr lang="es-ES" dirty="0"/>
              <a:t>. </a:t>
            </a:r>
          </a:p>
        </p:txBody>
      </p:sp>
      <p:sp>
        <p:nvSpPr>
          <p:cNvPr id="29" name="Marcador de texto 6"/>
          <p:cNvSpPr>
            <a:spLocks noGrp="1"/>
          </p:cNvSpPr>
          <p:nvPr>
            <p:ph type="body" sz="quarter" idx="28" hasCustomPrompt="1"/>
          </p:nvPr>
        </p:nvSpPr>
        <p:spPr>
          <a:xfrm>
            <a:off x="6629178" y="2431508"/>
            <a:ext cx="4260182" cy="914400"/>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latin typeface="+mn-lt"/>
              </a:defRPr>
            </a:lvl1pPr>
            <a:lvl2pPr>
              <a:defRPr sz="1400">
                <a:solidFill>
                  <a:schemeClr val="tx2"/>
                </a:solidFill>
                <a:latin typeface="+mn-lt"/>
              </a:defRPr>
            </a:lvl2pPr>
            <a:lvl3pPr>
              <a:defRPr sz="1400">
                <a:solidFill>
                  <a:schemeClr val="tx2"/>
                </a:solidFill>
                <a:latin typeface="+mn-lt"/>
              </a:defRPr>
            </a:lvl3pPr>
            <a:lvl4pPr>
              <a:defRPr sz="1400">
                <a:solidFill>
                  <a:schemeClr val="tx2"/>
                </a:solidFill>
                <a:latin typeface="+mn-lt"/>
              </a:defRPr>
            </a:lvl4pPr>
            <a:lvl5pPr>
              <a:defRPr sz="1400">
                <a:solidFill>
                  <a:schemeClr val="tx2"/>
                </a:solidFill>
                <a:latin typeface="+mn-lt"/>
              </a:defRPr>
            </a:lvl5pPr>
          </a:lstStyle>
          <a:p>
            <a:pPr marL="0" lvl="0" indent="0" algn="just">
              <a:lnSpc>
                <a:spcPts val="2000"/>
              </a:lnSpc>
              <a:buClr>
                <a:schemeClr val="accent1"/>
              </a:buClr>
              <a:buSzPct val="150000"/>
              <a:buFont typeface="Cambria" panose="02040503050406030204" pitchFamily="18" charset="0"/>
              <a:buNone/>
            </a:pP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a:t>
            </a:r>
            <a:r>
              <a:rPr lang="es-ES" dirty="0" err="1"/>
              <a:t>potenti</a:t>
            </a:r>
            <a:r>
              <a:rPr lang="es-ES" dirty="0"/>
              <a:t> </a:t>
            </a:r>
            <a:r>
              <a:rPr lang="es-ES" dirty="0" err="1"/>
              <a:t>tristique</a:t>
            </a:r>
            <a:r>
              <a:rPr lang="es-ES" dirty="0"/>
              <a:t>. </a:t>
            </a:r>
          </a:p>
        </p:txBody>
      </p:sp>
    </p:spTree>
    <p:extLst>
      <p:ext uri="{BB962C8B-B14F-4D97-AF65-F5344CB8AC3E}">
        <p14:creationId xmlns:p14="http://schemas.microsoft.com/office/powerpoint/2010/main" val="285945870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exto + 2 imagenes">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F58CF30-9789-4AF6-88DD-000B526B4DF2}"/>
              </a:ext>
            </a:extLst>
          </p:cNvPr>
          <p:cNvSpPr>
            <a:spLocks noGrp="1"/>
          </p:cNvSpPr>
          <p:nvPr>
            <p:ph type="body" sz="quarter" idx="19" hasCustomPrompt="1"/>
          </p:nvPr>
        </p:nvSpPr>
        <p:spPr>
          <a:xfrm>
            <a:off x="2104305" y="1162662"/>
            <a:ext cx="8075577" cy="797969"/>
          </a:xfrm>
          <a:prstGeom prst="rect">
            <a:avLst/>
          </a:prstGeom>
        </p:spPr>
        <p:txBody>
          <a:bodyPr lIns="0"/>
          <a:lstStyle>
            <a:lvl1pPr>
              <a:defRPr lang="es-CL" sz="1600" b="1" strike="noStrike" cap="all" baseline="0" dirty="0">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stStyle>
          <a:p>
            <a:pPr marL="0" lvl="0" indent="0">
              <a:lnSpc>
                <a:spcPts val="2400"/>
              </a:lnSpc>
              <a:buNone/>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onsect</a:t>
            </a:r>
            <a:r>
              <a:rPr lang="es-ES" dirty="0"/>
              <a:t> </a:t>
            </a:r>
            <a:r>
              <a:rPr lang="es-ES" dirty="0" err="1"/>
              <a:t>etur</a:t>
            </a:r>
            <a:r>
              <a:rPr lang="es-ES" dirty="0"/>
              <a:t> </a:t>
            </a:r>
            <a:r>
              <a:rPr lang="es-ES" dirty="0" err="1"/>
              <a:t>adipiscing</a:t>
            </a:r>
            <a:r>
              <a:rPr lang="es-ES" dirty="0"/>
              <a:t> </a:t>
            </a:r>
            <a:endParaRPr lang="es-CL" dirty="0"/>
          </a:p>
        </p:txBody>
      </p:sp>
      <p:sp>
        <p:nvSpPr>
          <p:cNvPr id="8" name="Marcador de texto 2">
            <a:extLst>
              <a:ext uri="{FF2B5EF4-FFF2-40B4-BE49-F238E27FC236}">
                <a16:creationId xmlns:a16="http://schemas.microsoft.com/office/drawing/2014/main" id="{0FDD434A-37AA-48EB-8E6A-6C267B0EFA9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9" name="Marcador de texto 2">
            <a:extLst>
              <a:ext uri="{FF2B5EF4-FFF2-40B4-BE49-F238E27FC236}">
                <a16:creationId xmlns:a16="http://schemas.microsoft.com/office/drawing/2014/main" id="{4EF9038D-C976-465C-8430-875FA011A55D}"/>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4" name="Conector recto 3">
            <a:extLst>
              <a:ext uri="{FF2B5EF4-FFF2-40B4-BE49-F238E27FC236}">
                <a16:creationId xmlns:a16="http://schemas.microsoft.com/office/drawing/2014/main" id="{027A3780-4BA0-4898-B348-55D1A71546A4}"/>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1" name="Marcador de texto 2">
            <a:extLst>
              <a:ext uri="{FF2B5EF4-FFF2-40B4-BE49-F238E27FC236}">
                <a16:creationId xmlns:a16="http://schemas.microsoft.com/office/drawing/2014/main" id="{C8C3643C-B3A7-4913-99FD-32FFBD7345EC}"/>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2" name="Marcador de número de diapositiva 70">
            <a:extLst>
              <a:ext uri="{FF2B5EF4-FFF2-40B4-BE49-F238E27FC236}">
                <a16:creationId xmlns:a16="http://schemas.microsoft.com/office/drawing/2014/main" id="{EAC10AA9-FCCB-41F7-BD74-69E5FD57EE64}"/>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13" name="Marcador de posición de imagen 26">
            <a:extLst>
              <a:ext uri="{FF2B5EF4-FFF2-40B4-BE49-F238E27FC236}">
                <a16:creationId xmlns:a16="http://schemas.microsoft.com/office/drawing/2014/main" id="{7E66DFDF-3671-4F5C-AE1E-A0AE626D6D78}"/>
              </a:ext>
            </a:extLst>
          </p:cNvPr>
          <p:cNvSpPr>
            <a:spLocks noGrp="1"/>
          </p:cNvSpPr>
          <p:nvPr>
            <p:ph type="pic" sz="quarter" idx="22" hasCustomPrompt="1"/>
          </p:nvPr>
        </p:nvSpPr>
        <p:spPr>
          <a:xfrm>
            <a:off x="2100263" y="3482502"/>
            <a:ext cx="3995737" cy="3375498"/>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4" name="Marcador de posición de imagen 26">
            <a:extLst>
              <a:ext uri="{FF2B5EF4-FFF2-40B4-BE49-F238E27FC236}">
                <a16:creationId xmlns:a16="http://schemas.microsoft.com/office/drawing/2014/main" id="{C92FB699-44E2-4419-96AD-600264291F73}"/>
              </a:ext>
            </a:extLst>
          </p:cNvPr>
          <p:cNvSpPr>
            <a:spLocks noGrp="1"/>
          </p:cNvSpPr>
          <p:nvPr>
            <p:ph type="pic" sz="quarter" idx="27" hasCustomPrompt="1"/>
          </p:nvPr>
        </p:nvSpPr>
        <p:spPr>
          <a:xfrm>
            <a:off x="6215063" y="3482502"/>
            <a:ext cx="3995737" cy="3375498"/>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5" name="Marcador de texto 2">
            <a:extLst>
              <a:ext uri="{FF2B5EF4-FFF2-40B4-BE49-F238E27FC236}">
                <a16:creationId xmlns:a16="http://schemas.microsoft.com/office/drawing/2014/main" id="{F8291BBA-3814-43A7-812D-8F886044BEFD}"/>
              </a:ext>
            </a:extLst>
          </p:cNvPr>
          <p:cNvSpPr>
            <a:spLocks noGrp="1"/>
          </p:cNvSpPr>
          <p:nvPr>
            <p:ph type="body" sz="quarter" idx="28" hasCustomPrompt="1"/>
          </p:nvPr>
        </p:nvSpPr>
        <p:spPr>
          <a:xfrm>
            <a:off x="2127978" y="1969742"/>
            <a:ext cx="8077078" cy="1362929"/>
          </a:xfrm>
          <a:prstGeom prst="rect">
            <a:avLst/>
          </a:prstGeom>
        </p:spPr>
        <p:txBody>
          <a:bodyPr lIns="0"/>
          <a:lstStyle>
            <a:lvl1pPr algn="just">
              <a:defRPr lang="es-ES" sz="1400" dirty="0">
                <a:solidFill>
                  <a:schemeClr val="tx2"/>
                </a:solidFill>
              </a:defRPr>
            </a:lvl1pPr>
          </a:lstStyle>
          <a:p>
            <a:pPr marL="0" lvl="0" indent="0">
              <a:lnSpc>
                <a:spcPts val="2000"/>
              </a:lnSpc>
              <a:buClr>
                <a:schemeClr val="accent1"/>
              </a:buClr>
              <a:buSzPct val="150000"/>
              <a:buFont typeface="Cambria" panose="02040503050406030204" pitchFamily="18" charset="0"/>
              <a:buNone/>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 </a:t>
            </a:r>
            <a:r>
              <a:rPr lang="es-ES" dirty="0" err="1"/>
              <a:t>placerat</a:t>
            </a:r>
            <a:r>
              <a:rPr lang="es-ES" dirty="0"/>
              <a:t> </a:t>
            </a:r>
            <a:r>
              <a:rPr lang="es-ES" dirty="0" err="1"/>
              <a:t>pellentesque</a:t>
            </a:r>
            <a:r>
              <a:rPr lang="es-ES" dirty="0"/>
              <a:t> tortor </a:t>
            </a:r>
            <a:r>
              <a:rPr lang="es-ES" dirty="0" err="1"/>
              <a:t>vel</a:t>
            </a:r>
            <a:r>
              <a:rPr lang="es-ES" dirty="0"/>
              <a:t> platea </a:t>
            </a:r>
            <a:r>
              <a:rPr lang="es-ES" dirty="0" err="1"/>
              <a:t>proin</a:t>
            </a:r>
            <a:r>
              <a:rPr lang="es-ES" dirty="0"/>
              <a:t>, </a:t>
            </a:r>
            <a:r>
              <a:rPr lang="es-ES" dirty="0" err="1"/>
              <a:t>egestas</a:t>
            </a:r>
            <a:r>
              <a:rPr lang="es-ES" dirty="0"/>
              <a:t> </a:t>
            </a:r>
            <a:r>
              <a:rPr lang="es-ES" dirty="0" err="1"/>
              <a:t>faucibus</a:t>
            </a:r>
            <a:r>
              <a:rPr lang="es-ES" dirty="0"/>
              <a:t> </a:t>
            </a:r>
            <a:r>
              <a:rPr lang="es-ES" dirty="0" err="1"/>
              <a:t>risus</a:t>
            </a:r>
            <a:r>
              <a:rPr lang="es-ES" dirty="0"/>
              <a:t> </a:t>
            </a:r>
            <a:r>
              <a:rPr lang="es-ES" dirty="0" err="1"/>
              <a:t>erat</a:t>
            </a:r>
            <a:r>
              <a:rPr lang="es-ES" dirty="0"/>
              <a:t> </a:t>
            </a:r>
            <a:r>
              <a:rPr lang="es-ES" dirty="0" err="1"/>
              <a:t>arcu</a:t>
            </a:r>
            <a:r>
              <a:rPr lang="es-ES" dirty="0"/>
              <a:t> vitae, </a:t>
            </a:r>
            <a:r>
              <a:rPr lang="es-ES" dirty="0" err="1"/>
              <a:t>sollicitudin</a:t>
            </a:r>
            <a:r>
              <a:rPr lang="es-ES" dirty="0"/>
              <a:t> </a:t>
            </a:r>
            <a:r>
              <a:rPr lang="es-ES" dirty="0" err="1"/>
              <a:t>lobortis</a:t>
            </a:r>
            <a:r>
              <a:rPr lang="es-ES" dirty="0"/>
              <a:t> </a:t>
            </a:r>
            <a:r>
              <a:rPr lang="es-ES" dirty="0" err="1"/>
              <a:t>viverra</a:t>
            </a:r>
            <a:r>
              <a:rPr lang="es-ES" dirty="0"/>
              <a:t> </a:t>
            </a:r>
            <a:r>
              <a:rPr lang="es-ES" dirty="0" err="1"/>
              <a:t>quam</a:t>
            </a:r>
            <a:r>
              <a:rPr lang="es-ES" dirty="0"/>
              <a:t>.</a:t>
            </a:r>
          </a:p>
        </p:txBody>
      </p:sp>
    </p:spTree>
    <p:extLst>
      <p:ext uri="{BB962C8B-B14F-4D97-AF65-F5344CB8AC3E}">
        <p14:creationId xmlns:p14="http://schemas.microsoft.com/office/powerpoint/2010/main" val="2292240850"/>
      </p:ext>
    </p:extLst>
  </p:cSld>
  <p:clrMapOvr>
    <a:masterClrMapping/>
  </p:clrMapOvr>
  <p:extLst>
    <p:ext uri="{DCECCB84-F9BA-43D5-87BE-67443E8EF086}">
      <p15:sldGuideLst xmlns:p15="http://schemas.microsoft.com/office/powerpoint/2012/main">
        <p15:guide id="1" pos="3840" userDrawn="1">
          <p15:clr>
            <a:srgbClr val="FBAE40"/>
          </p15:clr>
        </p15:guide>
        <p15:guide id="3" pos="1323" userDrawn="1">
          <p15:clr>
            <a:srgbClr val="FBAE40"/>
          </p15:clr>
        </p15:guide>
        <p15:guide id="4" orient="horz" pos="278" userDrawn="1">
          <p15:clr>
            <a:srgbClr val="FBAE40"/>
          </p15:clr>
        </p15:guide>
        <p15:guide id="5" orient="horz" pos="52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Imagen y bullets">
    <p:spTree>
      <p:nvGrpSpPr>
        <p:cNvPr id="1" name=""/>
        <p:cNvGrpSpPr/>
        <p:nvPr/>
      </p:nvGrpSpPr>
      <p:grpSpPr>
        <a:xfrm>
          <a:off x="0" y="0"/>
          <a:ext cx="0" cy="0"/>
          <a:chOff x="0" y="0"/>
          <a:chExt cx="0" cy="0"/>
        </a:xfrm>
      </p:grpSpPr>
      <p:sp>
        <p:nvSpPr>
          <p:cNvPr id="15" name="Marcador de texto 2">
            <a:extLst>
              <a:ext uri="{FF2B5EF4-FFF2-40B4-BE49-F238E27FC236}">
                <a16:creationId xmlns:a16="http://schemas.microsoft.com/office/drawing/2014/main" id="{BAEBA9F5-CD76-4AA2-8BC9-DA1909C6D49B}"/>
              </a:ext>
            </a:extLst>
          </p:cNvPr>
          <p:cNvSpPr>
            <a:spLocks noGrp="1"/>
          </p:cNvSpPr>
          <p:nvPr>
            <p:ph type="body" sz="quarter" idx="20" hasCustomPrompt="1"/>
          </p:nvPr>
        </p:nvSpPr>
        <p:spPr>
          <a:xfrm>
            <a:off x="2486025" y="4305300"/>
            <a:ext cx="3486149" cy="2200275"/>
          </a:xfrm>
          <a:prstGeom prst="rect">
            <a:avLst/>
          </a:prstGeom>
        </p:spPr>
        <p:txBody>
          <a:bodyPr/>
          <a:lstStyle>
            <a:lvl1pPr marL="171450" indent="0" algn="l">
              <a:lnSpc>
                <a:spcPct val="100000"/>
              </a:lnSpc>
              <a:spcAft>
                <a:spcPts val="0"/>
              </a:spcAft>
              <a:buClr>
                <a:schemeClr val="tx2"/>
              </a:buClr>
              <a:buFont typeface="Segoe UI Light" panose="020B0502040204020203" pitchFamily="34" charset="0"/>
              <a:buChar char="→"/>
              <a:defRPr lang="es-CL" sz="1400" b="0" i="0" spc="0" smtClean="0">
                <a:solidFill>
                  <a:schemeClr val="tx2"/>
                </a:solidFill>
                <a:effectLst/>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MX" dirty="0"/>
              <a:t> Ítem</a:t>
            </a:r>
            <a:endParaRPr lang="es-CL" dirty="0"/>
          </a:p>
        </p:txBody>
      </p:sp>
      <p:sp>
        <p:nvSpPr>
          <p:cNvPr id="24" name="Marcador de texto 2">
            <a:extLst>
              <a:ext uri="{FF2B5EF4-FFF2-40B4-BE49-F238E27FC236}">
                <a16:creationId xmlns:a16="http://schemas.microsoft.com/office/drawing/2014/main" id="{5AAE6238-2AB7-435F-83B4-E6CBF4D656C9}"/>
              </a:ext>
            </a:extLst>
          </p:cNvPr>
          <p:cNvSpPr>
            <a:spLocks noGrp="1"/>
          </p:cNvSpPr>
          <p:nvPr>
            <p:ph type="body" sz="quarter" idx="21" hasCustomPrompt="1"/>
          </p:nvPr>
        </p:nvSpPr>
        <p:spPr>
          <a:xfrm>
            <a:off x="6334125" y="4305300"/>
            <a:ext cx="3486150" cy="2200275"/>
          </a:xfrm>
          <a:prstGeom prst="rect">
            <a:avLst/>
          </a:prstGeom>
        </p:spPr>
        <p:txBody>
          <a:bodyPr/>
          <a:lstStyle>
            <a:lvl1pPr marL="171450" indent="0" algn="l">
              <a:lnSpc>
                <a:spcPct val="100000"/>
              </a:lnSpc>
              <a:spcAft>
                <a:spcPts val="0"/>
              </a:spcAft>
              <a:buClr>
                <a:schemeClr val="tx2"/>
              </a:buClr>
              <a:buFont typeface="Segoe UI Light" panose="020B0502040204020203" pitchFamily="34" charset="0"/>
              <a:buChar char="→"/>
              <a:defRPr lang="es-CL" sz="1400" b="0" i="0" spc="0" smtClean="0">
                <a:solidFill>
                  <a:schemeClr val="tx2"/>
                </a:solidFill>
                <a:effectLst/>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MX" dirty="0"/>
              <a:t> Ítem</a:t>
            </a:r>
          </a:p>
          <a:p>
            <a:pPr lvl="0"/>
            <a:endParaRPr lang="es-CL" dirty="0"/>
          </a:p>
        </p:txBody>
      </p:sp>
      <p:sp>
        <p:nvSpPr>
          <p:cNvPr id="27" name="Marcador de posición de imagen 26">
            <a:extLst>
              <a:ext uri="{FF2B5EF4-FFF2-40B4-BE49-F238E27FC236}">
                <a16:creationId xmlns:a16="http://schemas.microsoft.com/office/drawing/2014/main" id="{E5DFCCB7-BA83-470A-9213-5DE0757E0276}"/>
              </a:ext>
            </a:extLst>
          </p:cNvPr>
          <p:cNvSpPr>
            <a:spLocks noGrp="1"/>
          </p:cNvSpPr>
          <p:nvPr>
            <p:ph type="pic" sz="quarter" idx="22" hasCustomPrompt="1"/>
          </p:nvPr>
        </p:nvSpPr>
        <p:spPr>
          <a:xfrm>
            <a:off x="1847850" y="981074"/>
            <a:ext cx="8496300" cy="3219451"/>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7"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8"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9" name="Conector recto 18">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1" name="Marcador de texto 2">
            <a:extLst>
              <a:ext uri="{FF2B5EF4-FFF2-40B4-BE49-F238E27FC236}">
                <a16:creationId xmlns:a16="http://schemas.microsoft.com/office/drawing/2014/main" id="{2370F6BE-EDC9-48A1-B566-E4E8F64EF790}"/>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2" name="Marcador de número de diapositiva 70">
            <a:extLst>
              <a:ext uri="{FF2B5EF4-FFF2-40B4-BE49-F238E27FC236}">
                <a16:creationId xmlns:a16="http://schemas.microsoft.com/office/drawing/2014/main" id="{FB3DF7D6-1893-4A71-BE82-4A3E0A6F9218}"/>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350615415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Texto con imagen de fondo">
    <p:spTree>
      <p:nvGrpSpPr>
        <p:cNvPr id="1" name=""/>
        <p:cNvGrpSpPr/>
        <p:nvPr/>
      </p:nvGrpSpPr>
      <p:grpSpPr>
        <a:xfrm>
          <a:off x="0" y="0"/>
          <a:ext cx="0" cy="0"/>
          <a:chOff x="0" y="0"/>
          <a:chExt cx="0" cy="0"/>
        </a:xfrm>
      </p:grpSpPr>
      <p:pic>
        <p:nvPicPr>
          <p:cNvPr id="74" name="Marcador de posición de imagen 4">
            <a:extLst>
              <a:ext uri="{FF2B5EF4-FFF2-40B4-BE49-F238E27FC236}">
                <a16:creationId xmlns:a16="http://schemas.microsoft.com/office/drawing/2014/main" id="{5CD1CC22-0D97-46B7-8A7E-B3A3A1A3228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1947490" cy="6858000"/>
          </a:xfrm>
          <a:prstGeom prst="rect">
            <a:avLst/>
          </a:prstGeom>
        </p:spPr>
      </p:pic>
      <p:grpSp>
        <p:nvGrpSpPr>
          <p:cNvPr id="107" name="Grupo 106">
            <a:extLst>
              <a:ext uri="{FF2B5EF4-FFF2-40B4-BE49-F238E27FC236}">
                <a16:creationId xmlns:a16="http://schemas.microsoft.com/office/drawing/2014/main" id="{499C264E-9083-4F15-BB87-70C68AD2EB93}"/>
              </a:ext>
            </a:extLst>
          </p:cNvPr>
          <p:cNvGrpSpPr/>
          <p:nvPr userDrawn="1"/>
        </p:nvGrpSpPr>
        <p:grpSpPr>
          <a:xfrm>
            <a:off x="260637" y="160236"/>
            <a:ext cx="1086071" cy="910924"/>
            <a:chOff x="137601" y="239283"/>
            <a:chExt cx="897579" cy="752830"/>
          </a:xfrm>
          <a:solidFill>
            <a:schemeClr val="bg2"/>
          </a:solidFill>
        </p:grpSpPr>
        <p:sp>
          <p:nvSpPr>
            <p:cNvPr id="108" name="Freeform 109">
              <a:extLst>
                <a:ext uri="{FF2B5EF4-FFF2-40B4-BE49-F238E27FC236}">
                  <a16:creationId xmlns:a16="http://schemas.microsoft.com/office/drawing/2014/main" id="{DF3DB903-7842-4910-8B17-ED2CA8611CE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9" name="Freeform 110">
              <a:extLst>
                <a:ext uri="{FF2B5EF4-FFF2-40B4-BE49-F238E27FC236}">
                  <a16:creationId xmlns:a16="http://schemas.microsoft.com/office/drawing/2014/main" id="{B5E6F7EE-8B73-4A0A-9B94-E354BD4C03B6}"/>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0" name="Grupo 109">
              <a:extLst>
                <a:ext uri="{FF2B5EF4-FFF2-40B4-BE49-F238E27FC236}">
                  <a16:creationId xmlns:a16="http://schemas.microsoft.com/office/drawing/2014/main" id="{80B70894-36F8-4E0D-9E07-D034C44E1978}"/>
                </a:ext>
              </a:extLst>
            </p:cNvPr>
            <p:cNvGrpSpPr/>
            <p:nvPr userDrawn="1"/>
          </p:nvGrpSpPr>
          <p:grpSpPr>
            <a:xfrm>
              <a:off x="137601" y="474669"/>
              <a:ext cx="897579" cy="326700"/>
              <a:chOff x="137601" y="474669"/>
              <a:chExt cx="897579" cy="326700"/>
            </a:xfrm>
            <a:grpFill/>
          </p:grpSpPr>
          <p:sp>
            <p:nvSpPr>
              <p:cNvPr id="121" name="Freeform 111">
                <a:extLst>
                  <a:ext uri="{FF2B5EF4-FFF2-40B4-BE49-F238E27FC236}">
                    <a16:creationId xmlns:a16="http://schemas.microsoft.com/office/drawing/2014/main" id="{8197FD6B-A529-419C-8F98-10F7E2EAC81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12">
                <a:extLst>
                  <a:ext uri="{FF2B5EF4-FFF2-40B4-BE49-F238E27FC236}">
                    <a16:creationId xmlns:a16="http://schemas.microsoft.com/office/drawing/2014/main" id="{58CA6C03-4B75-44D0-A22B-B0241CD0CCE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13">
                <a:extLst>
                  <a:ext uri="{FF2B5EF4-FFF2-40B4-BE49-F238E27FC236}">
                    <a16:creationId xmlns:a16="http://schemas.microsoft.com/office/drawing/2014/main" id="{AD72A3FD-D0CD-4D02-B866-D1C30613F27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14">
                <a:extLst>
                  <a:ext uri="{FF2B5EF4-FFF2-40B4-BE49-F238E27FC236}">
                    <a16:creationId xmlns:a16="http://schemas.microsoft.com/office/drawing/2014/main" id="{F99F78AA-093A-4DA8-AA73-BAE6887E5F1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15">
                <a:extLst>
                  <a:ext uri="{FF2B5EF4-FFF2-40B4-BE49-F238E27FC236}">
                    <a16:creationId xmlns:a16="http://schemas.microsoft.com/office/drawing/2014/main" id="{D124D429-5FC0-4824-81AD-99F00037986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16">
                <a:extLst>
                  <a:ext uri="{FF2B5EF4-FFF2-40B4-BE49-F238E27FC236}">
                    <a16:creationId xmlns:a16="http://schemas.microsoft.com/office/drawing/2014/main" id="{EEB99B53-933D-4E13-A7F4-7C78486B0D9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17">
                <a:extLst>
                  <a:ext uri="{FF2B5EF4-FFF2-40B4-BE49-F238E27FC236}">
                    <a16:creationId xmlns:a16="http://schemas.microsoft.com/office/drawing/2014/main" id="{4646E39B-0B49-4E67-BFA7-60F1A4F7C44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18">
                <a:extLst>
                  <a:ext uri="{FF2B5EF4-FFF2-40B4-BE49-F238E27FC236}">
                    <a16:creationId xmlns:a16="http://schemas.microsoft.com/office/drawing/2014/main" id="{C024E07C-A6F2-4E50-868E-351C58FCF63E}"/>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9" name="Freeform 119">
                <a:extLst>
                  <a:ext uri="{FF2B5EF4-FFF2-40B4-BE49-F238E27FC236}">
                    <a16:creationId xmlns:a16="http://schemas.microsoft.com/office/drawing/2014/main" id="{45B89081-D056-4544-A3B7-B8AD1BC5A0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20">
                <a:extLst>
                  <a:ext uri="{FF2B5EF4-FFF2-40B4-BE49-F238E27FC236}">
                    <a16:creationId xmlns:a16="http://schemas.microsoft.com/office/drawing/2014/main" id="{EE00D3CE-425B-4202-8530-8BCEE51A8436}"/>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21">
                <a:extLst>
                  <a:ext uri="{FF2B5EF4-FFF2-40B4-BE49-F238E27FC236}">
                    <a16:creationId xmlns:a16="http://schemas.microsoft.com/office/drawing/2014/main" id="{16A54E6F-E194-4DC5-BBA8-C5050B1BFB61}"/>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22">
                <a:extLst>
                  <a:ext uri="{FF2B5EF4-FFF2-40B4-BE49-F238E27FC236}">
                    <a16:creationId xmlns:a16="http://schemas.microsoft.com/office/drawing/2014/main" id="{63BACA06-6F53-45DB-B2BC-AD0D98678477}"/>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23">
                <a:extLst>
                  <a:ext uri="{FF2B5EF4-FFF2-40B4-BE49-F238E27FC236}">
                    <a16:creationId xmlns:a16="http://schemas.microsoft.com/office/drawing/2014/main" id="{CB942BEA-C83B-424D-A5BA-85962D2CF5DB}"/>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24">
                <a:extLst>
                  <a:ext uri="{FF2B5EF4-FFF2-40B4-BE49-F238E27FC236}">
                    <a16:creationId xmlns:a16="http://schemas.microsoft.com/office/drawing/2014/main" id="{2CAB6FAE-DDDA-436F-B6DE-CFCB3BD48E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25">
                <a:extLst>
                  <a:ext uri="{FF2B5EF4-FFF2-40B4-BE49-F238E27FC236}">
                    <a16:creationId xmlns:a16="http://schemas.microsoft.com/office/drawing/2014/main" id="{E35AB3D9-0B82-4397-96A2-791EA25859A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26">
                <a:extLst>
                  <a:ext uri="{FF2B5EF4-FFF2-40B4-BE49-F238E27FC236}">
                    <a16:creationId xmlns:a16="http://schemas.microsoft.com/office/drawing/2014/main" id="{50B012F8-7FBD-460B-99B6-7FF54087C76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7" name="Freeform 127">
                <a:extLst>
                  <a:ext uri="{FF2B5EF4-FFF2-40B4-BE49-F238E27FC236}">
                    <a16:creationId xmlns:a16="http://schemas.microsoft.com/office/drawing/2014/main" id="{40E3B342-69FF-404E-83EA-2745C6D951C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1" name="Freeform 128">
              <a:extLst>
                <a:ext uri="{FF2B5EF4-FFF2-40B4-BE49-F238E27FC236}">
                  <a16:creationId xmlns:a16="http://schemas.microsoft.com/office/drawing/2014/main" id="{31B6BF3F-E4BD-4B4D-894E-8E6AB43E2B6F}"/>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2" name="Freeform 129">
              <a:extLst>
                <a:ext uri="{FF2B5EF4-FFF2-40B4-BE49-F238E27FC236}">
                  <a16:creationId xmlns:a16="http://schemas.microsoft.com/office/drawing/2014/main" id="{C96DED31-E2FA-4F0C-91DA-B7E4262E9E41}"/>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3" name="Freeform 130">
              <a:extLst>
                <a:ext uri="{FF2B5EF4-FFF2-40B4-BE49-F238E27FC236}">
                  <a16:creationId xmlns:a16="http://schemas.microsoft.com/office/drawing/2014/main" id="{44B9F68E-C00B-444D-9132-9ECE1512618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4" name="Freeform 131">
              <a:extLst>
                <a:ext uri="{FF2B5EF4-FFF2-40B4-BE49-F238E27FC236}">
                  <a16:creationId xmlns:a16="http://schemas.microsoft.com/office/drawing/2014/main" id="{AC068A6F-9C85-4DFB-BBA6-59B128A00206}"/>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5" name="Freeform 132">
              <a:extLst>
                <a:ext uri="{FF2B5EF4-FFF2-40B4-BE49-F238E27FC236}">
                  <a16:creationId xmlns:a16="http://schemas.microsoft.com/office/drawing/2014/main" id="{C6C16652-5C13-4D34-B2A6-B45DCD35A10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6" name="Freeform 133">
              <a:extLst>
                <a:ext uri="{FF2B5EF4-FFF2-40B4-BE49-F238E27FC236}">
                  <a16:creationId xmlns:a16="http://schemas.microsoft.com/office/drawing/2014/main" id="{3AB2D4DF-3A19-4458-9A1D-ECF79213449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34">
              <a:extLst>
                <a:ext uri="{FF2B5EF4-FFF2-40B4-BE49-F238E27FC236}">
                  <a16:creationId xmlns:a16="http://schemas.microsoft.com/office/drawing/2014/main" id="{624F4044-D37F-467B-92AC-E8E11BBC88A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8" name="Freeform 135">
              <a:extLst>
                <a:ext uri="{FF2B5EF4-FFF2-40B4-BE49-F238E27FC236}">
                  <a16:creationId xmlns:a16="http://schemas.microsoft.com/office/drawing/2014/main" id="{4E83C53F-AEBD-4D05-A5EE-B23B4BCA422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9" name="Freeform 136">
              <a:extLst>
                <a:ext uri="{FF2B5EF4-FFF2-40B4-BE49-F238E27FC236}">
                  <a16:creationId xmlns:a16="http://schemas.microsoft.com/office/drawing/2014/main" id="{AF47A243-60C3-496C-9CCC-79F301BED27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37">
              <a:extLst>
                <a:ext uri="{FF2B5EF4-FFF2-40B4-BE49-F238E27FC236}">
                  <a16:creationId xmlns:a16="http://schemas.microsoft.com/office/drawing/2014/main" id="{166BBEA1-E3EE-4BB4-8F30-B5BF9CA0A570}"/>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37" name="Grupo 136">
            <a:extLst>
              <a:ext uri="{FF2B5EF4-FFF2-40B4-BE49-F238E27FC236}">
                <a16:creationId xmlns:a16="http://schemas.microsoft.com/office/drawing/2014/main" id="{86B7D43B-EBAF-4A7C-A005-6222D1A29DC9}"/>
              </a:ext>
            </a:extLst>
          </p:cNvPr>
          <p:cNvGrpSpPr/>
          <p:nvPr userDrawn="1"/>
        </p:nvGrpSpPr>
        <p:grpSpPr>
          <a:xfrm>
            <a:off x="10580559" y="518761"/>
            <a:ext cx="1147824" cy="235942"/>
            <a:chOff x="6094413" y="2516188"/>
            <a:chExt cx="2000250" cy="411162"/>
          </a:xfrm>
          <a:solidFill>
            <a:schemeClr val="bg2"/>
          </a:solidFill>
        </p:grpSpPr>
        <p:sp>
          <p:nvSpPr>
            <p:cNvPr id="138" name="Freeform 7">
              <a:extLst>
                <a:ext uri="{FF2B5EF4-FFF2-40B4-BE49-F238E27FC236}">
                  <a16:creationId xmlns:a16="http://schemas.microsoft.com/office/drawing/2014/main" id="{805A2F13-ED1C-461C-9ED8-75FCED4513E0}"/>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9" name="Freeform 8">
              <a:extLst>
                <a:ext uri="{FF2B5EF4-FFF2-40B4-BE49-F238E27FC236}">
                  <a16:creationId xmlns:a16="http://schemas.microsoft.com/office/drawing/2014/main" id="{347CFB1F-EE43-4374-9D0E-D9D125082A8A}"/>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0" name="Freeform 9">
              <a:extLst>
                <a:ext uri="{FF2B5EF4-FFF2-40B4-BE49-F238E27FC236}">
                  <a16:creationId xmlns:a16="http://schemas.microsoft.com/office/drawing/2014/main" id="{0C091651-35A1-486A-9A4F-55A3AA9A6087}"/>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1" name="Rectangle 10">
              <a:extLst>
                <a:ext uri="{FF2B5EF4-FFF2-40B4-BE49-F238E27FC236}">
                  <a16:creationId xmlns:a16="http://schemas.microsoft.com/office/drawing/2014/main" id="{C263CC8F-4618-42EF-B847-4ECE15955B40}"/>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2" name="Freeform 11">
              <a:extLst>
                <a:ext uri="{FF2B5EF4-FFF2-40B4-BE49-F238E27FC236}">
                  <a16:creationId xmlns:a16="http://schemas.microsoft.com/office/drawing/2014/main" id="{1CCB991A-EDF1-49DA-9CBC-5311FEBE30C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3" name="Freeform 12">
              <a:extLst>
                <a:ext uri="{FF2B5EF4-FFF2-40B4-BE49-F238E27FC236}">
                  <a16:creationId xmlns:a16="http://schemas.microsoft.com/office/drawing/2014/main" id="{D5C4203F-F379-4689-8872-60DF2503C49D}"/>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4" name="Freeform 13">
              <a:extLst>
                <a:ext uri="{FF2B5EF4-FFF2-40B4-BE49-F238E27FC236}">
                  <a16:creationId xmlns:a16="http://schemas.microsoft.com/office/drawing/2014/main" id="{D1279E4E-2BDD-429D-8B3A-98468166D1FF}"/>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5" name="Freeform 14">
              <a:extLst>
                <a:ext uri="{FF2B5EF4-FFF2-40B4-BE49-F238E27FC236}">
                  <a16:creationId xmlns:a16="http://schemas.microsoft.com/office/drawing/2014/main" id="{70DD5F17-99AA-41FD-940E-EA518141671D}"/>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6" name="Rectangle 15">
              <a:extLst>
                <a:ext uri="{FF2B5EF4-FFF2-40B4-BE49-F238E27FC236}">
                  <a16:creationId xmlns:a16="http://schemas.microsoft.com/office/drawing/2014/main" id="{44532E74-7E02-4964-92F2-59E98D23CD30}"/>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7" name="Freeform 16">
              <a:extLst>
                <a:ext uri="{FF2B5EF4-FFF2-40B4-BE49-F238E27FC236}">
                  <a16:creationId xmlns:a16="http://schemas.microsoft.com/office/drawing/2014/main" id="{EE37844D-B2A6-4955-8612-5EB4320724AE}"/>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8" name="Freeform 17">
              <a:extLst>
                <a:ext uri="{FF2B5EF4-FFF2-40B4-BE49-F238E27FC236}">
                  <a16:creationId xmlns:a16="http://schemas.microsoft.com/office/drawing/2014/main" id="{C168CECB-6293-4E47-9940-6DED29A3EB28}"/>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9" name="Freeform 18">
              <a:extLst>
                <a:ext uri="{FF2B5EF4-FFF2-40B4-BE49-F238E27FC236}">
                  <a16:creationId xmlns:a16="http://schemas.microsoft.com/office/drawing/2014/main" id="{ECBE2764-684D-4C75-A9BF-FA752BD3BA2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0" name="Freeform 19">
              <a:extLst>
                <a:ext uri="{FF2B5EF4-FFF2-40B4-BE49-F238E27FC236}">
                  <a16:creationId xmlns:a16="http://schemas.microsoft.com/office/drawing/2014/main" id="{C51A37E4-7B2E-4C8C-AB54-6562A4C10B22}"/>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1" name="Freeform 20">
              <a:extLst>
                <a:ext uri="{FF2B5EF4-FFF2-40B4-BE49-F238E27FC236}">
                  <a16:creationId xmlns:a16="http://schemas.microsoft.com/office/drawing/2014/main" id="{18A1BF2C-7C38-4593-8834-B70BBC1A5FE2}"/>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2" name="Freeform 21">
              <a:extLst>
                <a:ext uri="{FF2B5EF4-FFF2-40B4-BE49-F238E27FC236}">
                  <a16:creationId xmlns:a16="http://schemas.microsoft.com/office/drawing/2014/main" id="{1B598A72-D03E-4D5B-ADF9-3A0CD5571F0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3" name="Freeform 22">
              <a:extLst>
                <a:ext uri="{FF2B5EF4-FFF2-40B4-BE49-F238E27FC236}">
                  <a16:creationId xmlns:a16="http://schemas.microsoft.com/office/drawing/2014/main" id="{AE268EC0-351E-481F-AE06-1CCF71E04CA9}"/>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4" name="Freeform 23">
              <a:extLst>
                <a:ext uri="{FF2B5EF4-FFF2-40B4-BE49-F238E27FC236}">
                  <a16:creationId xmlns:a16="http://schemas.microsoft.com/office/drawing/2014/main" id="{9A4A82FF-9A69-43F0-99D1-97B5B755A47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5" name="Freeform 24">
              <a:extLst>
                <a:ext uri="{FF2B5EF4-FFF2-40B4-BE49-F238E27FC236}">
                  <a16:creationId xmlns:a16="http://schemas.microsoft.com/office/drawing/2014/main" id="{4FBC13B9-719F-4763-972A-9F5937285E0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6" name="Rectangle 25">
              <a:extLst>
                <a:ext uri="{FF2B5EF4-FFF2-40B4-BE49-F238E27FC236}">
                  <a16:creationId xmlns:a16="http://schemas.microsoft.com/office/drawing/2014/main" id="{2B0A03E1-C666-4175-A941-D3648FB79D12}"/>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7" name="Freeform 26">
              <a:extLst>
                <a:ext uri="{FF2B5EF4-FFF2-40B4-BE49-F238E27FC236}">
                  <a16:creationId xmlns:a16="http://schemas.microsoft.com/office/drawing/2014/main" id="{2EFA2493-D022-4827-92A0-7FF384224BF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8" name="Freeform 27">
              <a:extLst>
                <a:ext uri="{FF2B5EF4-FFF2-40B4-BE49-F238E27FC236}">
                  <a16:creationId xmlns:a16="http://schemas.microsoft.com/office/drawing/2014/main" id="{7772AC13-9691-43FB-BB0D-D5B3FFC9F1F7}"/>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9" name="Freeform 28">
              <a:extLst>
                <a:ext uri="{FF2B5EF4-FFF2-40B4-BE49-F238E27FC236}">
                  <a16:creationId xmlns:a16="http://schemas.microsoft.com/office/drawing/2014/main" id="{A3D97595-A9BE-40A0-92E1-AAFD30F43D75}"/>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0" name="Freeform 29">
              <a:extLst>
                <a:ext uri="{FF2B5EF4-FFF2-40B4-BE49-F238E27FC236}">
                  <a16:creationId xmlns:a16="http://schemas.microsoft.com/office/drawing/2014/main" id="{7FE7A090-7BF6-4244-8DC2-CAE1C84A10BE}"/>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1" name="Freeform 30">
              <a:extLst>
                <a:ext uri="{FF2B5EF4-FFF2-40B4-BE49-F238E27FC236}">
                  <a16:creationId xmlns:a16="http://schemas.microsoft.com/office/drawing/2014/main" id="{C5A0402C-60D0-4BC8-BBEE-BD521EE5FC7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2" name="Freeform 31">
              <a:extLst>
                <a:ext uri="{FF2B5EF4-FFF2-40B4-BE49-F238E27FC236}">
                  <a16:creationId xmlns:a16="http://schemas.microsoft.com/office/drawing/2014/main" id="{206C5362-464C-4B00-9A83-EC03FC57A76E}"/>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3" name="Freeform 32">
              <a:extLst>
                <a:ext uri="{FF2B5EF4-FFF2-40B4-BE49-F238E27FC236}">
                  <a16:creationId xmlns:a16="http://schemas.microsoft.com/office/drawing/2014/main" id="{3829A00D-2BF3-491B-9856-63ADC33F4F1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4" name="Freeform 33">
              <a:extLst>
                <a:ext uri="{FF2B5EF4-FFF2-40B4-BE49-F238E27FC236}">
                  <a16:creationId xmlns:a16="http://schemas.microsoft.com/office/drawing/2014/main" id="{A4BCAEB8-5BB6-4167-8B7C-0490EA7D56A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5" name="Freeform 34">
              <a:extLst>
                <a:ext uri="{FF2B5EF4-FFF2-40B4-BE49-F238E27FC236}">
                  <a16:creationId xmlns:a16="http://schemas.microsoft.com/office/drawing/2014/main" id="{7F685A3D-EA88-4C00-9579-D0BF09CE6276}"/>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6" name="Freeform 35">
              <a:extLst>
                <a:ext uri="{FF2B5EF4-FFF2-40B4-BE49-F238E27FC236}">
                  <a16:creationId xmlns:a16="http://schemas.microsoft.com/office/drawing/2014/main" id="{0F7E33DF-DE4C-45D5-821E-C5C6AE765AA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0" name="Freeform 36">
              <a:extLst>
                <a:ext uri="{FF2B5EF4-FFF2-40B4-BE49-F238E27FC236}">
                  <a16:creationId xmlns:a16="http://schemas.microsoft.com/office/drawing/2014/main" id="{E86E4DC5-E5CD-4A06-A99D-DAE408561FD6}"/>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71" name="Grupo 170">
            <a:extLst>
              <a:ext uri="{FF2B5EF4-FFF2-40B4-BE49-F238E27FC236}">
                <a16:creationId xmlns:a16="http://schemas.microsoft.com/office/drawing/2014/main" id="{691E41E7-7A24-46C3-9D1F-1F7B928CC969}"/>
              </a:ext>
            </a:extLst>
          </p:cNvPr>
          <p:cNvGrpSpPr/>
          <p:nvPr userDrawn="1"/>
        </p:nvGrpSpPr>
        <p:grpSpPr>
          <a:xfrm>
            <a:off x="9269672" y="352811"/>
            <a:ext cx="1108652" cy="538385"/>
            <a:chOff x="3838575" y="2246313"/>
            <a:chExt cx="1931988" cy="938213"/>
          </a:xfrm>
        </p:grpSpPr>
        <p:sp>
          <p:nvSpPr>
            <p:cNvPr id="172" name="Rectangle 5">
              <a:extLst>
                <a:ext uri="{FF2B5EF4-FFF2-40B4-BE49-F238E27FC236}">
                  <a16:creationId xmlns:a16="http://schemas.microsoft.com/office/drawing/2014/main" id="{98A30CFF-8288-4235-86D8-35E89A6B8B9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3" name="Freeform 37">
              <a:extLst>
                <a:ext uri="{FF2B5EF4-FFF2-40B4-BE49-F238E27FC236}">
                  <a16:creationId xmlns:a16="http://schemas.microsoft.com/office/drawing/2014/main" id="{F5377FCD-72EE-4881-B934-191CFCADD7D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4" name="Freeform 38">
              <a:extLst>
                <a:ext uri="{FF2B5EF4-FFF2-40B4-BE49-F238E27FC236}">
                  <a16:creationId xmlns:a16="http://schemas.microsoft.com/office/drawing/2014/main" id="{2DC7FE0D-A1D0-4690-9031-2C3E1C21B4DB}"/>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9" name="Marcador de número de diapositiva 70">
            <a:extLst>
              <a:ext uri="{FF2B5EF4-FFF2-40B4-BE49-F238E27FC236}">
                <a16:creationId xmlns:a16="http://schemas.microsoft.com/office/drawing/2014/main" id="{64EACE25-1980-4704-A58D-E0A21D5FF546}"/>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75" name="Marcador de texto 4">
            <a:extLst>
              <a:ext uri="{FF2B5EF4-FFF2-40B4-BE49-F238E27FC236}">
                <a16:creationId xmlns:a16="http://schemas.microsoft.com/office/drawing/2014/main" id="{6D475752-527F-4496-84AD-E5EB6D3B9F88}"/>
              </a:ext>
            </a:extLst>
          </p:cNvPr>
          <p:cNvSpPr>
            <a:spLocks noGrp="1"/>
          </p:cNvSpPr>
          <p:nvPr>
            <p:ph type="body" sz="quarter" idx="12" hasCustomPrompt="1"/>
          </p:nvPr>
        </p:nvSpPr>
        <p:spPr>
          <a:xfrm>
            <a:off x="0" y="3209490"/>
            <a:ext cx="11938943" cy="417512"/>
          </a:xfrm>
          <a:prstGeom prst="rect">
            <a:avLst/>
          </a:prstGeom>
        </p:spPr>
        <p:txBody>
          <a:bodyPr anchor="ctr"/>
          <a:lstStyle>
            <a:lvl1pPr marL="0" indent="0" algn="ctr">
              <a:buNone/>
              <a:defRPr sz="3200" b="1">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Texto en altas y bajas</a:t>
            </a:r>
            <a:endParaRPr lang="es-CL" dirty="0"/>
          </a:p>
        </p:txBody>
      </p:sp>
    </p:spTree>
    <p:extLst>
      <p:ext uri="{BB962C8B-B14F-4D97-AF65-F5344CB8AC3E}">
        <p14:creationId xmlns:p14="http://schemas.microsoft.com/office/powerpoint/2010/main" val="6036460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guide id="7" orient="horz" pos="4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Imágen full y descripción">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4A7C7672-94BA-4FA5-814B-6E725F379404}"/>
              </a:ext>
            </a:extLst>
          </p:cNvPr>
          <p:cNvSpPr>
            <a:spLocks noGrp="1"/>
          </p:cNvSpPr>
          <p:nvPr>
            <p:ph type="pic" sz="quarter" idx="10" hasCustomPrompt="1"/>
          </p:nvPr>
        </p:nvSpPr>
        <p:spPr>
          <a:xfrm>
            <a:off x="-8546" y="0"/>
            <a:ext cx="11947490" cy="6858000"/>
          </a:xfrm>
          <a:prstGeom prst="rect">
            <a:avLst/>
          </a:prstGeom>
          <a:solidFill>
            <a:schemeClr val="bg1">
              <a:lumMod val="85000"/>
            </a:schemeClr>
          </a:solidFill>
        </p:spPr>
        <p:txBody>
          <a:bodyPr tIns="1152000" anchor="t"/>
          <a:lstStyle>
            <a:lvl1pPr marL="0" indent="0" algn="ctr">
              <a:buNone/>
              <a:defRPr sz="2000">
                <a:solidFill>
                  <a:schemeClr val="tx2"/>
                </a:solidFill>
              </a:defRPr>
            </a:lvl1pPr>
          </a:lstStyle>
          <a:p>
            <a:r>
              <a:rPr lang="es-CL" dirty="0"/>
              <a:t>Espacio para imagen full </a:t>
            </a:r>
          </a:p>
        </p:txBody>
      </p:sp>
      <p:sp>
        <p:nvSpPr>
          <p:cNvPr id="6" name="Marcador de texto 4">
            <a:extLst>
              <a:ext uri="{FF2B5EF4-FFF2-40B4-BE49-F238E27FC236}">
                <a16:creationId xmlns:a16="http://schemas.microsoft.com/office/drawing/2014/main" id="{6D475752-527F-4496-84AD-E5EB6D3B9F88}"/>
              </a:ext>
            </a:extLst>
          </p:cNvPr>
          <p:cNvSpPr>
            <a:spLocks noGrp="1"/>
          </p:cNvSpPr>
          <p:nvPr>
            <p:ph type="body" sz="quarter" idx="12" hasCustomPrompt="1"/>
          </p:nvPr>
        </p:nvSpPr>
        <p:spPr>
          <a:xfrm>
            <a:off x="0" y="3220244"/>
            <a:ext cx="11938943" cy="417512"/>
          </a:xfrm>
          <a:prstGeom prst="rect">
            <a:avLst/>
          </a:prstGeom>
        </p:spPr>
        <p:txBody>
          <a:bodyPr anchor="ctr"/>
          <a:lstStyle>
            <a:lvl1pPr marL="0" indent="0" algn="ctr">
              <a:buNone/>
              <a:defRPr sz="3200" b="1">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Texto en altas y bajas</a:t>
            </a:r>
            <a:endParaRPr lang="es-CL" dirty="0"/>
          </a:p>
        </p:txBody>
      </p:sp>
      <p:grpSp>
        <p:nvGrpSpPr>
          <p:cNvPr id="71" name="Grupo 70">
            <a:extLst>
              <a:ext uri="{FF2B5EF4-FFF2-40B4-BE49-F238E27FC236}">
                <a16:creationId xmlns:a16="http://schemas.microsoft.com/office/drawing/2014/main" id="{18F58F91-0033-4B76-AC08-AE1F093D0D3B}"/>
              </a:ext>
            </a:extLst>
          </p:cNvPr>
          <p:cNvGrpSpPr/>
          <p:nvPr userDrawn="1"/>
        </p:nvGrpSpPr>
        <p:grpSpPr>
          <a:xfrm>
            <a:off x="260637" y="160236"/>
            <a:ext cx="1086071" cy="910924"/>
            <a:chOff x="137601" y="239283"/>
            <a:chExt cx="897579" cy="752830"/>
          </a:xfrm>
          <a:solidFill>
            <a:schemeClr val="bg2"/>
          </a:solidFill>
        </p:grpSpPr>
        <p:sp>
          <p:nvSpPr>
            <p:cNvPr id="72" name="Freeform 109">
              <a:extLst>
                <a:ext uri="{FF2B5EF4-FFF2-40B4-BE49-F238E27FC236}">
                  <a16:creationId xmlns:a16="http://schemas.microsoft.com/office/drawing/2014/main" id="{96AB14E3-8E5C-4922-B9DB-3413AF77EED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3" name="Freeform 110">
              <a:extLst>
                <a:ext uri="{FF2B5EF4-FFF2-40B4-BE49-F238E27FC236}">
                  <a16:creationId xmlns:a16="http://schemas.microsoft.com/office/drawing/2014/main" id="{1A9D835A-82C2-43F5-B8EA-04DB94EED2C8}"/>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4" name="Grupo 73">
              <a:extLst>
                <a:ext uri="{FF2B5EF4-FFF2-40B4-BE49-F238E27FC236}">
                  <a16:creationId xmlns:a16="http://schemas.microsoft.com/office/drawing/2014/main" id="{2B3D4907-70C1-477D-93D5-207E4013928C}"/>
                </a:ext>
              </a:extLst>
            </p:cNvPr>
            <p:cNvGrpSpPr/>
            <p:nvPr userDrawn="1"/>
          </p:nvGrpSpPr>
          <p:grpSpPr>
            <a:xfrm>
              <a:off x="137601" y="474669"/>
              <a:ext cx="897579" cy="326700"/>
              <a:chOff x="137601" y="474669"/>
              <a:chExt cx="897579" cy="326700"/>
            </a:xfrm>
            <a:grpFill/>
          </p:grpSpPr>
          <p:sp>
            <p:nvSpPr>
              <p:cNvPr id="85" name="Freeform 111">
                <a:extLst>
                  <a:ext uri="{FF2B5EF4-FFF2-40B4-BE49-F238E27FC236}">
                    <a16:creationId xmlns:a16="http://schemas.microsoft.com/office/drawing/2014/main" id="{C5D69512-E583-4C2E-B631-E4361BAA35D5}"/>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6" name="Freeform 112">
                <a:extLst>
                  <a:ext uri="{FF2B5EF4-FFF2-40B4-BE49-F238E27FC236}">
                    <a16:creationId xmlns:a16="http://schemas.microsoft.com/office/drawing/2014/main" id="{2A7ACA2B-8D7E-418F-8E1E-CE20DA3CD02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7" name="Freeform 113">
                <a:extLst>
                  <a:ext uri="{FF2B5EF4-FFF2-40B4-BE49-F238E27FC236}">
                    <a16:creationId xmlns:a16="http://schemas.microsoft.com/office/drawing/2014/main" id="{925D44F3-7225-4EEB-BC13-7CD4F1FD8932}"/>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4">
                <a:extLst>
                  <a:ext uri="{FF2B5EF4-FFF2-40B4-BE49-F238E27FC236}">
                    <a16:creationId xmlns:a16="http://schemas.microsoft.com/office/drawing/2014/main" id="{64C00162-7B11-4A2C-997B-7459AEDD61B7}"/>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5">
                <a:extLst>
                  <a:ext uri="{FF2B5EF4-FFF2-40B4-BE49-F238E27FC236}">
                    <a16:creationId xmlns:a16="http://schemas.microsoft.com/office/drawing/2014/main" id="{A50C0306-E5CA-4BD5-9BFA-6ECCEEC3DD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6">
                <a:extLst>
                  <a:ext uri="{FF2B5EF4-FFF2-40B4-BE49-F238E27FC236}">
                    <a16:creationId xmlns:a16="http://schemas.microsoft.com/office/drawing/2014/main" id="{86B71BD0-8245-4F02-A518-B56C446BE545}"/>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7">
                <a:extLst>
                  <a:ext uri="{FF2B5EF4-FFF2-40B4-BE49-F238E27FC236}">
                    <a16:creationId xmlns:a16="http://schemas.microsoft.com/office/drawing/2014/main" id="{7E6A241D-4E61-4FBA-B683-14AA16AE9852}"/>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8">
                <a:extLst>
                  <a:ext uri="{FF2B5EF4-FFF2-40B4-BE49-F238E27FC236}">
                    <a16:creationId xmlns:a16="http://schemas.microsoft.com/office/drawing/2014/main" id="{914652C7-D488-4847-AE92-49F866185E5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9">
                <a:extLst>
                  <a:ext uri="{FF2B5EF4-FFF2-40B4-BE49-F238E27FC236}">
                    <a16:creationId xmlns:a16="http://schemas.microsoft.com/office/drawing/2014/main" id="{C1437106-1E1F-4FD2-BD76-48C4F562D6A7}"/>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20">
                <a:extLst>
                  <a:ext uri="{FF2B5EF4-FFF2-40B4-BE49-F238E27FC236}">
                    <a16:creationId xmlns:a16="http://schemas.microsoft.com/office/drawing/2014/main" id="{DC026305-F7D2-4A3C-A018-D1DA87A23BD1}"/>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21">
                <a:extLst>
                  <a:ext uri="{FF2B5EF4-FFF2-40B4-BE49-F238E27FC236}">
                    <a16:creationId xmlns:a16="http://schemas.microsoft.com/office/drawing/2014/main" id="{5ACC416C-1B47-4244-BDBD-E93DD8E3AA55}"/>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2">
                <a:extLst>
                  <a:ext uri="{FF2B5EF4-FFF2-40B4-BE49-F238E27FC236}">
                    <a16:creationId xmlns:a16="http://schemas.microsoft.com/office/drawing/2014/main" id="{3626AE19-E8FF-42DC-922E-FA743108A2C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3">
                <a:extLst>
                  <a:ext uri="{FF2B5EF4-FFF2-40B4-BE49-F238E27FC236}">
                    <a16:creationId xmlns:a16="http://schemas.microsoft.com/office/drawing/2014/main" id="{460BDDB1-5D20-4ED5-8DE6-26D279E89904}"/>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4">
                <a:extLst>
                  <a:ext uri="{FF2B5EF4-FFF2-40B4-BE49-F238E27FC236}">
                    <a16:creationId xmlns:a16="http://schemas.microsoft.com/office/drawing/2014/main" id="{B44368DE-59B6-4674-BCD4-3B852D8469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5">
                <a:extLst>
                  <a:ext uri="{FF2B5EF4-FFF2-40B4-BE49-F238E27FC236}">
                    <a16:creationId xmlns:a16="http://schemas.microsoft.com/office/drawing/2014/main" id="{322C328A-634A-4068-A476-671FBABDFB4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6">
                <a:extLst>
                  <a:ext uri="{FF2B5EF4-FFF2-40B4-BE49-F238E27FC236}">
                    <a16:creationId xmlns:a16="http://schemas.microsoft.com/office/drawing/2014/main" id="{A73B8BD2-A04C-4508-B0E1-CA3F283E61B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7">
                <a:extLst>
                  <a:ext uri="{FF2B5EF4-FFF2-40B4-BE49-F238E27FC236}">
                    <a16:creationId xmlns:a16="http://schemas.microsoft.com/office/drawing/2014/main" id="{4CECD2B1-20C0-46C1-A146-44114C4F621E}"/>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5" name="Freeform 128">
              <a:extLst>
                <a:ext uri="{FF2B5EF4-FFF2-40B4-BE49-F238E27FC236}">
                  <a16:creationId xmlns:a16="http://schemas.microsoft.com/office/drawing/2014/main" id="{C5152B54-691E-4141-BF10-58559062ABA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6" name="Freeform 129">
              <a:extLst>
                <a:ext uri="{FF2B5EF4-FFF2-40B4-BE49-F238E27FC236}">
                  <a16:creationId xmlns:a16="http://schemas.microsoft.com/office/drawing/2014/main" id="{C6160175-9203-45D4-956A-EB90F82203EF}"/>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7" name="Freeform 130">
              <a:extLst>
                <a:ext uri="{FF2B5EF4-FFF2-40B4-BE49-F238E27FC236}">
                  <a16:creationId xmlns:a16="http://schemas.microsoft.com/office/drawing/2014/main" id="{FD9CA157-3E9D-4B8A-BD4A-8B19A8677BF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31">
              <a:extLst>
                <a:ext uri="{FF2B5EF4-FFF2-40B4-BE49-F238E27FC236}">
                  <a16:creationId xmlns:a16="http://schemas.microsoft.com/office/drawing/2014/main" id="{43C6FCFA-8F16-4F34-B4E9-A555655834F0}"/>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2">
              <a:extLst>
                <a:ext uri="{FF2B5EF4-FFF2-40B4-BE49-F238E27FC236}">
                  <a16:creationId xmlns:a16="http://schemas.microsoft.com/office/drawing/2014/main" id="{FF5C128F-1BA4-4FED-BBE7-58901C1455B9}"/>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3">
              <a:extLst>
                <a:ext uri="{FF2B5EF4-FFF2-40B4-BE49-F238E27FC236}">
                  <a16:creationId xmlns:a16="http://schemas.microsoft.com/office/drawing/2014/main" id="{49C3CD5B-1A01-4824-B112-002AA2809775}"/>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4">
              <a:extLst>
                <a:ext uri="{FF2B5EF4-FFF2-40B4-BE49-F238E27FC236}">
                  <a16:creationId xmlns:a16="http://schemas.microsoft.com/office/drawing/2014/main" id="{1D5C616F-DE3F-4843-A5B5-ACB4D857B320}"/>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5">
              <a:extLst>
                <a:ext uri="{FF2B5EF4-FFF2-40B4-BE49-F238E27FC236}">
                  <a16:creationId xmlns:a16="http://schemas.microsoft.com/office/drawing/2014/main" id="{FE4549F1-79B2-43C2-8182-AD44C1F6DC96}"/>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6">
              <a:extLst>
                <a:ext uri="{FF2B5EF4-FFF2-40B4-BE49-F238E27FC236}">
                  <a16:creationId xmlns:a16="http://schemas.microsoft.com/office/drawing/2014/main" id="{317F4FD3-CFD9-4316-9945-4B3B052C5C7F}"/>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7">
              <a:extLst>
                <a:ext uri="{FF2B5EF4-FFF2-40B4-BE49-F238E27FC236}">
                  <a16:creationId xmlns:a16="http://schemas.microsoft.com/office/drawing/2014/main" id="{EA383349-7481-4607-BD58-0E4D949869C3}"/>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2" name="Grupo 101">
            <a:extLst>
              <a:ext uri="{FF2B5EF4-FFF2-40B4-BE49-F238E27FC236}">
                <a16:creationId xmlns:a16="http://schemas.microsoft.com/office/drawing/2014/main" id="{AE056D84-173E-42AC-8684-562B27B9464B}"/>
              </a:ext>
            </a:extLst>
          </p:cNvPr>
          <p:cNvGrpSpPr/>
          <p:nvPr userDrawn="1"/>
        </p:nvGrpSpPr>
        <p:grpSpPr>
          <a:xfrm>
            <a:off x="10580559" y="518761"/>
            <a:ext cx="1147824" cy="235942"/>
            <a:chOff x="6094413" y="2516188"/>
            <a:chExt cx="2000250" cy="411162"/>
          </a:xfrm>
          <a:solidFill>
            <a:schemeClr val="bg2"/>
          </a:solidFill>
        </p:grpSpPr>
        <p:sp>
          <p:nvSpPr>
            <p:cNvPr id="103" name="Freeform 7">
              <a:extLst>
                <a:ext uri="{FF2B5EF4-FFF2-40B4-BE49-F238E27FC236}">
                  <a16:creationId xmlns:a16="http://schemas.microsoft.com/office/drawing/2014/main" id="{A9453ED4-4175-4F70-87FC-7DBB842EB915}"/>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4" name="Freeform 8">
              <a:extLst>
                <a:ext uri="{FF2B5EF4-FFF2-40B4-BE49-F238E27FC236}">
                  <a16:creationId xmlns:a16="http://schemas.microsoft.com/office/drawing/2014/main" id="{A8D7C765-FE9F-4703-B262-623073FEBCBE}"/>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5" name="Freeform 9">
              <a:extLst>
                <a:ext uri="{FF2B5EF4-FFF2-40B4-BE49-F238E27FC236}">
                  <a16:creationId xmlns:a16="http://schemas.microsoft.com/office/drawing/2014/main" id="{5F27F551-53DE-4CD4-A5FD-ECB69D9C71CE}"/>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Rectangle 10">
              <a:extLst>
                <a:ext uri="{FF2B5EF4-FFF2-40B4-BE49-F238E27FC236}">
                  <a16:creationId xmlns:a16="http://schemas.microsoft.com/office/drawing/2014/main" id="{E91FF38F-1F24-4D27-BE64-A918B4018805}"/>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11">
              <a:extLst>
                <a:ext uri="{FF2B5EF4-FFF2-40B4-BE49-F238E27FC236}">
                  <a16:creationId xmlns:a16="http://schemas.microsoft.com/office/drawing/2014/main" id="{86B53FFE-FC53-46A6-9D5D-45E1C15B79BD}"/>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12">
              <a:extLst>
                <a:ext uri="{FF2B5EF4-FFF2-40B4-BE49-F238E27FC236}">
                  <a16:creationId xmlns:a16="http://schemas.microsoft.com/office/drawing/2014/main" id="{E0607D55-64B5-43A4-B8F8-56EA1C682B73}"/>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3">
              <a:extLst>
                <a:ext uri="{FF2B5EF4-FFF2-40B4-BE49-F238E27FC236}">
                  <a16:creationId xmlns:a16="http://schemas.microsoft.com/office/drawing/2014/main" id="{38249EC7-6FC9-400E-A604-7F245EF829C4}"/>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4">
              <a:extLst>
                <a:ext uri="{FF2B5EF4-FFF2-40B4-BE49-F238E27FC236}">
                  <a16:creationId xmlns:a16="http://schemas.microsoft.com/office/drawing/2014/main" id="{14995597-DC8D-4C23-8776-089124F68BC8}"/>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Rectangle 15">
              <a:extLst>
                <a:ext uri="{FF2B5EF4-FFF2-40B4-BE49-F238E27FC236}">
                  <a16:creationId xmlns:a16="http://schemas.microsoft.com/office/drawing/2014/main" id="{2F589983-1B17-4695-8803-B42923747A0E}"/>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6">
              <a:extLst>
                <a:ext uri="{FF2B5EF4-FFF2-40B4-BE49-F238E27FC236}">
                  <a16:creationId xmlns:a16="http://schemas.microsoft.com/office/drawing/2014/main" id="{6F4D6D0D-E191-4462-B566-567E53E8366F}"/>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7">
              <a:extLst>
                <a:ext uri="{FF2B5EF4-FFF2-40B4-BE49-F238E27FC236}">
                  <a16:creationId xmlns:a16="http://schemas.microsoft.com/office/drawing/2014/main" id="{C5292092-1D92-4005-ACFD-2EC41A56A12C}"/>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8">
              <a:extLst>
                <a:ext uri="{FF2B5EF4-FFF2-40B4-BE49-F238E27FC236}">
                  <a16:creationId xmlns:a16="http://schemas.microsoft.com/office/drawing/2014/main" id="{063A0FE6-A7A4-43DC-8F4D-621F8686289E}"/>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9">
              <a:extLst>
                <a:ext uri="{FF2B5EF4-FFF2-40B4-BE49-F238E27FC236}">
                  <a16:creationId xmlns:a16="http://schemas.microsoft.com/office/drawing/2014/main" id="{DC30F834-B208-4742-8EFB-50F5DE8F4C39}"/>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20">
              <a:extLst>
                <a:ext uri="{FF2B5EF4-FFF2-40B4-BE49-F238E27FC236}">
                  <a16:creationId xmlns:a16="http://schemas.microsoft.com/office/drawing/2014/main" id="{4D1C60A7-0F4B-443A-B07C-65EB3F7FC387}"/>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21">
              <a:extLst>
                <a:ext uri="{FF2B5EF4-FFF2-40B4-BE49-F238E27FC236}">
                  <a16:creationId xmlns:a16="http://schemas.microsoft.com/office/drawing/2014/main" id="{E73CFA1F-E771-441B-BBCA-C164C1D78D9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2">
              <a:extLst>
                <a:ext uri="{FF2B5EF4-FFF2-40B4-BE49-F238E27FC236}">
                  <a16:creationId xmlns:a16="http://schemas.microsoft.com/office/drawing/2014/main" id="{2796F9B6-31EC-4FF4-AA59-22AE57C5E763}"/>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3">
              <a:extLst>
                <a:ext uri="{FF2B5EF4-FFF2-40B4-BE49-F238E27FC236}">
                  <a16:creationId xmlns:a16="http://schemas.microsoft.com/office/drawing/2014/main" id="{EF5550E1-6664-433C-BE41-B4BA8379ACB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4">
              <a:extLst>
                <a:ext uri="{FF2B5EF4-FFF2-40B4-BE49-F238E27FC236}">
                  <a16:creationId xmlns:a16="http://schemas.microsoft.com/office/drawing/2014/main" id="{6BF476C5-C211-4EBB-AD9E-C09FF7E21CE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Rectangle 25">
              <a:extLst>
                <a:ext uri="{FF2B5EF4-FFF2-40B4-BE49-F238E27FC236}">
                  <a16:creationId xmlns:a16="http://schemas.microsoft.com/office/drawing/2014/main" id="{62C0935B-6BFE-408C-ACD3-6BBD46FD010C}"/>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6">
              <a:extLst>
                <a:ext uri="{FF2B5EF4-FFF2-40B4-BE49-F238E27FC236}">
                  <a16:creationId xmlns:a16="http://schemas.microsoft.com/office/drawing/2014/main" id="{7EE5EEFA-55D7-4BAE-B262-321E9993E668}"/>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7">
              <a:extLst>
                <a:ext uri="{FF2B5EF4-FFF2-40B4-BE49-F238E27FC236}">
                  <a16:creationId xmlns:a16="http://schemas.microsoft.com/office/drawing/2014/main" id="{C26B7DEF-EBD7-41A5-8FE8-887746F022D1}"/>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8">
              <a:extLst>
                <a:ext uri="{FF2B5EF4-FFF2-40B4-BE49-F238E27FC236}">
                  <a16:creationId xmlns:a16="http://schemas.microsoft.com/office/drawing/2014/main" id="{818B05BD-5E6A-4048-875E-91AA9321E0E4}"/>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9">
              <a:extLst>
                <a:ext uri="{FF2B5EF4-FFF2-40B4-BE49-F238E27FC236}">
                  <a16:creationId xmlns:a16="http://schemas.microsoft.com/office/drawing/2014/main" id="{0EA17066-5690-4ECE-AD7D-DC32FE857874}"/>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30">
              <a:extLst>
                <a:ext uri="{FF2B5EF4-FFF2-40B4-BE49-F238E27FC236}">
                  <a16:creationId xmlns:a16="http://schemas.microsoft.com/office/drawing/2014/main" id="{D2F72F6B-DB58-4028-AB03-BE1C047D3311}"/>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31">
              <a:extLst>
                <a:ext uri="{FF2B5EF4-FFF2-40B4-BE49-F238E27FC236}">
                  <a16:creationId xmlns:a16="http://schemas.microsoft.com/office/drawing/2014/main" id="{019B9C43-9543-4801-8F5F-63DDBF94C4ED}"/>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2">
              <a:extLst>
                <a:ext uri="{FF2B5EF4-FFF2-40B4-BE49-F238E27FC236}">
                  <a16:creationId xmlns:a16="http://schemas.microsoft.com/office/drawing/2014/main" id="{B3632215-F7D3-461E-B7F1-2F824879AC9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3">
              <a:extLst>
                <a:ext uri="{FF2B5EF4-FFF2-40B4-BE49-F238E27FC236}">
                  <a16:creationId xmlns:a16="http://schemas.microsoft.com/office/drawing/2014/main" id="{A8557DB8-AF22-41E9-B3DC-E4265A9156BD}"/>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4">
              <a:extLst>
                <a:ext uri="{FF2B5EF4-FFF2-40B4-BE49-F238E27FC236}">
                  <a16:creationId xmlns:a16="http://schemas.microsoft.com/office/drawing/2014/main" id="{CDFD3285-82D8-4161-A2C5-8E5A9894FF7D}"/>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5">
              <a:extLst>
                <a:ext uri="{FF2B5EF4-FFF2-40B4-BE49-F238E27FC236}">
                  <a16:creationId xmlns:a16="http://schemas.microsoft.com/office/drawing/2014/main" id="{3383C400-1E64-4778-9239-E84B63B3DA16}"/>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6">
              <a:extLst>
                <a:ext uri="{FF2B5EF4-FFF2-40B4-BE49-F238E27FC236}">
                  <a16:creationId xmlns:a16="http://schemas.microsoft.com/office/drawing/2014/main" id="{947AFB73-AB62-44F6-8BA5-C52B743801FD}"/>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3" name="Grupo 132">
            <a:extLst>
              <a:ext uri="{FF2B5EF4-FFF2-40B4-BE49-F238E27FC236}">
                <a16:creationId xmlns:a16="http://schemas.microsoft.com/office/drawing/2014/main" id="{84DC7DC9-C120-4F82-95FA-47B939E0633B}"/>
              </a:ext>
            </a:extLst>
          </p:cNvPr>
          <p:cNvGrpSpPr/>
          <p:nvPr userDrawn="1"/>
        </p:nvGrpSpPr>
        <p:grpSpPr>
          <a:xfrm>
            <a:off x="9269672" y="352811"/>
            <a:ext cx="1108652" cy="538385"/>
            <a:chOff x="3838575" y="2246313"/>
            <a:chExt cx="1931988" cy="938213"/>
          </a:xfrm>
        </p:grpSpPr>
        <p:sp>
          <p:nvSpPr>
            <p:cNvPr id="134" name="Rectangle 5">
              <a:extLst>
                <a:ext uri="{FF2B5EF4-FFF2-40B4-BE49-F238E27FC236}">
                  <a16:creationId xmlns:a16="http://schemas.microsoft.com/office/drawing/2014/main" id="{66C3A7FE-F708-4826-87B8-5D87ED9BE37A}"/>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7">
              <a:extLst>
                <a:ext uri="{FF2B5EF4-FFF2-40B4-BE49-F238E27FC236}">
                  <a16:creationId xmlns:a16="http://schemas.microsoft.com/office/drawing/2014/main" id="{70F7B806-0AE0-46BE-9F12-FA7EA2DE2A2E}"/>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6" name="Freeform 38">
              <a:extLst>
                <a:ext uri="{FF2B5EF4-FFF2-40B4-BE49-F238E27FC236}">
                  <a16:creationId xmlns:a16="http://schemas.microsoft.com/office/drawing/2014/main" id="{F47BD283-62E6-4C5B-9649-6904B135BC4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1640734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Pilar Estratégico 1">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4DCAE3"/>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65435757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Pilar Estratégico 2">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chemeClr val="accent3"/>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382730977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Pilar Estratégico 3">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00B2D2"/>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2536233627"/>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Pilar Estratégico 4">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47439B"/>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332686638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Pilares Estratégicos">
    <p:bg>
      <p:bgPr>
        <a:solidFill>
          <a:schemeClr val="bg1"/>
        </a:solidFill>
        <a:effectLst/>
      </p:bgPr>
    </p:bg>
    <p:spTree>
      <p:nvGrpSpPr>
        <p:cNvPr id="1" name=""/>
        <p:cNvGrpSpPr/>
        <p:nvPr/>
      </p:nvGrpSpPr>
      <p:grpSpPr>
        <a:xfrm>
          <a:off x="0" y="0"/>
          <a:ext cx="0" cy="0"/>
          <a:chOff x="0" y="0"/>
          <a:chExt cx="0" cy="0"/>
        </a:xfrm>
      </p:grpSpPr>
      <p:pic>
        <p:nvPicPr>
          <p:cNvPr id="50" name="Imagen 49">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22" name="Marcador de texto 2">
            <a:extLst>
              <a:ext uri="{FF2B5EF4-FFF2-40B4-BE49-F238E27FC236}">
                <a16:creationId xmlns:a16="http://schemas.microsoft.com/office/drawing/2014/main" id="{CCD70D3C-385C-464C-9F3F-B77A0D74615C}"/>
              </a:ext>
            </a:extLst>
          </p:cNvPr>
          <p:cNvSpPr>
            <a:spLocks noGrp="1"/>
          </p:cNvSpPr>
          <p:nvPr>
            <p:ph type="body" sz="quarter" idx="21" hasCustomPrompt="1"/>
          </p:nvPr>
        </p:nvSpPr>
        <p:spPr>
          <a:xfrm>
            <a:off x="1613070"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24" name="Marcador de texto 2">
            <a:extLst>
              <a:ext uri="{FF2B5EF4-FFF2-40B4-BE49-F238E27FC236}">
                <a16:creationId xmlns:a16="http://schemas.microsoft.com/office/drawing/2014/main" id="{80C34C97-1FC4-47C7-A7BF-CC5FFF0FFB5C}"/>
              </a:ext>
            </a:extLst>
          </p:cNvPr>
          <p:cNvSpPr>
            <a:spLocks noGrp="1"/>
          </p:cNvSpPr>
          <p:nvPr>
            <p:ph type="body" sz="quarter" idx="22" hasCustomPrompt="1"/>
          </p:nvPr>
        </p:nvSpPr>
        <p:spPr>
          <a:xfrm rot="10800000">
            <a:off x="9364485" y="30518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4" name="Marcador de texto 2">
            <a:extLst>
              <a:ext uri="{FF2B5EF4-FFF2-40B4-BE49-F238E27FC236}">
                <a16:creationId xmlns:a16="http://schemas.microsoft.com/office/drawing/2014/main" id="{66943EA6-3EAC-4D6A-90D1-E6424B1DAF2F}"/>
              </a:ext>
            </a:extLst>
          </p:cNvPr>
          <p:cNvSpPr>
            <a:spLocks noGrp="1"/>
          </p:cNvSpPr>
          <p:nvPr>
            <p:ph type="body" sz="quarter" idx="26" hasCustomPrompt="1"/>
          </p:nvPr>
        </p:nvSpPr>
        <p:spPr>
          <a:xfrm>
            <a:off x="2328859" y="1199284"/>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135656" y="3393005"/>
            <a:ext cx="3200401" cy="1324635"/>
          </a:xfrm>
          <a:prstGeom prst="roundRect">
            <a:avLst>
              <a:gd name="adj" fmla="val 9122"/>
            </a:avLst>
          </a:prstGeom>
          <a:solidFill>
            <a:schemeClr val="accent5"/>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57375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43" name="Marcador de texto 2">
            <a:extLst>
              <a:ext uri="{FF2B5EF4-FFF2-40B4-BE49-F238E27FC236}">
                <a16:creationId xmlns:a16="http://schemas.microsoft.com/office/drawing/2014/main" id="{323444BD-A16C-451B-97A0-6106EC883E17}"/>
              </a:ext>
            </a:extLst>
          </p:cNvPr>
          <p:cNvSpPr>
            <a:spLocks noGrp="1"/>
          </p:cNvSpPr>
          <p:nvPr>
            <p:ph type="body" sz="quarter" idx="28" hasCustomPrompt="1"/>
          </p:nvPr>
        </p:nvSpPr>
        <p:spPr>
          <a:xfrm>
            <a:off x="7863773" y="3393005"/>
            <a:ext cx="3200401" cy="1324635"/>
          </a:xfrm>
          <a:prstGeom prst="roundRect">
            <a:avLst>
              <a:gd name="adj" fmla="val 9122"/>
            </a:avLst>
          </a:prstGeom>
          <a:solidFill>
            <a:schemeClr val="accent4"/>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4" name="Marcador de posición de imagen 4">
            <a:extLst>
              <a:ext uri="{FF2B5EF4-FFF2-40B4-BE49-F238E27FC236}">
                <a16:creationId xmlns:a16="http://schemas.microsoft.com/office/drawing/2014/main" id="{B2EA0EB3-9206-4C2A-893E-591E4EF14C1D}"/>
              </a:ext>
            </a:extLst>
          </p:cNvPr>
          <p:cNvSpPr>
            <a:spLocks noGrp="1"/>
          </p:cNvSpPr>
          <p:nvPr>
            <p:ph type="pic" sz="quarter" idx="29" hasCustomPrompt="1"/>
          </p:nvPr>
        </p:nvSpPr>
        <p:spPr>
          <a:xfrm>
            <a:off x="6828380" y="357375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5" name="Marcador de texto 2">
            <a:extLst>
              <a:ext uri="{FF2B5EF4-FFF2-40B4-BE49-F238E27FC236}">
                <a16:creationId xmlns:a16="http://schemas.microsoft.com/office/drawing/2014/main" id="{3C626FD5-5249-45AD-9D3A-D8CB7C7B39EB}"/>
              </a:ext>
            </a:extLst>
          </p:cNvPr>
          <p:cNvSpPr>
            <a:spLocks noGrp="1"/>
          </p:cNvSpPr>
          <p:nvPr>
            <p:ph type="body" sz="quarter" idx="30" hasCustomPrompt="1"/>
          </p:nvPr>
        </p:nvSpPr>
        <p:spPr>
          <a:xfrm>
            <a:off x="3135656" y="4943025"/>
            <a:ext cx="3200401" cy="1324635"/>
          </a:xfrm>
          <a:prstGeom prst="roundRect">
            <a:avLst>
              <a:gd name="adj" fmla="val 9122"/>
            </a:avLst>
          </a:prstGeom>
          <a:solidFill>
            <a:schemeClr val="accent2"/>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6" name="Marcador de posición de imagen 4">
            <a:extLst>
              <a:ext uri="{FF2B5EF4-FFF2-40B4-BE49-F238E27FC236}">
                <a16:creationId xmlns:a16="http://schemas.microsoft.com/office/drawing/2014/main" id="{3D49CB67-1EFB-45C2-B047-21DC963678C7}"/>
              </a:ext>
            </a:extLst>
          </p:cNvPr>
          <p:cNvSpPr>
            <a:spLocks noGrp="1"/>
          </p:cNvSpPr>
          <p:nvPr>
            <p:ph type="pic" sz="quarter" idx="31" hasCustomPrompt="1"/>
          </p:nvPr>
        </p:nvSpPr>
        <p:spPr>
          <a:xfrm>
            <a:off x="2100263" y="512377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7" name="Marcador de texto 2">
            <a:extLst>
              <a:ext uri="{FF2B5EF4-FFF2-40B4-BE49-F238E27FC236}">
                <a16:creationId xmlns:a16="http://schemas.microsoft.com/office/drawing/2014/main" id="{76BE6FA6-1C20-452B-AF99-0F5989CAB050}"/>
              </a:ext>
            </a:extLst>
          </p:cNvPr>
          <p:cNvSpPr>
            <a:spLocks noGrp="1"/>
          </p:cNvSpPr>
          <p:nvPr>
            <p:ph type="body" sz="quarter" idx="32" hasCustomPrompt="1"/>
          </p:nvPr>
        </p:nvSpPr>
        <p:spPr>
          <a:xfrm>
            <a:off x="7863773" y="4943025"/>
            <a:ext cx="3200401" cy="1324635"/>
          </a:xfrm>
          <a:prstGeom prst="roundRect">
            <a:avLst>
              <a:gd name="adj" fmla="val 9122"/>
            </a:avLst>
          </a:prstGeom>
          <a:solidFill>
            <a:schemeClr val="accent6"/>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8" name="Marcador de posición de imagen 4">
            <a:extLst>
              <a:ext uri="{FF2B5EF4-FFF2-40B4-BE49-F238E27FC236}">
                <a16:creationId xmlns:a16="http://schemas.microsoft.com/office/drawing/2014/main" id="{1842295A-0375-4397-ADF0-E3360C59BF17}"/>
              </a:ext>
            </a:extLst>
          </p:cNvPr>
          <p:cNvSpPr>
            <a:spLocks noGrp="1"/>
          </p:cNvSpPr>
          <p:nvPr>
            <p:ph type="pic" sz="quarter" idx="33" hasCustomPrompt="1"/>
          </p:nvPr>
        </p:nvSpPr>
        <p:spPr>
          <a:xfrm>
            <a:off x="6828380" y="512377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9" name="Marcador de número de diapositiva 70">
            <a:extLst>
              <a:ext uri="{FF2B5EF4-FFF2-40B4-BE49-F238E27FC236}">
                <a16:creationId xmlns:a16="http://schemas.microsoft.com/office/drawing/2014/main" id="{F3B22BD4-F182-4C31-AF0C-CC9B4278A8E4}"/>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238016840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_Imagen de fondo">
    <p:spTree>
      <p:nvGrpSpPr>
        <p:cNvPr id="1" name=""/>
        <p:cNvGrpSpPr/>
        <p:nvPr/>
      </p:nvGrpSpPr>
      <p:grpSpPr>
        <a:xfrm>
          <a:off x="0" y="0"/>
          <a:ext cx="0" cy="0"/>
          <a:chOff x="0" y="0"/>
          <a:chExt cx="0" cy="0"/>
        </a:xfrm>
      </p:grpSpPr>
      <p:pic>
        <p:nvPicPr>
          <p:cNvPr id="74" name="Marcador de posición de imagen 4">
            <a:extLst>
              <a:ext uri="{FF2B5EF4-FFF2-40B4-BE49-F238E27FC236}">
                <a16:creationId xmlns:a16="http://schemas.microsoft.com/office/drawing/2014/main" id="{5CD1CC22-0D97-46B7-8A7E-B3A3A1A3228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1947490" cy="6858000"/>
          </a:xfrm>
          <a:prstGeom prst="rect">
            <a:avLst/>
          </a:prstGeom>
        </p:spPr>
      </p:pic>
      <p:grpSp>
        <p:nvGrpSpPr>
          <p:cNvPr id="107" name="Grupo 106">
            <a:extLst>
              <a:ext uri="{FF2B5EF4-FFF2-40B4-BE49-F238E27FC236}">
                <a16:creationId xmlns:a16="http://schemas.microsoft.com/office/drawing/2014/main" id="{499C264E-9083-4F15-BB87-70C68AD2EB93}"/>
              </a:ext>
            </a:extLst>
          </p:cNvPr>
          <p:cNvGrpSpPr/>
          <p:nvPr userDrawn="1"/>
        </p:nvGrpSpPr>
        <p:grpSpPr>
          <a:xfrm>
            <a:off x="260637" y="160236"/>
            <a:ext cx="1086071" cy="910924"/>
            <a:chOff x="137601" y="239283"/>
            <a:chExt cx="897579" cy="752830"/>
          </a:xfrm>
          <a:solidFill>
            <a:schemeClr val="bg2"/>
          </a:solidFill>
        </p:grpSpPr>
        <p:sp>
          <p:nvSpPr>
            <p:cNvPr id="108" name="Freeform 109">
              <a:extLst>
                <a:ext uri="{FF2B5EF4-FFF2-40B4-BE49-F238E27FC236}">
                  <a16:creationId xmlns:a16="http://schemas.microsoft.com/office/drawing/2014/main" id="{DF3DB903-7842-4910-8B17-ED2CA8611CE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9" name="Freeform 110">
              <a:extLst>
                <a:ext uri="{FF2B5EF4-FFF2-40B4-BE49-F238E27FC236}">
                  <a16:creationId xmlns:a16="http://schemas.microsoft.com/office/drawing/2014/main" id="{B5E6F7EE-8B73-4A0A-9B94-E354BD4C03B6}"/>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0" name="Grupo 109">
              <a:extLst>
                <a:ext uri="{FF2B5EF4-FFF2-40B4-BE49-F238E27FC236}">
                  <a16:creationId xmlns:a16="http://schemas.microsoft.com/office/drawing/2014/main" id="{80B70894-36F8-4E0D-9E07-D034C44E1978}"/>
                </a:ext>
              </a:extLst>
            </p:cNvPr>
            <p:cNvGrpSpPr/>
            <p:nvPr userDrawn="1"/>
          </p:nvGrpSpPr>
          <p:grpSpPr>
            <a:xfrm>
              <a:off x="137601" y="474669"/>
              <a:ext cx="897579" cy="326700"/>
              <a:chOff x="137601" y="474669"/>
              <a:chExt cx="897579" cy="326700"/>
            </a:xfrm>
            <a:grpFill/>
          </p:grpSpPr>
          <p:sp>
            <p:nvSpPr>
              <p:cNvPr id="121" name="Freeform 111">
                <a:extLst>
                  <a:ext uri="{FF2B5EF4-FFF2-40B4-BE49-F238E27FC236}">
                    <a16:creationId xmlns:a16="http://schemas.microsoft.com/office/drawing/2014/main" id="{8197FD6B-A529-419C-8F98-10F7E2EAC81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12">
                <a:extLst>
                  <a:ext uri="{FF2B5EF4-FFF2-40B4-BE49-F238E27FC236}">
                    <a16:creationId xmlns:a16="http://schemas.microsoft.com/office/drawing/2014/main" id="{58CA6C03-4B75-44D0-A22B-B0241CD0CCE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13">
                <a:extLst>
                  <a:ext uri="{FF2B5EF4-FFF2-40B4-BE49-F238E27FC236}">
                    <a16:creationId xmlns:a16="http://schemas.microsoft.com/office/drawing/2014/main" id="{AD72A3FD-D0CD-4D02-B866-D1C30613F27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14">
                <a:extLst>
                  <a:ext uri="{FF2B5EF4-FFF2-40B4-BE49-F238E27FC236}">
                    <a16:creationId xmlns:a16="http://schemas.microsoft.com/office/drawing/2014/main" id="{F99F78AA-093A-4DA8-AA73-BAE6887E5F1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15">
                <a:extLst>
                  <a:ext uri="{FF2B5EF4-FFF2-40B4-BE49-F238E27FC236}">
                    <a16:creationId xmlns:a16="http://schemas.microsoft.com/office/drawing/2014/main" id="{D124D429-5FC0-4824-81AD-99F00037986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16">
                <a:extLst>
                  <a:ext uri="{FF2B5EF4-FFF2-40B4-BE49-F238E27FC236}">
                    <a16:creationId xmlns:a16="http://schemas.microsoft.com/office/drawing/2014/main" id="{EEB99B53-933D-4E13-A7F4-7C78486B0D9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17">
                <a:extLst>
                  <a:ext uri="{FF2B5EF4-FFF2-40B4-BE49-F238E27FC236}">
                    <a16:creationId xmlns:a16="http://schemas.microsoft.com/office/drawing/2014/main" id="{4646E39B-0B49-4E67-BFA7-60F1A4F7C44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18">
                <a:extLst>
                  <a:ext uri="{FF2B5EF4-FFF2-40B4-BE49-F238E27FC236}">
                    <a16:creationId xmlns:a16="http://schemas.microsoft.com/office/drawing/2014/main" id="{C024E07C-A6F2-4E50-868E-351C58FCF63E}"/>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9" name="Freeform 119">
                <a:extLst>
                  <a:ext uri="{FF2B5EF4-FFF2-40B4-BE49-F238E27FC236}">
                    <a16:creationId xmlns:a16="http://schemas.microsoft.com/office/drawing/2014/main" id="{45B89081-D056-4544-A3B7-B8AD1BC5A0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20">
                <a:extLst>
                  <a:ext uri="{FF2B5EF4-FFF2-40B4-BE49-F238E27FC236}">
                    <a16:creationId xmlns:a16="http://schemas.microsoft.com/office/drawing/2014/main" id="{EE00D3CE-425B-4202-8530-8BCEE51A8436}"/>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21">
                <a:extLst>
                  <a:ext uri="{FF2B5EF4-FFF2-40B4-BE49-F238E27FC236}">
                    <a16:creationId xmlns:a16="http://schemas.microsoft.com/office/drawing/2014/main" id="{16A54E6F-E194-4DC5-BBA8-C5050B1BFB61}"/>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22">
                <a:extLst>
                  <a:ext uri="{FF2B5EF4-FFF2-40B4-BE49-F238E27FC236}">
                    <a16:creationId xmlns:a16="http://schemas.microsoft.com/office/drawing/2014/main" id="{63BACA06-6F53-45DB-B2BC-AD0D98678477}"/>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23">
                <a:extLst>
                  <a:ext uri="{FF2B5EF4-FFF2-40B4-BE49-F238E27FC236}">
                    <a16:creationId xmlns:a16="http://schemas.microsoft.com/office/drawing/2014/main" id="{CB942BEA-C83B-424D-A5BA-85962D2CF5DB}"/>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24">
                <a:extLst>
                  <a:ext uri="{FF2B5EF4-FFF2-40B4-BE49-F238E27FC236}">
                    <a16:creationId xmlns:a16="http://schemas.microsoft.com/office/drawing/2014/main" id="{2CAB6FAE-DDDA-436F-B6DE-CFCB3BD48E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25">
                <a:extLst>
                  <a:ext uri="{FF2B5EF4-FFF2-40B4-BE49-F238E27FC236}">
                    <a16:creationId xmlns:a16="http://schemas.microsoft.com/office/drawing/2014/main" id="{E35AB3D9-0B82-4397-96A2-791EA25859A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26">
                <a:extLst>
                  <a:ext uri="{FF2B5EF4-FFF2-40B4-BE49-F238E27FC236}">
                    <a16:creationId xmlns:a16="http://schemas.microsoft.com/office/drawing/2014/main" id="{50B012F8-7FBD-460B-99B6-7FF54087C76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7" name="Freeform 127">
                <a:extLst>
                  <a:ext uri="{FF2B5EF4-FFF2-40B4-BE49-F238E27FC236}">
                    <a16:creationId xmlns:a16="http://schemas.microsoft.com/office/drawing/2014/main" id="{40E3B342-69FF-404E-83EA-2745C6D951C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1" name="Freeform 128">
              <a:extLst>
                <a:ext uri="{FF2B5EF4-FFF2-40B4-BE49-F238E27FC236}">
                  <a16:creationId xmlns:a16="http://schemas.microsoft.com/office/drawing/2014/main" id="{31B6BF3F-E4BD-4B4D-894E-8E6AB43E2B6F}"/>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2" name="Freeform 129">
              <a:extLst>
                <a:ext uri="{FF2B5EF4-FFF2-40B4-BE49-F238E27FC236}">
                  <a16:creationId xmlns:a16="http://schemas.microsoft.com/office/drawing/2014/main" id="{C96DED31-E2FA-4F0C-91DA-B7E4262E9E41}"/>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3" name="Freeform 130">
              <a:extLst>
                <a:ext uri="{FF2B5EF4-FFF2-40B4-BE49-F238E27FC236}">
                  <a16:creationId xmlns:a16="http://schemas.microsoft.com/office/drawing/2014/main" id="{44B9F68E-C00B-444D-9132-9ECE1512618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4" name="Freeform 131">
              <a:extLst>
                <a:ext uri="{FF2B5EF4-FFF2-40B4-BE49-F238E27FC236}">
                  <a16:creationId xmlns:a16="http://schemas.microsoft.com/office/drawing/2014/main" id="{AC068A6F-9C85-4DFB-BBA6-59B128A00206}"/>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5" name="Freeform 132">
              <a:extLst>
                <a:ext uri="{FF2B5EF4-FFF2-40B4-BE49-F238E27FC236}">
                  <a16:creationId xmlns:a16="http://schemas.microsoft.com/office/drawing/2014/main" id="{C6C16652-5C13-4D34-B2A6-B45DCD35A10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6" name="Freeform 133">
              <a:extLst>
                <a:ext uri="{FF2B5EF4-FFF2-40B4-BE49-F238E27FC236}">
                  <a16:creationId xmlns:a16="http://schemas.microsoft.com/office/drawing/2014/main" id="{3AB2D4DF-3A19-4458-9A1D-ECF79213449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34">
              <a:extLst>
                <a:ext uri="{FF2B5EF4-FFF2-40B4-BE49-F238E27FC236}">
                  <a16:creationId xmlns:a16="http://schemas.microsoft.com/office/drawing/2014/main" id="{624F4044-D37F-467B-92AC-E8E11BBC88A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8" name="Freeform 135">
              <a:extLst>
                <a:ext uri="{FF2B5EF4-FFF2-40B4-BE49-F238E27FC236}">
                  <a16:creationId xmlns:a16="http://schemas.microsoft.com/office/drawing/2014/main" id="{4E83C53F-AEBD-4D05-A5EE-B23B4BCA422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9" name="Freeform 136">
              <a:extLst>
                <a:ext uri="{FF2B5EF4-FFF2-40B4-BE49-F238E27FC236}">
                  <a16:creationId xmlns:a16="http://schemas.microsoft.com/office/drawing/2014/main" id="{AF47A243-60C3-496C-9CCC-79F301BED27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37">
              <a:extLst>
                <a:ext uri="{FF2B5EF4-FFF2-40B4-BE49-F238E27FC236}">
                  <a16:creationId xmlns:a16="http://schemas.microsoft.com/office/drawing/2014/main" id="{166BBEA1-E3EE-4BB4-8F30-B5BF9CA0A570}"/>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37" name="Grupo 136">
            <a:extLst>
              <a:ext uri="{FF2B5EF4-FFF2-40B4-BE49-F238E27FC236}">
                <a16:creationId xmlns:a16="http://schemas.microsoft.com/office/drawing/2014/main" id="{86B7D43B-EBAF-4A7C-A005-6222D1A29DC9}"/>
              </a:ext>
            </a:extLst>
          </p:cNvPr>
          <p:cNvGrpSpPr/>
          <p:nvPr userDrawn="1"/>
        </p:nvGrpSpPr>
        <p:grpSpPr>
          <a:xfrm>
            <a:off x="10580559" y="518761"/>
            <a:ext cx="1147824" cy="235942"/>
            <a:chOff x="6094413" y="2516188"/>
            <a:chExt cx="2000250" cy="411162"/>
          </a:xfrm>
          <a:solidFill>
            <a:schemeClr val="bg2"/>
          </a:solidFill>
        </p:grpSpPr>
        <p:sp>
          <p:nvSpPr>
            <p:cNvPr id="138" name="Freeform 7">
              <a:extLst>
                <a:ext uri="{FF2B5EF4-FFF2-40B4-BE49-F238E27FC236}">
                  <a16:creationId xmlns:a16="http://schemas.microsoft.com/office/drawing/2014/main" id="{805A2F13-ED1C-461C-9ED8-75FCED4513E0}"/>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9" name="Freeform 8">
              <a:extLst>
                <a:ext uri="{FF2B5EF4-FFF2-40B4-BE49-F238E27FC236}">
                  <a16:creationId xmlns:a16="http://schemas.microsoft.com/office/drawing/2014/main" id="{347CFB1F-EE43-4374-9D0E-D9D125082A8A}"/>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0" name="Freeform 9">
              <a:extLst>
                <a:ext uri="{FF2B5EF4-FFF2-40B4-BE49-F238E27FC236}">
                  <a16:creationId xmlns:a16="http://schemas.microsoft.com/office/drawing/2014/main" id="{0C091651-35A1-486A-9A4F-55A3AA9A6087}"/>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1" name="Rectangle 10">
              <a:extLst>
                <a:ext uri="{FF2B5EF4-FFF2-40B4-BE49-F238E27FC236}">
                  <a16:creationId xmlns:a16="http://schemas.microsoft.com/office/drawing/2014/main" id="{C263CC8F-4618-42EF-B847-4ECE15955B40}"/>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2" name="Freeform 11">
              <a:extLst>
                <a:ext uri="{FF2B5EF4-FFF2-40B4-BE49-F238E27FC236}">
                  <a16:creationId xmlns:a16="http://schemas.microsoft.com/office/drawing/2014/main" id="{1CCB991A-EDF1-49DA-9CBC-5311FEBE30C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3" name="Freeform 12">
              <a:extLst>
                <a:ext uri="{FF2B5EF4-FFF2-40B4-BE49-F238E27FC236}">
                  <a16:creationId xmlns:a16="http://schemas.microsoft.com/office/drawing/2014/main" id="{D5C4203F-F379-4689-8872-60DF2503C49D}"/>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4" name="Freeform 13">
              <a:extLst>
                <a:ext uri="{FF2B5EF4-FFF2-40B4-BE49-F238E27FC236}">
                  <a16:creationId xmlns:a16="http://schemas.microsoft.com/office/drawing/2014/main" id="{D1279E4E-2BDD-429D-8B3A-98468166D1FF}"/>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5" name="Freeform 14">
              <a:extLst>
                <a:ext uri="{FF2B5EF4-FFF2-40B4-BE49-F238E27FC236}">
                  <a16:creationId xmlns:a16="http://schemas.microsoft.com/office/drawing/2014/main" id="{70DD5F17-99AA-41FD-940E-EA518141671D}"/>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6" name="Rectangle 15">
              <a:extLst>
                <a:ext uri="{FF2B5EF4-FFF2-40B4-BE49-F238E27FC236}">
                  <a16:creationId xmlns:a16="http://schemas.microsoft.com/office/drawing/2014/main" id="{44532E74-7E02-4964-92F2-59E98D23CD30}"/>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7" name="Freeform 16">
              <a:extLst>
                <a:ext uri="{FF2B5EF4-FFF2-40B4-BE49-F238E27FC236}">
                  <a16:creationId xmlns:a16="http://schemas.microsoft.com/office/drawing/2014/main" id="{EE37844D-B2A6-4955-8612-5EB4320724AE}"/>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8" name="Freeform 17">
              <a:extLst>
                <a:ext uri="{FF2B5EF4-FFF2-40B4-BE49-F238E27FC236}">
                  <a16:creationId xmlns:a16="http://schemas.microsoft.com/office/drawing/2014/main" id="{C168CECB-6293-4E47-9940-6DED29A3EB28}"/>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9" name="Freeform 18">
              <a:extLst>
                <a:ext uri="{FF2B5EF4-FFF2-40B4-BE49-F238E27FC236}">
                  <a16:creationId xmlns:a16="http://schemas.microsoft.com/office/drawing/2014/main" id="{ECBE2764-684D-4C75-A9BF-FA752BD3BA2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0" name="Freeform 19">
              <a:extLst>
                <a:ext uri="{FF2B5EF4-FFF2-40B4-BE49-F238E27FC236}">
                  <a16:creationId xmlns:a16="http://schemas.microsoft.com/office/drawing/2014/main" id="{C51A37E4-7B2E-4C8C-AB54-6562A4C10B22}"/>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1" name="Freeform 20">
              <a:extLst>
                <a:ext uri="{FF2B5EF4-FFF2-40B4-BE49-F238E27FC236}">
                  <a16:creationId xmlns:a16="http://schemas.microsoft.com/office/drawing/2014/main" id="{18A1BF2C-7C38-4593-8834-B70BBC1A5FE2}"/>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2" name="Freeform 21">
              <a:extLst>
                <a:ext uri="{FF2B5EF4-FFF2-40B4-BE49-F238E27FC236}">
                  <a16:creationId xmlns:a16="http://schemas.microsoft.com/office/drawing/2014/main" id="{1B598A72-D03E-4D5B-ADF9-3A0CD5571F0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3" name="Freeform 22">
              <a:extLst>
                <a:ext uri="{FF2B5EF4-FFF2-40B4-BE49-F238E27FC236}">
                  <a16:creationId xmlns:a16="http://schemas.microsoft.com/office/drawing/2014/main" id="{AE268EC0-351E-481F-AE06-1CCF71E04CA9}"/>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4" name="Freeform 23">
              <a:extLst>
                <a:ext uri="{FF2B5EF4-FFF2-40B4-BE49-F238E27FC236}">
                  <a16:creationId xmlns:a16="http://schemas.microsoft.com/office/drawing/2014/main" id="{9A4A82FF-9A69-43F0-99D1-97B5B755A47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5" name="Freeform 24">
              <a:extLst>
                <a:ext uri="{FF2B5EF4-FFF2-40B4-BE49-F238E27FC236}">
                  <a16:creationId xmlns:a16="http://schemas.microsoft.com/office/drawing/2014/main" id="{4FBC13B9-719F-4763-972A-9F5937285E0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6" name="Rectangle 25">
              <a:extLst>
                <a:ext uri="{FF2B5EF4-FFF2-40B4-BE49-F238E27FC236}">
                  <a16:creationId xmlns:a16="http://schemas.microsoft.com/office/drawing/2014/main" id="{2B0A03E1-C666-4175-A941-D3648FB79D12}"/>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7" name="Freeform 26">
              <a:extLst>
                <a:ext uri="{FF2B5EF4-FFF2-40B4-BE49-F238E27FC236}">
                  <a16:creationId xmlns:a16="http://schemas.microsoft.com/office/drawing/2014/main" id="{2EFA2493-D022-4827-92A0-7FF384224BF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8" name="Freeform 27">
              <a:extLst>
                <a:ext uri="{FF2B5EF4-FFF2-40B4-BE49-F238E27FC236}">
                  <a16:creationId xmlns:a16="http://schemas.microsoft.com/office/drawing/2014/main" id="{7772AC13-9691-43FB-BB0D-D5B3FFC9F1F7}"/>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9" name="Freeform 28">
              <a:extLst>
                <a:ext uri="{FF2B5EF4-FFF2-40B4-BE49-F238E27FC236}">
                  <a16:creationId xmlns:a16="http://schemas.microsoft.com/office/drawing/2014/main" id="{A3D97595-A9BE-40A0-92E1-AAFD30F43D75}"/>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0" name="Freeform 29">
              <a:extLst>
                <a:ext uri="{FF2B5EF4-FFF2-40B4-BE49-F238E27FC236}">
                  <a16:creationId xmlns:a16="http://schemas.microsoft.com/office/drawing/2014/main" id="{7FE7A090-7BF6-4244-8DC2-CAE1C84A10BE}"/>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1" name="Freeform 30">
              <a:extLst>
                <a:ext uri="{FF2B5EF4-FFF2-40B4-BE49-F238E27FC236}">
                  <a16:creationId xmlns:a16="http://schemas.microsoft.com/office/drawing/2014/main" id="{C5A0402C-60D0-4BC8-BBEE-BD521EE5FC7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2" name="Freeform 31">
              <a:extLst>
                <a:ext uri="{FF2B5EF4-FFF2-40B4-BE49-F238E27FC236}">
                  <a16:creationId xmlns:a16="http://schemas.microsoft.com/office/drawing/2014/main" id="{206C5362-464C-4B00-9A83-EC03FC57A76E}"/>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3" name="Freeform 32">
              <a:extLst>
                <a:ext uri="{FF2B5EF4-FFF2-40B4-BE49-F238E27FC236}">
                  <a16:creationId xmlns:a16="http://schemas.microsoft.com/office/drawing/2014/main" id="{3829A00D-2BF3-491B-9856-63ADC33F4F1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4" name="Freeform 33">
              <a:extLst>
                <a:ext uri="{FF2B5EF4-FFF2-40B4-BE49-F238E27FC236}">
                  <a16:creationId xmlns:a16="http://schemas.microsoft.com/office/drawing/2014/main" id="{A4BCAEB8-5BB6-4167-8B7C-0490EA7D56A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5" name="Freeform 34">
              <a:extLst>
                <a:ext uri="{FF2B5EF4-FFF2-40B4-BE49-F238E27FC236}">
                  <a16:creationId xmlns:a16="http://schemas.microsoft.com/office/drawing/2014/main" id="{7F685A3D-EA88-4C00-9579-D0BF09CE6276}"/>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6" name="Freeform 35">
              <a:extLst>
                <a:ext uri="{FF2B5EF4-FFF2-40B4-BE49-F238E27FC236}">
                  <a16:creationId xmlns:a16="http://schemas.microsoft.com/office/drawing/2014/main" id="{0F7E33DF-DE4C-45D5-821E-C5C6AE765AA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0" name="Freeform 36">
              <a:extLst>
                <a:ext uri="{FF2B5EF4-FFF2-40B4-BE49-F238E27FC236}">
                  <a16:creationId xmlns:a16="http://schemas.microsoft.com/office/drawing/2014/main" id="{E86E4DC5-E5CD-4A06-A99D-DAE408561FD6}"/>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71" name="Grupo 170">
            <a:extLst>
              <a:ext uri="{FF2B5EF4-FFF2-40B4-BE49-F238E27FC236}">
                <a16:creationId xmlns:a16="http://schemas.microsoft.com/office/drawing/2014/main" id="{691E41E7-7A24-46C3-9D1F-1F7B928CC969}"/>
              </a:ext>
            </a:extLst>
          </p:cNvPr>
          <p:cNvGrpSpPr/>
          <p:nvPr userDrawn="1"/>
        </p:nvGrpSpPr>
        <p:grpSpPr>
          <a:xfrm>
            <a:off x="9269672" y="352811"/>
            <a:ext cx="1108652" cy="538385"/>
            <a:chOff x="3838575" y="2246313"/>
            <a:chExt cx="1931988" cy="938213"/>
          </a:xfrm>
        </p:grpSpPr>
        <p:sp>
          <p:nvSpPr>
            <p:cNvPr id="172" name="Rectangle 5">
              <a:extLst>
                <a:ext uri="{FF2B5EF4-FFF2-40B4-BE49-F238E27FC236}">
                  <a16:creationId xmlns:a16="http://schemas.microsoft.com/office/drawing/2014/main" id="{98A30CFF-8288-4235-86D8-35E89A6B8B9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3" name="Freeform 37">
              <a:extLst>
                <a:ext uri="{FF2B5EF4-FFF2-40B4-BE49-F238E27FC236}">
                  <a16:creationId xmlns:a16="http://schemas.microsoft.com/office/drawing/2014/main" id="{F5377FCD-72EE-4881-B934-191CFCADD7D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4" name="Freeform 38">
              <a:extLst>
                <a:ext uri="{FF2B5EF4-FFF2-40B4-BE49-F238E27FC236}">
                  <a16:creationId xmlns:a16="http://schemas.microsoft.com/office/drawing/2014/main" id="{2DC7FE0D-A1D0-4690-9031-2C3E1C21B4DB}"/>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9" name="Marcador de número de diapositiva 70">
            <a:extLst>
              <a:ext uri="{FF2B5EF4-FFF2-40B4-BE49-F238E27FC236}">
                <a16:creationId xmlns:a16="http://schemas.microsoft.com/office/drawing/2014/main" id="{64EACE25-1980-4704-A58D-E0A21D5FF546}"/>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71"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bg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72"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73" name="Conector recto 72">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511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guide id="7" orient="horz" pos="4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Imagen Full">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4A7C7672-94BA-4FA5-814B-6E725F379404}"/>
              </a:ext>
            </a:extLst>
          </p:cNvPr>
          <p:cNvSpPr>
            <a:spLocks noGrp="1"/>
          </p:cNvSpPr>
          <p:nvPr>
            <p:ph type="pic" sz="quarter" idx="10" hasCustomPrompt="1"/>
          </p:nvPr>
        </p:nvSpPr>
        <p:spPr>
          <a:xfrm>
            <a:off x="0" y="0"/>
            <a:ext cx="11936140" cy="6858000"/>
          </a:xfrm>
          <a:prstGeom prst="rect">
            <a:avLst/>
          </a:prstGeom>
          <a:solidFill>
            <a:schemeClr val="bg1">
              <a:lumMod val="85000"/>
            </a:schemeClr>
          </a:solidFill>
        </p:spPr>
        <p:txBody>
          <a:bodyPr anchor="ctr"/>
          <a:lstStyle>
            <a:lvl1pPr marL="0" indent="0" algn="ctr">
              <a:buNone/>
              <a:defRPr/>
            </a:lvl1pPr>
          </a:lstStyle>
          <a:p>
            <a:r>
              <a:rPr lang="es-CL" dirty="0"/>
              <a:t>Espacio para imagen full </a:t>
            </a:r>
          </a:p>
        </p:txBody>
      </p:sp>
      <p:grpSp>
        <p:nvGrpSpPr>
          <p:cNvPr id="72" name="Grupo 71">
            <a:extLst>
              <a:ext uri="{FF2B5EF4-FFF2-40B4-BE49-F238E27FC236}">
                <a16:creationId xmlns:a16="http://schemas.microsoft.com/office/drawing/2014/main" id="{7F760D59-0D75-468D-9532-CC7064DC9846}"/>
              </a:ext>
            </a:extLst>
          </p:cNvPr>
          <p:cNvGrpSpPr/>
          <p:nvPr userDrawn="1"/>
        </p:nvGrpSpPr>
        <p:grpSpPr>
          <a:xfrm>
            <a:off x="260637" y="160236"/>
            <a:ext cx="1086071" cy="910924"/>
            <a:chOff x="137601" y="239283"/>
            <a:chExt cx="897579" cy="752830"/>
          </a:xfrm>
          <a:solidFill>
            <a:schemeClr val="bg2"/>
          </a:solidFill>
        </p:grpSpPr>
        <p:sp>
          <p:nvSpPr>
            <p:cNvPr id="73" name="Freeform 109">
              <a:extLst>
                <a:ext uri="{FF2B5EF4-FFF2-40B4-BE49-F238E27FC236}">
                  <a16:creationId xmlns:a16="http://schemas.microsoft.com/office/drawing/2014/main" id="{2A16ABED-1480-4A17-8C5D-B31F7DF5CAF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4" name="Freeform 110">
              <a:extLst>
                <a:ext uri="{FF2B5EF4-FFF2-40B4-BE49-F238E27FC236}">
                  <a16:creationId xmlns:a16="http://schemas.microsoft.com/office/drawing/2014/main" id="{0E93C5EF-86D1-4D3D-9F8D-64EA1AC1D8ED}"/>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5" name="Grupo 74">
              <a:extLst>
                <a:ext uri="{FF2B5EF4-FFF2-40B4-BE49-F238E27FC236}">
                  <a16:creationId xmlns:a16="http://schemas.microsoft.com/office/drawing/2014/main" id="{FE4F3B71-11F7-4774-9AA8-F249F7CFCCF6}"/>
                </a:ext>
              </a:extLst>
            </p:cNvPr>
            <p:cNvGrpSpPr/>
            <p:nvPr userDrawn="1"/>
          </p:nvGrpSpPr>
          <p:grpSpPr>
            <a:xfrm>
              <a:off x="137601" y="474669"/>
              <a:ext cx="897579" cy="326700"/>
              <a:chOff x="137601" y="474669"/>
              <a:chExt cx="897579" cy="326700"/>
            </a:xfrm>
            <a:grpFill/>
          </p:grpSpPr>
          <p:sp>
            <p:nvSpPr>
              <p:cNvPr id="86" name="Freeform 111">
                <a:extLst>
                  <a:ext uri="{FF2B5EF4-FFF2-40B4-BE49-F238E27FC236}">
                    <a16:creationId xmlns:a16="http://schemas.microsoft.com/office/drawing/2014/main" id="{5E806105-4795-4E11-AB36-1BA90E4DCA54}"/>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7" name="Freeform 112">
                <a:extLst>
                  <a:ext uri="{FF2B5EF4-FFF2-40B4-BE49-F238E27FC236}">
                    <a16:creationId xmlns:a16="http://schemas.microsoft.com/office/drawing/2014/main" id="{260EC9DB-4F20-4C3D-BC00-FE17BD3F572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3">
                <a:extLst>
                  <a:ext uri="{FF2B5EF4-FFF2-40B4-BE49-F238E27FC236}">
                    <a16:creationId xmlns:a16="http://schemas.microsoft.com/office/drawing/2014/main" id="{32D144DC-08C4-4D36-9F09-30318CB0C72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4">
                <a:extLst>
                  <a:ext uri="{FF2B5EF4-FFF2-40B4-BE49-F238E27FC236}">
                    <a16:creationId xmlns:a16="http://schemas.microsoft.com/office/drawing/2014/main" id="{FA1527B0-419A-4EDE-90DE-3DB5EA195A0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5">
                <a:extLst>
                  <a:ext uri="{FF2B5EF4-FFF2-40B4-BE49-F238E27FC236}">
                    <a16:creationId xmlns:a16="http://schemas.microsoft.com/office/drawing/2014/main" id="{E160C73E-6C60-4B73-B515-7E4F6BA2E34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6">
                <a:extLst>
                  <a:ext uri="{FF2B5EF4-FFF2-40B4-BE49-F238E27FC236}">
                    <a16:creationId xmlns:a16="http://schemas.microsoft.com/office/drawing/2014/main" id="{A2A72D1B-DCF0-48EE-9878-F2B782CC82D6}"/>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7">
                <a:extLst>
                  <a:ext uri="{FF2B5EF4-FFF2-40B4-BE49-F238E27FC236}">
                    <a16:creationId xmlns:a16="http://schemas.microsoft.com/office/drawing/2014/main" id="{0FC7E7C9-E634-427E-9E58-B9C430BBEF0F}"/>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8">
                <a:extLst>
                  <a:ext uri="{FF2B5EF4-FFF2-40B4-BE49-F238E27FC236}">
                    <a16:creationId xmlns:a16="http://schemas.microsoft.com/office/drawing/2014/main" id="{E6D10DBA-3876-48D7-9601-6583978F05B5}"/>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19">
                <a:extLst>
                  <a:ext uri="{FF2B5EF4-FFF2-40B4-BE49-F238E27FC236}">
                    <a16:creationId xmlns:a16="http://schemas.microsoft.com/office/drawing/2014/main" id="{223290B5-A74A-46C5-88F1-980FA81DC737}"/>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20">
                <a:extLst>
                  <a:ext uri="{FF2B5EF4-FFF2-40B4-BE49-F238E27FC236}">
                    <a16:creationId xmlns:a16="http://schemas.microsoft.com/office/drawing/2014/main" id="{C0B629AE-44FB-4B7E-9242-726B09C3EA1A}"/>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1">
                <a:extLst>
                  <a:ext uri="{FF2B5EF4-FFF2-40B4-BE49-F238E27FC236}">
                    <a16:creationId xmlns:a16="http://schemas.microsoft.com/office/drawing/2014/main" id="{E7B5A626-9DB1-4C57-9694-B16E694E01B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2">
                <a:extLst>
                  <a:ext uri="{FF2B5EF4-FFF2-40B4-BE49-F238E27FC236}">
                    <a16:creationId xmlns:a16="http://schemas.microsoft.com/office/drawing/2014/main" id="{F263ACAE-6424-44F4-8469-025661D4830A}"/>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3">
                <a:extLst>
                  <a:ext uri="{FF2B5EF4-FFF2-40B4-BE49-F238E27FC236}">
                    <a16:creationId xmlns:a16="http://schemas.microsoft.com/office/drawing/2014/main" id="{004F788D-5BD1-4CC0-A248-1F5FB64040BC}"/>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4">
                <a:extLst>
                  <a:ext uri="{FF2B5EF4-FFF2-40B4-BE49-F238E27FC236}">
                    <a16:creationId xmlns:a16="http://schemas.microsoft.com/office/drawing/2014/main" id="{345DB0C7-3792-447E-88EF-C02FD39F0E87}"/>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5">
                <a:extLst>
                  <a:ext uri="{FF2B5EF4-FFF2-40B4-BE49-F238E27FC236}">
                    <a16:creationId xmlns:a16="http://schemas.microsoft.com/office/drawing/2014/main" id="{47231F00-A661-44B2-AB6B-48B47B564DA9}"/>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6">
                <a:extLst>
                  <a:ext uri="{FF2B5EF4-FFF2-40B4-BE49-F238E27FC236}">
                    <a16:creationId xmlns:a16="http://schemas.microsoft.com/office/drawing/2014/main" id="{17D94E06-E3C2-4394-A870-6ABF58C7E17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2" name="Freeform 127">
                <a:extLst>
                  <a:ext uri="{FF2B5EF4-FFF2-40B4-BE49-F238E27FC236}">
                    <a16:creationId xmlns:a16="http://schemas.microsoft.com/office/drawing/2014/main" id="{95FF73C3-9273-4025-8043-B93FDB908DF2}"/>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6" name="Freeform 128">
              <a:extLst>
                <a:ext uri="{FF2B5EF4-FFF2-40B4-BE49-F238E27FC236}">
                  <a16:creationId xmlns:a16="http://schemas.microsoft.com/office/drawing/2014/main" id="{02564356-1093-43A9-85A9-A61F0CB1197D}"/>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7" name="Freeform 129">
              <a:extLst>
                <a:ext uri="{FF2B5EF4-FFF2-40B4-BE49-F238E27FC236}">
                  <a16:creationId xmlns:a16="http://schemas.microsoft.com/office/drawing/2014/main" id="{7EE7B7E7-D770-4BE6-A229-C7F8E56EF0A0}"/>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30">
              <a:extLst>
                <a:ext uri="{FF2B5EF4-FFF2-40B4-BE49-F238E27FC236}">
                  <a16:creationId xmlns:a16="http://schemas.microsoft.com/office/drawing/2014/main" id="{81BB9DD0-461A-464C-BAD1-1B749AF42F76}"/>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1">
              <a:extLst>
                <a:ext uri="{FF2B5EF4-FFF2-40B4-BE49-F238E27FC236}">
                  <a16:creationId xmlns:a16="http://schemas.microsoft.com/office/drawing/2014/main" id="{BA540343-1981-4C56-93A1-76806F9915D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2">
              <a:extLst>
                <a:ext uri="{FF2B5EF4-FFF2-40B4-BE49-F238E27FC236}">
                  <a16:creationId xmlns:a16="http://schemas.microsoft.com/office/drawing/2014/main" id="{9323C4A7-BC9A-4F71-8065-157BEB3ED4A6}"/>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3">
              <a:extLst>
                <a:ext uri="{FF2B5EF4-FFF2-40B4-BE49-F238E27FC236}">
                  <a16:creationId xmlns:a16="http://schemas.microsoft.com/office/drawing/2014/main" id="{3840820B-B609-4264-80E3-C63ABAEF443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4">
              <a:extLst>
                <a:ext uri="{FF2B5EF4-FFF2-40B4-BE49-F238E27FC236}">
                  <a16:creationId xmlns:a16="http://schemas.microsoft.com/office/drawing/2014/main" id="{90734FCE-4632-4FF5-94EC-7A53F6744BFC}"/>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5">
              <a:extLst>
                <a:ext uri="{FF2B5EF4-FFF2-40B4-BE49-F238E27FC236}">
                  <a16:creationId xmlns:a16="http://schemas.microsoft.com/office/drawing/2014/main" id="{07EDB1F7-C7B6-480C-A0F2-8E205E41A862}"/>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6">
              <a:extLst>
                <a:ext uri="{FF2B5EF4-FFF2-40B4-BE49-F238E27FC236}">
                  <a16:creationId xmlns:a16="http://schemas.microsoft.com/office/drawing/2014/main" id="{9749C220-7280-435F-9427-913718A34983}"/>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5" name="Freeform 137">
              <a:extLst>
                <a:ext uri="{FF2B5EF4-FFF2-40B4-BE49-F238E27FC236}">
                  <a16:creationId xmlns:a16="http://schemas.microsoft.com/office/drawing/2014/main" id="{80B56448-91AA-43A2-96EB-6B2C6DD0F22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5" name="Grupo 104">
            <a:extLst>
              <a:ext uri="{FF2B5EF4-FFF2-40B4-BE49-F238E27FC236}">
                <a16:creationId xmlns:a16="http://schemas.microsoft.com/office/drawing/2014/main" id="{DF4E9642-1CEE-4C36-84A5-E7707F351C20}"/>
              </a:ext>
            </a:extLst>
          </p:cNvPr>
          <p:cNvGrpSpPr/>
          <p:nvPr userDrawn="1"/>
        </p:nvGrpSpPr>
        <p:grpSpPr>
          <a:xfrm>
            <a:off x="10580559" y="518761"/>
            <a:ext cx="1147824" cy="235942"/>
            <a:chOff x="6094413" y="2516188"/>
            <a:chExt cx="2000250" cy="411162"/>
          </a:xfrm>
          <a:solidFill>
            <a:schemeClr val="bg2"/>
          </a:solidFill>
        </p:grpSpPr>
        <p:sp>
          <p:nvSpPr>
            <p:cNvPr id="106" name="Freeform 7">
              <a:extLst>
                <a:ext uri="{FF2B5EF4-FFF2-40B4-BE49-F238E27FC236}">
                  <a16:creationId xmlns:a16="http://schemas.microsoft.com/office/drawing/2014/main" id="{D5CAF925-F4D9-4B08-8765-47D2A3FAF972}"/>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8">
              <a:extLst>
                <a:ext uri="{FF2B5EF4-FFF2-40B4-BE49-F238E27FC236}">
                  <a16:creationId xmlns:a16="http://schemas.microsoft.com/office/drawing/2014/main" id="{41C85E79-FC7E-456C-B7BA-6CFB5906B779}"/>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9">
              <a:extLst>
                <a:ext uri="{FF2B5EF4-FFF2-40B4-BE49-F238E27FC236}">
                  <a16:creationId xmlns:a16="http://schemas.microsoft.com/office/drawing/2014/main" id="{1B7CB862-FD9B-489B-88C2-457D3EBAA785}"/>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Rectangle 10">
              <a:extLst>
                <a:ext uri="{FF2B5EF4-FFF2-40B4-BE49-F238E27FC236}">
                  <a16:creationId xmlns:a16="http://schemas.microsoft.com/office/drawing/2014/main" id="{66DE9029-ECBD-4D59-B3EB-039F06433983}"/>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1">
              <a:extLst>
                <a:ext uri="{FF2B5EF4-FFF2-40B4-BE49-F238E27FC236}">
                  <a16:creationId xmlns:a16="http://schemas.microsoft.com/office/drawing/2014/main" id="{93A73A41-9855-449C-8CE6-8988E14DC578}"/>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Freeform 12">
              <a:extLst>
                <a:ext uri="{FF2B5EF4-FFF2-40B4-BE49-F238E27FC236}">
                  <a16:creationId xmlns:a16="http://schemas.microsoft.com/office/drawing/2014/main" id="{27FE99BC-A8B1-4FD8-866A-DD0FCA6E6567}"/>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3">
              <a:extLst>
                <a:ext uri="{FF2B5EF4-FFF2-40B4-BE49-F238E27FC236}">
                  <a16:creationId xmlns:a16="http://schemas.microsoft.com/office/drawing/2014/main" id="{5483F718-1B44-47B2-B16F-08A84E25088C}"/>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4">
              <a:extLst>
                <a:ext uri="{FF2B5EF4-FFF2-40B4-BE49-F238E27FC236}">
                  <a16:creationId xmlns:a16="http://schemas.microsoft.com/office/drawing/2014/main" id="{A1B4900B-01A3-42FF-A7D7-53EB75F2061A}"/>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Rectangle 15">
              <a:extLst>
                <a:ext uri="{FF2B5EF4-FFF2-40B4-BE49-F238E27FC236}">
                  <a16:creationId xmlns:a16="http://schemas.microsoft.com/office/drawing/2014/main" id="{A94C6E5B-ED5B-43EE-BB82-D6A187D69B35}"/>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6">
              <a:extLst>
                <a:ext uri="{FF2B5EF4-FFF2-40B4-BE49-F238E27FC236}">
                  <a16:creationId xmlns:a16="http://schemas.microsoft.com/office/drawing/2014/main" id="{065BAD0E-64C8-472A-8CA0-75B3B3620BC8}"/>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17">
              <a:extLst>
                <a:ext uri="{FF2B5EF4-FFF2-40B4-BE49-F238E27FC236}">
                  <a16:creationId xmlns:a16="http://schemas.microsoft.com/office/drawing/2014/main" id="{644128E1-5AB5-4BAA-9E8B-525FB6035DBB}"/>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18">
              <a:extLst>
                <a:ext uri="{FF2B5EF4-FFF2-40B4-BE49-F238E27FC236}">
                  <a16:creationId xmlns:a16="http://schemas.microsoft.com/office/drawing/2014/main" id="{E1D815EA-8F6D-4949-A069-8AD27259788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19">
              <a:extLst>
                <a:ext uri="{FF2B5EF4-FFF2-40B4-BE49-F238E27FC236}">
                  <a16:creationId xmlns:a16="http://schemas.microsoft.com/office/drawing/2014/main" id="{46FC4EF8-ECA3-4D5C-B580-FBB50F8B8626}"/>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0">
              <a:extLst>
                <a:ext uri="{FF2B5EF4-FFF2-40B4-BE49-F238E27FC236}">
                  <a16:creationId xmlns:a16="http://schemas.microsoft.com/office/drawing/2014/main" id="{D3F66839-DCD6-4B3A-8E61-921504D8C0CC}"/>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1">
              <a:extLst>
                <a:ext uri="{FF2B5EF4-FFF2-40B4-BE49-F238E27FC236}">
                  <a16:creationId xmlns:a16="http://schemas.microsoft.com/office/drawing/2014/main" id="{ACCD0273-2D1B-424F-A3DB-DDA76B917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Freeform 22">
              <a:extLst>
                <a:ext uri="{FF2B5EF4-FFF2-40B4-BE49-F238E27FC236}">
                  <a16:creationId xmlns:a16="http://schemas.microsoft.com/office/drawing/2014/main" id="{3209AFB6-C25C-4366-B217-7B70D579E950}"/>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3">
              <a:extLst>
                <a:ext uri="{FF2B5EF4-FFF2-40B4-BE49-F238E27FC236}">
                  <a16:creationId xmlns:a16="http://schemas.microsoft.com/office/drawing/2014/main" id="{007308E1-4658-41E9-A05B-9D413B05F83A}"/>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4">
              <a:extLst>
                <a:ext uri="{FF2B5EF4-FFF2-40B4-BE49-F238E27FC236}">
                  <a16:creationId xmlns:a16="http://schemas.microsoft.com/office/drawing/2014/main" id="{BF400C19-7064-4416-A494-26E3F11F7DE2}"/>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Rectangle 25">
              <a:extLst>
                <a:ext uri="{FF2B5EF4-FFF2-40B4-BE49-F238E27FC236}">
                  <a16:creationId xmlns:a16="http://schemas.microsoft.com/office/drawing/2014/main" id="{3D6792A7-3ECF-4CD5-B495-F58746F0CA5D}"/>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6">
              <a:extLst>
                <a:ext uri="{FF2B5EF4-FFF2-40B4-BE49-F238E27FC236}">
                  <a16:creationId xmlns:a16="http://schemas.microsoft.com/office/drawing/2014/main" id="{F0EB6394-BD27-454C-A015-9AD9232B5D60}"/>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27">
              <a:extLst>
                <a:ext uri="{FF2B5EF4-FFF2-40B4-BE49-F238E27FC236}">
                  <a16:creationId xmlns:a16="http://schemas.microsoft.com/office/drawing/2014/main" id="{61BE1907-7F66-4826-B330-4AC9B58E4382}"/>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28">
              <a:extLst>
                <a:ext uri="{FF2B5EF4-FFF2-40B4-BE49-F238E27FC236}">
                  <a16:creationId xmlns:a16="http://schemas.microsoft.com/office/drawing/2014/main" id="{ECE2AF28-3A55-48B9-95EB-CB34ABB9967A}"/>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29">
              <a:extLst>
                <a:ext uri="{FF2B5EF4-FFF2-40B4-BE49-F238E27FC236}">
                  <a16:creationId xmlns:a16="http://schemas.microsoft.com/office/drawing/2014/main" id="{32AD8873-A2CC-4724-B48C-96E123D8D358}"/>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0">
              <a:extLst>
                <a:ext uri="{FF2B5EF4-FFF2-40B4-BE49-F238E27FC236}">
                  <a16:creationId xmlns:a16="http://schemas.microsoft.com/office/drawing/2014/main" id="{6A181A18-0D61-4033-A3A2-E4555A6164BA}"/>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1">
              <a:extLst>
                <a:ext uri="{FF2B5EF4-FFF2-40B4-BE49-F238E27FC236}">
                  <a16:creationId xmlns:a16="http://schemas.microsoft.com/office/drawing/2014/main" id="{1D1155FD-EB03-4C5F-A0DF-06AC1EA70613}"/>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2">
              <a:extLst>
                <a:ext uri="{FF2B5EF4-FFF2-40B4-BE49-F238E27FC236}">
                  <a16:creationId xmlns:a16="http://schemas.microsoft.com/office/drawing/2014/main" id="{92887B06-8AB9-45D9-94C7-E2F1BF9C2671}"/>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3">
              <a:extLst>
                <a:ext uri="{FF2B5EF4-FFF2-40B4-BE49-F238E27FC236}">
                  <a16:creationId xmlns:a16="http://schemas.microsoft.com/office/drawing/2014/main" id="{4A77B10C-CE16-49B2-A729-6BAA8976482A}"/>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3" name="Freeform 34">
              <a:extLst>
                <a:ext uri="{FF2B5EF4-FFF2-40B4-BE49-F238E27FC236}">
                  <a16:creationId xmlns:a16="http://schemas.microsoft.com/office/drawing/2014/main" id="{E1E78D5B-0E50-4526-A2A1-33B2ECC48A42}"/>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4" name="Freeform 35">
              <a:extLst>
                <a:ext uri="{FF2B5EF4-FFF2-40B4-BE49-F238E27FC236}">
                  <a16:creationId xmlns:a16="http://schemas.microsoft.com/office/drawing/2014/main" id="{2C0295A8-B144-4B10-AB50-0DE7F6A5E404}"/>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6">
              <a:extLst>
                <a:ext uri="{FF2B5EF4-FFF2-40B4-BE49-F238E27FC236}">
                  <a16:creationId xmlns:a16="http://schemas.microsoft.com/office/drawing/2014/main" id="{126859A5-ECD7-4CFC-96D9-47C9C9F393A1}"/>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6" name="Grupo 135">
            <a:extLst>
              <a:ext uri="{FF2B5EF4-FFF2-40B4-BE49-F238E27FC236}">
                <a16:creationId xmlns:a16="http://schemas.microsoft.com/office/drawing/2014/main" id="{947265B8-5B32-4D49-A74F-51EBC6841500}"/>
              </a:ext>
            </a:extLst>
          </p:cNvPr>
          <p:cNvGrpSpPr/>
          <p:nvPr userDrawn="1"/>
        </p:nvGrpSpPr>
        <p:grpSpPr>
          <a:xfrm>
            <a:off x="9269672" y="352811"/>
            <a:ext cx="1108652" cy="538385"/>
            <a:chOff x="3838575" y="2246313"/>
            <a:chExt cx="1931988" cy="938213"/>
          </a:xfrm>
        </p:grpSpPr>
        <p:sp>
          <p:nvSpPr>
            <p:cNvPr id="137" name="Rectangle 5">
              <a:extLst>
                <a:ext uri="{FF2B5EF4-FFF2-40B4-BE49-F238E27FC236}">
                  <a16:creationId xmlns:a16="http://schemas.microsoft.com/office/drawing/2014/main" id="{02E920ED-FF17-4757-A98D-1F7CAD73843D}"/>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8" name="Freeform 37">
              <a:extLst>
                <a:ext uri="{FF2B5EF4-FFF2-40B4-BE49-F238E27FC236}">
                  <a16:creationId xmlns:a16="http://schemas.microsoft.com/office/drawing/2014/main" id="{BC1CB73D-9D60-4103-8D2B-B2BFF2415768}"/>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9" name="Freeform 38">
              <a:extLst>
                <a:ext uri="{FF2B5EF4-FFF2-40B4-BE49-F238E27FC236}">
                  <a16:creationId xmlns:a16="http://schemas.microsoft.com/office/drawing/2014/main" id="{3D1D2339-F4DB-4CBA-99A6-DCC5CD0CC189}"/>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0" name="Marcador de texto 2">
            <a:extLst>
              <a:ext uri="{FF2B5EF4-FFF2-40B4-BE49-F238E27FC236}">
                <a16:creationId xmlns:a16="http://schemas.microsoft.com/office/drawing/2014/main" id="{347277CF-7CE2-46E9-8BAB-9BB99B5CE26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71" name="Marcador de texto 2">
            <a:extLst>
              <a:ext uri="{FF2B5EF4-FFF2-40B4-BE49-F238E27FC236}">
                <a16:creationId xmlns:a16="http://schemas.microsoft.com/office/drawing/2014/main" id="{0BAB15C9-8FA6-4B01-9A53-5B559AE968B1}"/>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72" name="Conector recto 171">
            <a:extLst>
              <a:ext uri="{FF2B5EF4-FFF2-40B4-BE49-F238E27FC236}">
                <a16:creationId xmlns:a16="http://schemas.microsoft.com/office/drawing/2014/main" id="{63AF6657-0F11-4C32-9E54-545EF1FD7BCA}"/>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04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4201" userDrawn="1">
          <p15:clr>
            <a:srgbClr val="FBAE40"/>
          </p15:clr>
        </p15:guide>
        <p15:guide id="3" orient="horz" pos="96" userDrawn="1">
          <p15:clr>
            <a:srgbClr val="FBAE40"/>
          </p15:clr>
        </p15:guide>
        <p15:guide id="4" pos="3840" userDrawn="1">
          <p15:clr>
            <a:srgbClr val="FBAE40"/>
          </p15:clr>
        </p15:guide>
        <p15:guide id="5" pos="166" userDrawn="1">
          <p15:clr>
            <a:srgbClr val="FBAE40"/>
          </p15:clr>
        </p15:guide>
        <p15:guide id="6" pos="7469"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2 Imagen y títulos">
    <p:spTree>
      <p:nvGrpSpPr>
        <p:cNvPr id="1" name=""/>
        <p:cNvGrpSpPr/>
        <p:nvPr/>
      </p:nvGrpSpPr>
      <p:grpSpPr>
        <a:xfrm>
          <a:off x="0" y="0"/>
          <a:ext cx="0" cy="0"/>
          <a:chOff x="0" y="0"/>
          <a:chExt cx="0" cy="0"/>
        </a:xfrm>
      </p:grpSpPr>
      <p:sp>
        <p:nvSpPr>
          <p:cNvPr id="17"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8"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9" name="Conector recto 18">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0" name="Marcador de número de diapositiva 70">
            <a:extLst>
              <a:ext uri="{FF2B5EF4-FFF2-40B4-BE49-F238E27FC236}">
                <a16:creationId xmlns:a16="http://schemas.microsoft.com/office/drawing/2014/main" id="{C05AADE7-4F3F-4C94-9A80-9CA76A45809D}"/>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
        <p:nvSpPr>
          <p:cNvPr id="21" name="Marcador de texto 2">
            <a:extLst>
              <a:ext uri="{FF2B5EF4-FFF2-40B4-BE49-F238E27FC236}">
                <a16:creationId xmlns:a16="http://schemas.microsoft.com/office/drawing/2014/main" id="{2370F6BE-EDC9-48A1-B566-E4E8F64EF790}"/>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6" name="Rectangle 10">
            <a:extLst>
              <a:ext uri="{FF2B5EF4-FFF2-40B4-BE49-F238E27FC236}">
                <a16:creationId xmlns:a16="http://schemas.microsoft.com/office/drawing/2014/main" id="{E52877B5-F746-4BF9-8B29-A4FA0AA3338B}"/>
              </a:ext>
            </a:extLst>
          </p:cNvPr>
          <p:cNvSpPr>
            <a:spLocks noChangeArrowheads="1"/>
          </p:cNvSpPr>
          <p:nvPr userDrawn="1"/>
        </p:nvSpPr>
        <p:spPr bwMode="auto">
          <a:xfrm>
            <a:off x="3448963" y="1375544"/>
            <a:ext cx="5924919" cy="4909868"/>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latin typeface="+mj-lt"/>
            </a:endParaRPr>
          </a:p>
        </p:txBody>
      </p:sp>
      <p:sp>
        <p:nvSpPr>
          <p:cNvPr id="83" name="Marcador de texto 2">
            <a:extLst>
              <a:ext uri="{FF2B5EF4-FFF2-40B4-BE49-F238E27FC236}">
                <a16:creationId xmlns:a16="http://schemas.microsoft.com/office/drawing/2014/main" id="{B01517FF-8F20-46CA-951D-D9D0C1264E78}"/>
              </a:ext>
            </a:extLst>
          </p:cNvPr>
          <p:cNvSpPr>
            <a:spLocks noGrp="1"/>
          </p:cNvSpPr>
          <p:nvPr>
            <p:ph type="body" sz="quarter" idx="28" hasCustomPrompt="1"/>
          </p:nvPr>
        </p:nvSpPr>
        <p:spPr>
          <a:xfrm>
            <a:off x="5371636" y="1188204"/>
            <a:ext cx="2077379" cy="391824"/>
          </a:xfrm>
          <a:prstGeom prst="rect">
            <a:avLst/>
          </a:prstGeom>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84" name="Marcador de texto 2">
            <a:extLst>
              <a:ext uri="{FF2B5EF4-FFF2-40B4-BE49-F238E27FC236}">
                <a16:creationId xmlns:a16="http://schemas.microsoft.com/office/drawing/2014/main" id="{07E66279-0CD4-45C5-8748-23186AFBCDBA}"/>
              </a:ext>
            </a:extLst>
          </p:cNvPr>
          <p:cNvSpPr>
            <a:spLocks noGrp="1"/>
          </p:cNvSpPr>
          <p:nvPr>
            <p:ph type="body" sz="quarter" idx="29" hasCustomPrompt="1"/>
          </p:nvPr>
        </p:nvSpPr>
        <p:spPr>
          <a:xfrm rot="16200000">
            <a:off x="1758640" y="3987161"/>
            <a:ext cx="2077379" cy="391824"/>
          </a:xfrm>
          <a:prstGeom prst="rect">
            <a:avLst/>
          </a:prstGeom>
          <a:solidFill>
            <a:schemeClr val="bg2"/>
          </a:solidFill>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85" name="Marcador de texto 2">
            <a:extLst>
              <a:ext uri="{FF2B5EF4-FFF2-40B4-BE49-F238E27FC236}">
                <a16:creationId xmlns:a16="http://schemas.microsoft.com/office/drawing/2014/main" id="{269DDBA9-C6F6-4F32-B366-8F8E9B230627}"/>
              </a:ext>
            </a:extLst>
          </p:cNvPr>
          <p:cNvSpPr>
            <a:spLocks noGrp="1"/>
          </p:cNvSpPr>
          <p:nvPr>
            <p:ph type="body" sz="quarter" idx="30" hasCustomPrompt="1"/>
          </p:nvPr>
        </p:nvSpPr>
        <p:spPr>
          <a:xfrm>
            <a:off x="5371636" y="6117043"/>
            <a:ext cx="2077379" cy="391824"/>
          </a:xfrm>
          <a:prstGeom prst="rect">
            <a:avLst/>
          </a:prstGeom>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4" name="Marcador de posición de imagen 26">
            <a:extLst>
              <a:ext uri="{FF2B5EF4-FFF2-40B4-BE49-F238E27FC236}">
                <a16:creationId xmlns:a16="http://schemas.microsoft.com/office/drawing/2014/main" id="{8927B421-1BB7-4777-A444-0D2812CB425E}"/>
              </a:ext>
            </a:extLst>
          </p:cNvPr>
          <p:cNvSpPr>
            <a:spLocks noGrp="1"/>
          </p:cNvSpPr>
          <p:nvPr>
            <p:ph type="pic" sz="quarter" idx="22" hasCustomPrompt="1"/>
          </p:nvPr>
        </p:nvSpPr>
        <p:spPr>
          <a:xfrm>
            <a:off x="3219450"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5" name="Marcador de texto 2">
            <a:extLst>
              <a:ext uri="{FF2B5EF4-FFF2-40B4-BE49-F238E27FC236}">
                <a16:creationId xmlns:a16="http://schemas.microsoft.com/office/drawing/2014/main" id="{92E83A9E-5266-4BC5-A75A-F5E85A12FA03}"/>
              </a:ext>
            </a:extLst>
          </p:cNvPr>
          <p:cNvSpPr>
            <a:spLocks noGrp="1"/>
          </p:cNvSpPr>
          <p:nvPr>
            <p:ph type="body" sz="quarter" idx="27" hasCustomPrompt="1"/>
          </p:nvPr>
        </p:nvSpPr>
        <p:spPr>
          <a:xfrm>
            <a:off x="3219450"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6" name="Marcador de posición de imagen 26">
            <a:extLst>
              <a:ext uri="{FF2B5EF4-FFF2-40B4-BE49-F238E27FC236}">
                <a16:creationId xmlns:a16="http://schemas.microsoft.com/office/drawing/2014/main" id="{041D723F-C65E-4264-9AB9-0E7EA39E1AB2}"/>
              </a:ext>
            </a:extLst>
          </p:cNvPr>
          <p:cNvSpPr>
            <a:spLocks noGrp="1"/>
          </p:cNvSpPr>
          <p:nvPr>
            <p:ph type="pic" sz="quarter" idx="31" hasCustomPrompt="1"/>
          </p:nvPr>
        </p:nvSpPr>
        <p:spPr>
          <a:xfrm>
            <a:off x="5371635"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7" name="Marcador de texto 2">
            <a:extLst>
              <a:ext uri="{FF2B5EF4-FFF2-40B4-BE49-F238E27FC236}">
                <a16:creationId xmlns:a16="http://schemas.microsoft.com/office/drawing/2014/main" id="{85346EEA-DB3A-4A35-9162-3A015D411C66}"/>
              </a:ext>
            </a:extLst>
          </p:cNvPr>
          <p:cNvSpPr>
            <a:spLocks noGrp="1"/>
          </p:cNvSpPr>
          <p:nvPr>
            <p:ph type="body" sz="quarter" idx="32" hasCustomPrompt="1"/>
          </p:nvPr>
        </p:nvSpPr>
        <p:spPr>
          <a:xfrm>
            <a:off x="5371635"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8" name="Marcador de posición de imagen 26">
            <a:extLst>
              <a:ext uri="{FF2B5EF4-FFF2-40B4-BE49-F238E27FC236}">
                <a16:creationId xmlns:a16="http://schemas.microsoft.com/office/drawing/2014/main" id="{F8493F9F-AD30-449D-B086-4AEE004A6F40}"/>
              </a:ext>
            </a:extLst>
          </p:cNvPr>
          <p:cNvSpPr>
            <a:spLocks noGrp="1"/>
          </p:cNvSpPr>
          <p:nvPr>
            <p:ph type="pic" sz="quarter" idx="33" hasCustomPrompt="1"/>
          </p:nvPr>
        </p:nvSpPr>
        <p:spPr>
          <a:xfrm>
            <a:off x="7512669"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9" name="Marcador de texto 2">
            <a:extLst>
              <a:ext uri="{FF2B5EF4-FFF2-40B4-BE49-F238E27FC236}">
                <a16:creationId xmlns:a16="http://schemas.microsoft.com/office/drawing/2014/main" id="{120FDCAD-FE11-44FA-B557-E62517A8ACEF}"/>
              </a:ext>
            </a:extLst>
          </p:cNvPr>
          <p:cNvSpPr>
            <a:spLocks noGrp="1"/>
          </p:cNvSpPr>
          <p:nvPr>
            <p:ph type="body" sz="quarter" idx="34" hasCustomPrompt="1"/>
          </p:nvPr>
        </p:nvSpPr>
        <p:spPr>
          <a:xfrm>
            <a:off x="7512669"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0" name="Marcador de posición de imagen 26">
            <a:extLst>
              <a:ext uri="{FF2B5EF4-FFF2-40B4-BE49-F238E27FC236}">
                <a16:creationId xmlns:a16="http://schemas.microsoft.com/office/drawing/2014/main" id="{B541220A-C78A-483A-B3B4-D11A9638E8AE}"/>
              </a:ext>
            </a:extLst>
          </p:cNvPr>
          <p:cNvSpPr>
            <a:spLocks noGrp="1"/>
          </p:cNvSpPr>
          <p:nvPr>
            <p:ph type="pic" sz="quarter" idx="35" hasCustomPrompt="1"/>
          </p:nvPr>
        </p:nvSpPr>
        <p:spPr>
          <a:xfrm>
            <a:off x="3219450"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1" name="Marcador de texto 2">
            <a:extLst>
              <a:ext uri="{FF2B5EF4-FFF2-40B4-BE49-F238E27FC236}">
                <a16:creationId xmlns:a16="http://schemas.microsoft.com/office/drawing/2014/main" id="{2F86F35F-B4D9-4BD2-882D-D53DF927005A}"/>
              </a:ext>
            </a:extLst>
          </p:cNvPr>
          <p:cNvSpPr>
            <a:spLocks noGrp="1"/>
          </p:cNvSpPr>
          <p:nvPr>
            <p:ph type="body" sz="quarter" idx="36" hasCustomPrompt="1"/>
          </p:nvPr>
        </p:nvSpPr>
        <p:spPr>
          <a:xfrm>
            <a:off x="3219450"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2" name="Marcador de posición de imagen 26">
            <a:extLst>
              <a:ext uri="{FF2B5EF4-FFF2-40B4-BE49-F238E27FC236}">
                <a16:creationId xmlns:a16="http://schemas.microsoft.com/office/drawing/2014/main" id="{E507EC5E-7668-4DD0-AEAA-F0498C193865}"/>
              </a:ext>
            </a:extLst>
          </p:cNvPr>
          <p:cNvSpPr>
            <a:spLocks noGrp="1"/>
          </p:cNvSpPr>
          <p:nvPr>
            <p:ph type="pic" sz="quarter" idx="37" hasCustomPrompt="1"/>
          </p:nvPr>
        </p:nvSpPr>
        <p:spPr>
          <a:xfrm>
            <a:off x="5371635"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3" name="Marcador de texto 2">
            <a:extLst>
              <a:ext uri="{FF2B5EF4-FFF2-40B4-BE49-F238E27FC236}">
                <a16:creationId xmlns:a16="http://schemas.microsoft.com/office/drawing/2014/main" id="{CB8F330C-43EE-453F-BA65-1F0A2CE4A93B}"/>
              </a:ext>
            </a:extLst>
          </p:cNvPr>
          <p:cNvSpPr>
            <a:spLocks noGrp="1"/>
          </p:cNvSpPr>
          <p:nvPr>
            <p:ph type="body" sz="quarter" idx="38" hasCustomPrompt="1"/>
          </p:nvPr>
        </p:nvSpPr>
        <p:spPr>
          <a:xfrm>
            <a:off x="5371635"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4" name="Marcador de posición de imagen 26">
            <a:extLst>
              <a:ext uri="{FF2B5EF4-FFF2-40B4-BE49-F238E27FC236}">
                <a16:creationId xmlns:a16="http://schemas.microsoft.com/office/drawing/2014/main" id="{3122E983-DA62-4108-B9B2-45A815131AA5}"/>
              </a:ext>
            </a:extLst>
          </p:cNvPr>
          <p:cNvSpPr>
            <a:spLocks noGrp="1"/>
          </p:cNvSpPr>
          <p:nvPr>
            <p:ph type="pic" sz="quarter" idx="39" hasCustomPrompt="1"/>
          </p:nvPr>
        </p:nvSpPr>
        <p:spPr>
          <a:xfrm>
            <a:off x="7512669"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5" name="Marcador de texto 2">
            <a:extLst>
              <a:ext uri="{FF2B5EF4-FFF2-40B4-BE49-F238E27FC236}">
                <a16:creationId xmlns:a16="http://schemas.microsoft.com/office/drawing/2014/main" id="{A1895702-A453-40D2-80B4-44D5BC5FCF0E}"/>
              </a:ext>
            </a:extLst>
          </p:cNvPr>
          <p:cNvSpPr>
            <a:spLocks noGrp="1"/>
          </p:cNvSpPr>
          <p:nvPr>
            <p:ph type="body" sz="quarter" idx="40" hasCustomPrompt="1"/>
          </p:nvPr>
        </p:nvSpPr>
        <p:spPr>
          <a:xfrm>
            <a:off x="7512669"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6" name="Marcador de posición de imagen 26">
            <a:extLst>
              <a:ext uri="{FF2B5EF4-FFF2-40B4-BE49-F238E27FC236}">
                <a16:creationId xmlns:a16="http://schemas.microsoft.com/office/drawing/2014/main" id="{DB5AA1A6-9122-403F-806E-93C39732C110}"/>
              </a:ext>
            </a:extLst>
          </p:cNvPr>
          <p:cNvSpPr>
            <a:spLocks noGrp="1"/>
          </p:cNvSpPr>
          <p:nvPr>
            <p:ph type="pic" sz="quarter" idx="41" hasCustomPrompt="1"/>
          </p:nvPr>
        </p:nvSpPr>
        <p:spPr>
          <a:xfrm>
            <a:off x="3219450"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7" name="Marcador de texto 2">
            <a:extLst>
              <a:ext uri="{FF2B5EF4-FFF2-40B4-BE49-F238E27FC236}">
                <a16:creationId xmlns:a16="http://schemas.microsoft.com/office/drawing/2014/main" id="{56FEB054-799D-4761-AF93-EAD4060A309A}"/>
              </a:ext>
            </a:extLst>
          </p:cNvPr>
          <p:cNvSpPr>
            <a:spLocks noGrp="1"/>
          </p:cNvSpPr>
          <p:nvPr>
            <p:ph type="body" sz="quarter" idx="42" hasCustomPrompt="1"/>
          </p:nvPr>
        </p:nvSpPr>
        <p:spPr>
          <a:xfrm>
            <a:off x="3219450"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8" name="Marcador de posición de imagen 26">
            <a:extLst>
              <a:ext uri="{FF2B5EF4-FFF2-40B4-BE49-F238E27FC236}">
                <a16:creationId xmlns:a16="http://schemas.microsoft.com/office/drawing/2014/main" id="{EB316407-CC44-4AF4-8D25-76E4DDCDB7E4}"/>
              </a:ext>
            </a:extLst>
          </p:cNvPr>
          <p:cNvSpPr>
            <a:spLocks noGrp="1"/>
          </p:cNvSpPr>
          <p:nvPr>
            <p:ph type="pic" sz="quarter" idx="43" hasCustomPrompt="1"/>
          </p:nvPr>
        </p:nvSpPr>
        <p:spPr>
          <a:xfrm>
            <a:off x="5371635"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9" name="Marcador de texto 2">
            <a:extLst>
              <a:ext uri="{FF2B5EF4-FFF2-40B4-BE49-F238E27FC236}">
                <a16:creationId xmlns:a16="http://schemas.microsoft.com/office/drawing/2014/main" id="{7038C025-CA67-4179-980C-E1C54C815A04}"/>
              </a:ext>
            </a:extLst>
          </p:cNvPr>
          <p:cNvSpPr>
            <a:spLocks noGrp="1"/>
          </p:cNvSpPr>
          <p:nvPr>
            <p:ph type="body" sz="quarter" idx="44" hasCustomPrompt="1"/>
          </p:nvPr>
        </p:nvSpPr>
        <p:spPr>
          <a:xfrm>
            <a:off x="5371635"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10" name="Marcador de posición de imagen 26">
            <a:extLst>
              <a:ext uri="{FF2B5EF4-FFF2-40B4-BE49-F238E27FC236}">
                <a16:creationId xmlns:a16="http://schemas.microsoft.com/office/drawing/2014/main" id="{17B887AE-E033-4784-8DE5-7A237032B1D0}"/>
              </a:ext>
            </a:extLst>
          </p:cNvPr>
          <p:cNvSpPr>
            <a:spLocks noGrp="1"/>
          </p:cNvSpPr>
          <p:nvPr>
            <p:ph type="pic" sz="quarter" idx="45" hasCustomPrompt="1"/>
          </p:nvPr>
        </p:nvSpPr>
        <p:spPr>
          <a:xfrm>
            <a:off x="7512669"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11" name="Marcador de texto 2">
            <a:extLst>
              <a:ext uri="{FF2B5EF4-FFF2-40B4-BE49-F238E27FC236}">
                <a16:creationId xmlns:a16="http://schemas.microsoft.com/office/drawing/2014/main" id="{2B2BF6A3-DA20-4722-8286-3EB33588B3AD}"/>
              </a:ext>
            </a:extLst>
          </p:cNvPr>
          <p:cNvSpPr>
            <a:spLocks noGrp="1"/>
          </p:cNvSpPr>
          <p:nvPr>
            <p:ph type="body" sz="quarter" idx="46" hasCustomPrompt="1"/>
          </p:nvPr>
        </p:nvSpPr>
        <p:spPr>
          <a:xfrm>
            <a:off x="7512669"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Tree>
    <p:extLst>
      <p:ext uri="{BB962C8B-B14F-4D97-AF65-F5344CB8AC3E}">
        <p14:creationId xmlns:p14="http://schemas.microsoft.com/office/powerpoint/2010/main" val="319798456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_ Imagenes línea de tiempo">
    <p:spTree>
      <p:nvGrpSpPr>
        <p:cNvPr id="1" name=""/>
        <p:cNvGrpSpPr/>
        <p:nvPr/>
      </p:nvGrpSpPr>
      <p:grpSpPr>
        <a:xfrm>
          <a:off x="0" y="0"/>
          <a:ext cx="0" cy="0"/>
          <a:chOff x="0" y="0"/>
          <a:chExt cx="0" cy="0"/>
        </a:xfrm>
      </p:grpSpPr>
      <p:sp>
        <p:nvSpPr>
          <p:cNvPr id="21" name="Marcador de posición de imagen 17">
            <a:extLst>
              <a:ext uri="{FF2B5EF4-FFF2-40B4-BE49-F238E27FC236}">
                <a16:creationId xmlns:a16="http://schemas.microsoft.com/office/drawing/2014/main" id="{EF03A10A-1292-4FCC-94DD-282E5CD112FB}"/>
              </a:ext>
            </a:extLst>
          </p:cNvPr>
          <p:cNvSpPr>
            <a:spLocks noGrp="1"/>
          </p:cNvSpPr>
          <p:nvPr>
            <p:ph type="pic" sz="quarter" idx="12" hasCustomPrompt="1"/>
          </p:nvPr>
        </p:nvSpPr>
        <p:spPr>
          <a:xfrm>
            <a:off x="772085"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2" name="Marcador de posición de imagen 17">
            <a:extLst>
              <a:ext uri="{FF2B5EF4-FFF2-40B4-BE49-F238E27FC236}">
                <a16:creationId xmlns:a16="http://schemas.microsoft.com/office/drawing/2014/main" id="{BC7F34C3-BF52-4597-B510-8F304A6244C6}"/>
              </a:ext>
            </a:extLst>
          </p:cNvPr>
          <p:cNvSpPr>
            <a:spLocks noGrp="1"/>
          </p:cNvSpPr>
          <p:nvPr>
            <p:ph type="pic" sz="quarter" idx="28" hasCustomPrompt="1"/>
          </p:nvPr>
        </p:nvSpPr>
        <p:spPr>
          <a:xfrm>
            <a:off x="2900562"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3" name="Marcador de posición de imagen 17">
            <a:extLst>
              <a:ext uri="{FF2B5EF4-FFF2-40B4-BE49-F238E27FC236}">
                <a16:creationId xmlns:a16="http://schemas.microsoft.com/office/drawing/2014/main" id="{06B8C140-9E49-478D-BB6D-2DB9A6CB5324}"/>
              </a:ext>
            </a:extLst>
          </p:cNvPr>
          <p:cNvSpPr>
            <a:spLocks noGrp="1"/>
          </p:cNvSpPr>
          <p:nvPr>
            <p:ph type="pic" sz="quarter" idx="29" hasCustomPrompt="1"/>
          </p:nvPr>
        </p:nvSpPr>
        <p:spPr>
          <a:xfrm>
            <a:off x="4967567"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4" name="Marcador de posición de imagen 17">
            <a:extLst>
              <a:ext uri="{FF2B5EF4-FFF2-40B4-BE49-F238E27FC236}">
                <a16:creationId xmlns:a16="http://schemas.microsoft.com/office/drawing/2014/main" id="{C4C7509B-4C7B-4538-905F-D0599FB8D3CA}"/>
              </a:ext>
            </a:extLst>
          </p:cNvPr>
          <p:cNvSpPr>
            <a:spLocks noGrp="1"/>
          </p:cNvSpPr>
          <p:nvPr>
            <p:ph type="pic" sz="quarter" idx="30" hasCustomPrompt="1"/>
          </p:nvPr>
        </p:nvSpPr>
        <p:spPr>
          <a:xfrm>
            <a:off x="7072992"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5" name="Marcador de posición de imagen 17">
            <a:extLst>
              <a:ext uri="{FF2B5EF4-FFF2-40B4-BE49-F238E27FC236}">
                <a16:creationId xmlns:a16="http://schemas.microsoft.com/office/drawing/2014/main" id="{E91CF2ED-3A0A-49C2-9A43-88400738CD37}"/>
              </a:ext>
            </a:extLst>
          </p:cNvPr>
          <p:cNvSpPr>
            <a:spLocks noGrp="1"/>
          </p:cNvSpPr>
          <p:nvPr>
            <p:ph type="pic" sz="quarter" idx="31" hasCustomPrompt="1"/>
          </p:nvPr>
        </p:nvSpPr>
        <p:spPr>
          <a:xfrm>
            <a:off x="9132313"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1" name="Marcador de posición de imagen 17">
            <a:extLst>
              <a:ext uri="{FF2B5EF4-FFF2-40B4-BE49-F238E27FC236}">
                <a16:creationId xmlns:a16="http://schemas.microsoft.com/office/drawing/2014/main" id="{95B17790-9B65-4658-9785-FC5DA7ED58AA}"/>
              </a:ext>
            </a:extLst>
          </p:cNvPr>
          <p:cNvSpPr>
            <a:spLocks noGrp="1"/>
          </p:cNvSpPr>
          <p:nvPr>
            <p:ph type="pic" sz="quarter" idx="32" hasCustomPrompt="1"/>
          </p:nvPr>
        </p:nvSpPr>
        <p:spPr>
          <a:xfrm>
            <a:off x="1824798"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2" name="Marcador de posición de imagen 17">
            <a:extLst>
              <a:ext uri="{FF2B5EF4-FFF2-40B4-BE49-F238E27FC236}">
                <a16:creationId xmlns:a16="http://schemas.microsoft.com/office/drawing/2014/main" id="{03D07B1F-81F8-4312-B440-27B16521610B}"/>
              </a:ext>
            </a:extLst>
          </p:cNvPr>
          <p:cNvSpPr>
            <a:spLocks noGrp="1"/>
          </p:cNvSpPr>
          <p:nvPr>
            <p:ph type="pic" sz="quarter" idx="33" hasCustomPrompt="1"/>
          </p:nvPr>
        </p:nvSpPr>
        <p:spPr>
          <a:xfrm>
            <a:off x="3953275"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3" name="Marcador de posición de imagen 17">
            <a:extLst>
              <a:ext uri="{FF2B5EF4-FFF2-40B4-BE49-F238E27FC236}">
                <a16:creationId xmlns:a16="http://schemas.microsoft.com/office/drawing/2014/main" id="{BC563EAF-C5A2-4B3E-A63B-638BB214D9D5}"/>
              </a:ext>
            </a:extLst>
          </p:cNvPr>
          <p:cNvSpPr>
            <a:spLocks noGrp="1"/>
          </p:cNvSpPr>
          <p:nvPr>
            <p:ph type="pic" sz="quarter" idx="34" hasCustomPrompt="1"/>
          </p:nvPr>
        </p:nvSpPr>
        <p:spPr>
          <a:xfrm>
            <a:off x="6020280"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4" name="Marcador de posición de imagen 17">
            <a:extLst>
              <a:ext uri="{FF2B5EF4-FFF2-40B4-BE49-F238E27FC236}">
                <a16:creationId xmlns:a16="http://schemas.microsoft.com/office/drawing/2014/main" id="{4FCC1657-3D8C-4870-A74F-B4051A608007}"/>
              </a:ext>
            </a:extLst>
          </p:cNvPr>
          <p:cNvSpPr>
            <a:spLocks noGrp="1"/>
          </p:cNvSpPr>
          <p:nvPr>
            <p:ph type="pic" sz="quarter" idx="35" hasCustomPrompt="1"/>
          </p:nvPr>
        </p:nvSpPr>
        <p:spPr>
          <a:xfrm>
            <a:off x="8125705"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5" name="Marcador de posición de imagen 17">
            <a:extLst>
              <a:ext uri="{FF2B5EF4-FFF2-40B4-BE49-F238E27FC236}">
                <a16:creationId xmlns:a16="http://schemas.microsoft.com/office/drawing/2014/main" id="{5ED22089-CFC2-40BA-A99D-65EB66397D7A}"/>
              </a:ext>
            </a:extLst>
          </p:cNvPr>
          <p:cNvSpPr>
            <a:spLocks noGrp="1"/>
          </p:cNvSpPr>
          <p:nvPr>
            <p:ph type="pic" sz="quarter" idx="36" hasCustomPrompt="1"/>
          </p:nvPr>
        </p:nvSpPr>
        <p:spPr>
          <a:xfrm>
            <a:off x="10185026"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18" name="Marcador de texto 2">
            <a:extLst>
              <a:ext uri="{FF2B5EF4-FFF2-40B4-BE49-F238E27FC236}">
                <a16:creationId xmlns:a16="http://schemas.microsoft.com/office/drawing/2014/main" id="{BD3B6F47-3B97-413C-ADDB-28F79D2DA3D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9" name="Marcador de texto 2">
            <a:extLst>
              <a:ext uri="{FF2B5EF4-FFF2-40B4-BE49-F238E27FC236}">
                <a16:creationId xmlns:a16="http://schemas.microsoft.com/office/drawing/2014/main" id="{6BF33A91-37E5-4C50-8C8D-CFAED0042B0E}"/>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0" name="Conector recto 19">
            <a:extLst>
              <a:ext uri="{FF2B5EF4-FFF2-40B4-BE49-F238E27FC236}">
                <a16:creationId xmlns:a16="http://schemas.microsoft.com/office/drawing/2014/main" id="{AC59AB3F-B80A-48E9-8B0B-C3A516D250B7}"/>
              </a:ext>
            </a:extLst>
          </p:cNvPr>
          <p:cNvCxnSpPr/>
          <p:nvPr userDrawn="1"/>
        </p:nvCxnSpPr>
        <p:spPr>
          <a:xfrm>
            <a:off x="2100263" y="441325"/>
            <a:ext cx="0" cy="395288"/>
          </a:xfrm>
          <a:prstGeom prst="line">
            <a:avLst/>
          </a:prstGeom>
          <a:ln w="1270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359741421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7_Organigrama">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52021C2-5757-4012-B973-BAAC99A473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821" b="14194"/>
          <a:stretch/>
        </p:blipFill>
        <p:spPr>
          <a:xfrm>
            <a:off x="0" y="0"/>
            <a:ext cx="11936627" cy="6858000"/>
          </a:xfrm>
          <a:prstGeom prst="rect">
            <a:avLst/>
          </a:prstGeom>
        </p:spPr>
      </p:pic>
      <p:sp>
        <p:nvSpPr>
          <p:cNvPr id="7" name="Rectángulo 6">
            <a:extLst>
              <a:ext uri="{FF2B5EF4-FFF2-40B4-BE49-F238E27FC236}">
                <a16:creationId xmlns:a16="http://schemas.microsoft.com/office/drawing/2014/main" id="{5704384E-39B3-4992-8BFC-7D554A7FC571}"/>
              </a:ext>
            </a:extLst>
          </p:cNvPr>
          <p:cNvSpPr/>
          <p:nvPr userDrawn="1"/>
        </p:nvSpPr>
        <p:spPr>
          <a:xfrm>
            <a:off x="0" y="0"/>
            <a:ext cx="11936627" cy="6858000"/>
          </a:xfrm>
          <a:prstGeom prst="rect">
            <a:avLst/>
          </a:prstGeom>
          <a:solidFill>
            <a:schemeClr val="tx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8" name="Marcador de texto 2">
            <a:extLst>
              <a:ext uri="{FF2B5EF4-FFF2-40B4-BE49-F238E27FC236}">
                <a16:creationId xmlns:a16="http://schemas.microsoft.com/office/drawing/2014/main" id="{BD3B6F47-3B97-413C-ADDB-28F79D2DA3D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bg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9" name="Marcador de texto 2">
            <a:extLst>
              <a:ext uri="{FF2B5EF4-FFF2-40B4-BE49-F238E27FC236}">
                <a16:creationId xmlns:a16="http://schemas.microsoft.com/office/drawing/2014/main" id="{6BF33A91-37E5-4C50-8C8D-CFAED0042B0E}"/>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0" name="Conector recto 19">
            <a:extLst>
              <a:ext uri="{FF2B5EF4-FFF2-40B4-BE49-F238E27FC236}">
                <a16:creationId xmlns:a16="http://schemas.microsoft.com/office/drawing/2014/main" id="{AC59AB3F-B80A-48E9-8B0B-C3A516D250B7}"/>
              </a:ext>
            </a:extLst>
          </p:cNvPr>
          <p:cNvCxnSpPr/>
          <p:nvPr userDrawn="1"/>
        </p:nvCxnSpPr>
        <p:spPr>
          <a:xfrm>
            <a:off x="2100263" y="441325"/>
            <a:ext cx="0" cy="395288"/>
          </a:xfrm>
          <a:prstGeom prst="line">
            <a:avLst/>
          </a:prstGeom>
          <a:ln w="1270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a:t>
            </a:fld>
            <a:endParaRPr lang="es-CL"/>
          </a:p>
        </p:txBody>
      </p:sp>
      <p:grpSp>
        <p:nvGrpSpPr>
          <p:cNvPr id="11" name="Grupo 10">
            <a:extLst>
              <a:ext uri="{FF2B5EF4-FFF2-40B4-BE49-F238E27FC236}">
                <a16:creationId xmlns:a16="http://schemas.microsoft.com/office/drawing/2014/main" id="{87EF725B-621C-49FD-BF7E-2BB5B72C6A2E}"/>
              </a:ext>
            </a:extLst>
          </p:cNvPr>
          <p:cNvGrpSpPr/>
          <p:nvPr userDrawn="1"/>
        </p:nvGrpSpPr>
        <p:grpSpPr>
          <a:xfrm>
            <a:off x="260637" y="160236"/>
            <a:ext cx="1086071" cy="910924"/>
            <a:chOff x="137601" y="239283"/>
            <a:chExt cx="897579" cy="752830"/>
          </a:xfrm>
          <a:solidFill>
            <a:schemeClr val="bg2"/>
          </a:solidFill>
        </p:grpSpPr>
        <p:sp>
          <p:nvSpPr>
            <p:cNvPr id="12" name="Freeform 109">
              <a:extLst>
                <a:ext uri="{FF2B5EF4-FFF2-40B4-BE49-F238E27FC236}">
                  <a16:creationId xmlns:a16="http://schemas.microsoft.com/office/drawing/2014/main" id="{4900CD4A-59EC-4448-873A-1CD30B98320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 name="Freeform 110">
              <a:extLst>
                <a:ext uri="{FF2B5EF4-FFF2-40B4-BE49-F238E27FC236}">
                  <a16:creationId xmlns:a16="http://schemas.microsoft.com/office/drawing/2014/main" id="{0FB75E46-7EF3-4C0E-81B4-7CE25591F83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4" name="Grupo 13">
              <a:extLst>
                <a:ext uri="{FF2B5EF4-FFF2-40B4-BE49-F238E27FC236}">
                  <a16:creationId xmlns:a16="http://schemas.microsoft.com/office/drawing/2014/main" id="{C70C842D-128F-44BE-95B3-DFFCDC2B74E0}"/>
                </a:ext>
              </a:extLst>
            </p:cNvPr>
            <p:cNvGrpSpPr/>
            <p:nvPr userDrawn="1"/>
          </p:nvGrpSpPr>
          <p:grpSpPr>
            <a:xfrm>
              <a:off x="137601" y="474669"/>
              <a:ext cx="897579" cy="326700"/>
              <a:chOff x="137601" y="474669"/>
              <a:chExt cx="897579" cy="326700"/>
            </a:xfrm>
            <a:grpFill/>
          </p:grpSpPr>
          <p:sp>
            <p:nvSpPr>
              <p:cNvPr id="29" name="Freeform 111">
                <a:extLst>
                  <a:ext uri="{FF2B5EF4-FFF2-40B4-BE49-F238E27FC236}">
                    <a16:creationId xmlns:a16="http://schemas.microsoft.com/office/drawing/2014/main" id="{E2C8266F-CE1B-4623-BCD7-3934CA87B7EA}"/>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0" name="Freeform 112">
                <a:extLst>
                  <a:ext uri="{FF2B5EF4-FFF2-40B4-BE49-F238E27FC236}">
                    <a16:creationId xmlns:a16="http://schemas.microsoft.com/office/drawing/2014/main" id="{7B9FBBDE-24DB-48F3-80CC-E15F8EB103E0}"/>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13">
                <a:extLst>
                  <a:ext uri="{FF2B5EF4-FFF2-40B4-BE49-F238E27FC236}">
                    <a16:creationId xmlns:a16="http://schemas.microsoft.com/office/drawing/2014/main" id="{57D6BF2A-6DBD-4CE4-9292-E299BA8F4B30}"/>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14">
                <a:extLst>
                  <a:ext uri="{FF2B5EF4-FFF2-40B4-BE49-F238E27FC236}">
                    <a16:creationId xmlns:a16="http://schemas.microsoft.com/office/drawing/2014/main" id="{ED1F6813-4282-4CD7-ACB3-9620ECF5202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15">
                <a:extLst>
                  <a:ext uri="{FF2B5EF4-FFF2-40B4-BE49-F238E27FC236}">
                    <a16:creationId xmlns:a16="http://schemas.microsoft.com/office/drawing/2014/main" id="{F47396CF-4F47-457E-9D6E-03295F474736}"/>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16">
                <a:extLst>
                  <a:ext uri="{FF2B5EF4-FFF2-40B4-BE49-F238E27FC236}">
                    <a16:creationId xmlns:a16="http://schemas.microsoft.com/office/drawing/2014/main" id="{8D51139F-EEE7-4994-8197-BF98AFC7365A}"/>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17">
                <a:extLst>
                  <a:ext uri="{FF2B5EF4-FFF2-40B4-BE49-F238E27FC236}">
                    <a16:creationId xmlns:a16="http://schemas.microsoft.com/office/drawing/2014/main" id="{257421F4-38A2-4CDD-ABAC-F5E334D4559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18">
                <a:extLst>
                  <a:ext uri="{FF2B5EF4-FFF2-40B4-BE49-F238E27FC236}">
                    <a16:creationId xmlns:a16="http://schemas.microsoft.com/office/drawing/2014/main" id="{0E544450-14B7-4BCC-8F3E-03EEC92721B3}"/>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19">
                <a:extLst>
                  <a:ext uri="{FF2B5EF4-FFF2-40B4-BE49-F238E27FC236}">
                    <a16:creationId xmlns:a16="http://schemas.microsoft.com/office/drawing/2014/main" id="{639D9F9E-F1AF-4FB4-B676-2F4724F13E7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8" name="Freeform 120">
                <a:extLst>
                  <a:ext uri="{FF2B5EF4-FFF2-40B4-BE49-F238E27FC236}">
                    <a16:creationId xmlns:a16="http://schemas.microsoft.com/office/drawing/2014/main" id="{0EDEF020-1987-4242-A613-AD5BA2CE8647}"/>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9" name="Freeform 121">
                <a:extLst>
                  <a:ext uri="{FF2B5EF4-FFF2-40B4-BE49-F238E27FC236}">
                    <a16:creationId xmlns:a16="http://schemas.microsoft.com/office/drawing/2014/main" id="{D3DE75A3-8EAB-410D-96D0-396F89E02DA2}"/>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0" name="Freeform 122">
                <a:extLst>
                  <a:ext uri="{FF2B5EF4-FFF2-40B4-BE49-F238E27FC236}">
                    <a16:creationId xmlns:a16="http://schemas.microsoft.com/office/drawing/2014/main" id="{47F7BE9A-4AAC-43F0-86D5-D3FC282DB4D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1" name="Freeform 123">
                <a:extLst>
                  <a:ext uri="{FF2B5EF4-FFF2-40B4-BE49-F238E27FC236}">
                    <a16:creationId xmlns:a16="http://schemas.microsoft.com/office/drawing/2014/main" id="{B64129A5-A1EC-44C1-944E-2A66A742F4E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2" name="Freeform 124">
                <a:extLst>
                  <a:ext uri="{FF2B5EF4-FFF2-40B4-BE49-F238E27FC236}">
                    <a16:creationId xmlns:a16="http://schemas.microsoft.com/office/drawing/2014/main" id="{54820D47-3502-4E98-BDFE-6B42BAF4877F}"/>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3" name="Freeform 125">
                <a:extLst>
                  <a:ext uri="{FF2B5EF4-FFF2-40B4-BE49-F238E27FC236}">
                    <a16:creationId xmlns:a16="http://schemas.microsoft.com/office/drawing/2014/main" id="{2C899EAF-0062-4226-BCCC-E29950F55E3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4" name="Freeform 126">
                <a:extLst>
                  <a:ext uri="{FF2B5EF4-FFF2-40B4-BE49-F238E27FC236}">
                    <a16:creationId xmlns:a16="http://schemas.microsoft.com/office/drawing/2014/main" id="{0106E619-D496-462C-A74B-94F0EDA1AFB0}"/>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5" name="Freeform 127">
                <a:extLst>
                  <a:ext uri="{FF2B5EF4-FFF2-40B4-BE49-F238E27FC236}">
                    <a16:creationId xmlns:a16="http://schemas.microsoft.com/office/drawing/2014/main" id="{E2C029DE-5726-4B9D-847C-819F8FDA334F}"/>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5" name="Freeform 128">
              <a:extLst>
                <a:ext uri="{FF2B5EF4-FFF2-40B4-BE49-F238E27FC236}">
                  <a16:creationId xmlns:a16="http://schemas.microsoft.com/office/drawing/2014/main" id="{28DFAD69-0305-43F0-AB6A-F9F22398E9FC}"/>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 name="Freeform 129">
              <a:extLst>
                <a:ext uri="{FF2B5EF4-FFF2-40B4-BE49-F238E27FC236}">
                  <a16:creationId xmlns:a16="http://schemas.microsoft.com/office/drawing/2014/main" id="{28955766-29A0-40CF-A972-C43B01FEBAC8}"/>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 name="Freeform 130">
              <a:extLst>
                <a:ext uri="{FF2B5EF4-FFF2-40B4-BE49-F238E27FC236}">
                  <a16:creationId xmlns:a16="http://schemas.microsoft.com/office/drawing/2014/main" id="{F7F6A1D1-5501-4880-905B-213EC9C4A3E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1" name="Freeform 131">
              <a:extLst>
                <a:ext uri="{FF2B5EF4-FFF2-40B4-BE49-F238E27FC236}">
                  <a16:creationId xmlns:a16="http://schemas.microsoft.com/office/drawing/2014/main" id="{74552335-738F-4CBB-8FBE-8313995DFC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32">
              <a:extLst>
                <a:ext uri="{FF2B5EF4-FFF2-40B4-BE49-F238E27FC236}">
                  <a16:creationId xmlns:a16="http://schemas.microsoft.com/office/drawing/2014/main" id="{F74639BB-E9DD-492C-818D-149913EC0AFB}"/>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33">
              <a:extLst>
                <a:ext uri="{FF2B5EF4-FFF2-40B4-BE49-F238E27FC236}">
                  <a16:creationId xmlns:a16="http://schemas.microsoft.com/office/drawing/2014/main" id="{6A6E3E53-A6A2-4A0B-9A80-F3968394F0F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34">
              <a:extLst>
                <a:ext uri="{FF2B5EF4-FFF2-40B4-BE49-F238E27FC236}">
                  <a16:creationId xmlns:a16="http://schemas.microsoft.com/office/drawing/2014/main" id="{60A08F07-9F70-486C-9F84-68121CFD4355}"/>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35">
              <a:extLst>
                <a:ext uri="{FF2B5EF4-FFF2-40B4-BE49-F238E27FC236}">
                  <a16:creationId xmlns:a16="http://schemas.microsoft.com/office/drawing/2014/main" id="{F8CCCF53-1BC5-4A0C-9E25-91C1ABB5A2F2}"/>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36">
              <a:extLst>
                <a:ext uri="{FF2B5EF4-FFF2-40B4-BE49-F238E27FC236}">
                  <a16:creationId xmlns:a16="http://schemas.microsoft.com/office/drawing/2014/main" id="{E7D8A1AF-0E94-4CC3-9747-B5A79F10884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37">
              <a:extLst>
                <a:ext uri="{FF2B5EF4-FFF2-40B4-BE49-F238E27FC236}">
                  <a16:creationId xmlns:a16="http://schemas.microsoft.com/office/drawing/2014/main" id="{65BA17D8-961A-4AD1-B38A-D6252908C79E}"/>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46" name="Grupo 45">
            <a:extLst>
              <a:ext uri="{FF2B5EF4-FFF2-40B4-BE49-F238E27FC236}">
                <a16:creationId xmlns:a16="http://schemas.microsoft.com/office/drawing/2014/main" id="{E7976C84-092F-49FA-AB9D-023ADC111096}"/>
              </a:ext>
            </a:extLst>
          </p:cNvPr>
          <p:cNvGrpSpPr/>
          <p:nvPr userDrawn="1"/>
        </p:nvGrpSpPr>
        <p:grpSpPr>
          <a:xfrm>
            <a:off x="10580559" y="518761"/>
            <a:ext cx="1147824" cy="235942"/>
            <a:chOff x="6094413" y="2516188"/>
            <a:chExt cx="2000250" cy="411162"/>
          </a:xfrm>
          <a:solidFill>
            <a:schemeClr val="bg2"/>
          </a:solidFill>
        </p:grpSpPr>
        <p:sp>
          <p:nvSpPr>
            <p:cNvPr id="47" name="Freeform 7">
              <a:extLst>
                <a:ext uri="{FF2B5EF4-FFF2-40B4-BE49-F238E27FC236}">
                  <a16:creationId xmlns:a16="http://schemas.microsoft.com/office/drawing/2014/main" id="{8585EF89-1FC3-4A0F-AE8F-8105A1B2955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8" name="Freeform 8">
              <a:extLst>
                <a:ext uri="{FF2B5EF4-FFF2-40B4-BE49-F238E27FC236}">
                  <a16:creationId xmlns:a16="http://schemas.microsoft.com/office/drawing/2014/main" id="{4FF43B98-8C59-4F27-B314-DE609415701D}"/>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9" name="Freeform 9">
              <a:extLst>
                <a:ext uri="{FF2B5EF4-FFF2-40B4-BE49-F238E27FC236}">
                  <a16:creationId xmlns:a16="http://schemas.microsoft.com/office/drawing/2014/main" id="{064767E1-9A0C-49BF-9833-90D047DC0C1C}"/>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0" name="Rectangle 10">
              <a:extLst>
                <a:ext uri="{FF2B5EF4-FFF2-40B4-BE49-F238E27FC236}">
                  <a16:creationId xmlns:a16="http://schemas.microsoft.com/office/drawing/2014/main" id="{9069C9AC-05F8-4BA0-887B-24C38A992ADE}"/>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1" name="Freeform 11">
              <a:extLst>
                <a:ext uri="{FF2B5EF4-FFF2-40B4-BE49-F238E27FC236}">
                  <a16:creationId xmlns:a16="http://schemas.microsoft.com/office/drawing/2014/main" id="{859D3FA7-560E-45CA-9764-F22B98ED752B}"/>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2" name="Freeform 12">
              <a:extLst>
                <a:ext uri="{FF2B5EF4-FFF2-40B4-BE49-F238E27FC236}">
                  <a16:creationId xmlns:a16="http://schemas.microsoft.com/office/drawing/2014/main" id="{0BEE64BD-072A-4A6D-817F-4D030DC7C099}"/>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13">
              <a:extLst>
                <a:ext uri="{FF2B5EF4-FFF2-40B4-BE49-F238E27FC236}">
                  <a16:creationId xmlns:a16="http://schemas.microsoft.com/office/drawing/2014/main" id="{43A0B133-31FE-4979-BDB3-95F683F36948}"/>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4" name="Freeform 14">
              <a:extLst>
                <a:ext uri="{FF2B5EF4-FFF2-40B4-BE49-F238E27FC236}">
                  <a16:creationId xmlns:a16="http://schemas.microsoft.com/office/drawing/2014/main" id="{AE7BB1F5-C858-4C6C-8EED-EABC73075425}"/>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5" name="Rectangle 15">
              <a:extLst>
                <a:ext uri="{FF2B5EF4-FFF2-40B4-BE49-F238E27FC236}">
                  <a16:creationId xmlns:a16="http://schemas.microsoft.com/office/drawing/2014/main" id="{E22F4F86-1FC7-4EBE-832A-E852F627E2BD}"/>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6" name="Freeform 16">
              <a:extLst>
                <a:ext uri="{FF2B5EF4-FFF2-40B4-BE49-F238E27FC236}">
                  <a16:creationId xmlns:a16="http://schemas.microsoft.com/office/drawing/2014/main" id="{227D212C-72D6-4E8B-B8F4-6D6E85CEF0FB}"/>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7" name="Freeform 17">
              <a:extLst>
                <a:ext uri="{FF2B5EF4-FFF2-40B4-BE49-F238E27FC236}">
                  <a16:creationId xmlns:a16="http://schemas.microsoft.com/office/drawing/2014/main" id="{189C1DDD-4E40-4523-9466-B1BAD7216C4D}"/>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8" name="Freeform 18">
              <a:extLst>
                <a:ext uri="{FF2B5EF4-FFF2-40B4-BE49-F238E27FC236}">
                  <a16:creationId xmlns:a16="http://schemas.microsoft.com/office/drawing/2014/main" id="{270B6F89-6F92-44DB-BC11-9D89950CA804}"/>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9" name="Freeform 19">
              <a:extLst>
                <a:ext uri="{FF2B5EF4-FFF2-40B4-BE49-F238E27FC236}">
                  <a16:creationId xmlns:a16="http://schemas.microsoft.com/office/drawing/2014/main" id="{FE1E4BB7-9458-439F-9CD8-1F0F638D8E1A}"/>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0" name="Freeform 20">
              <a:extLst>
                <a:ext uri="{FF2B5EF4-FFF2-40B4-BE49-F238E27FC236}">
                  <a16:creationId xmlns:a16="http://schemas.microsoft.com/office/drawing/2014/main" id="{41C93360-9667-4CC8-ADC4-226CCF486ABD}"/>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1" name="Freeform 21">
              <a:extLst>
                <a:ext uri="{FF2B5EF4-FFF2-40B4-BE49-F238E27FC236}">
                  <a16:creationId xmlns:a16="http://schemas.microsoft.com/office/drawing/2014/main" id="{4483ADA2-C100-47F1-B933-5424148E3B21}"/>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2" name="Freeform 22">
              <a:extLst>
                <a:ext uri="{FF2B5EF4-FFF2-40B4-BE49-F238E27FC236}">
                  <a16:creationId xmlns:a16="http://schemas.microsoft.com/office/drawing/2014/main" id="{8B215AAC-6757-4821-8B2D-C97BEB4050D0}"/>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3" name="Freeform 23">
              <a:extLst>
                <a:ext uri="{FF2B5EF4-FFF2-40B4-BE49-F238E27FC236}">
                  <a16:creationId xmlns:a16="http://schemas.microsoft.com/office/drawing/2014/main" id="{41FB6C86-8DD3-44A6-9AE0-FBADE03FA8FA}"/>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4" name="Freeform 24">
              <a:extLst>
                <a:ext uri="{FF2B5EF4-FFF2-40B4-BE49-F238E27FC236}">
                  <a16:creationId xmlns:a16="http://schemas.microsoft.com/office/drawing/2014/main" id="{0B21A84C-12DF-4206-A32D-BB0805E1EADF}"/>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5" name="Rectangle 25">
              <a:extLst>
                <a:ext uri="{FF2B5EF4-FFF2-40B4-BE49-F238E27FC236}">
                  <a16:creationId xmlns:a16="http://schemas.microsoft.com/office/drawing/2014/main" id="{43EE92E3-3854-42C5-96DE-FD7F34F7A643}"/>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6" name="Freeform 26">
              <a:extLst>
                <a:ext uri="{FF2B5EF4-FFF2-40B4-BE49-F238E27FC236}">
                  <a16:creationId xmlns:a16="http://schemas.microsoft.com/office/drawing/2014/main" id="{47D1B7CE-AAA4-4169-94FC-37906B5A48EB}"/>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7" name="Freeform 27">
              <a:extLst>
                <a:ext uri="{FF2B5EF4-FFF2-40B4-BE49-F238E27FC236}">
                  <a16:creationId xmlns:a16="http://schemas.microsoft.com/office/drawing/2014/main" id="{52F63403-67BB-4316-A00C-B7ACB738C621}"/>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8" name="Freeform 28">
              <a:extLst>
                <a:ext uri="{FF2B5EF4-FFF2-40B4-BE49-F238E27FC236}">
                  <a16:creationId xmlns:a16="http://schemas.microsoft.com/office/drawing/2014/main" id="{B68271DD-9A32-48A2-A257-81BDE204A5DA}"/>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9" name="Freeform 29">
              <a:extLst>
                <a:ext uri="{FF2B5EF4-FFF2-40B4-BE49-F238E27FC236}">
                  <a16:creationId xmlns:a16="http://schemas.microsoft.com/office/drawing/2014/main" id="{18DC8DBA-D5DC-4838-9DE5-42B5317030D3}"/>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0" name="Freeform 30">
              <a:extLst>
                <a:ext uri="{FF2B5EF4-FFF2-40B4-BE49-F238E27FC236}">
                  <a16:creationId xmlns:a16="http://schemas.microsoft.com/office/drawing/2014/main" id="{CC02A31F-F826-48BF-8BBD-9FB28360689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1" name="Freeform 31">
              <a:extLst>
                <a:ext uri="{FF2B5EF4-FFF2-40B4-BE49-F238E27FC236}">
                  <a16:creationId xmlns:a16="http://schemas.microsoft.com/office/drawing/2014/main" id="{5EDA3DA2-82D4-460D-BF98-C6C0746E946A}"/>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2" name="Freeform 32">
              <a:extLst>
                <a:ext uri="{FF2B5EF4-FFF2-40B4-BE49-F238E27FC236}">
                  <a16:creationId xmlns:a16="http://schemas.microsoft.com/office/drawing/2014/main" id="{7981056D-C786-47D3-827C-4AE09DD9A659}"/>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3" name="Freeform 33">
              <a:extLst>
                <a:ext uri="{FF2B5EF4-FFF2-40B4-BE49-F238E27FC236}">
                  <a16:creationId xmlns:a16="http://schemas.microsoft.com/office/drawing/2014/main" id="{43BD51B2-D931-4282-9E28-59CA7BA33313}"/>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4" name="Freeform 34">
              <a:extLst>
                <a:ext uri="{FF2B5EF4-FFF2-40B4-BE49-F238E27FC236}">
                  <a16:creationId xmlns:a16="http://schemas.microsoft.com/office/drawing/2014/main" id="{B661EDCA-9DD2-467F-9FF0-A883D7C25BCD}"/>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5" name="Freeform 35">
              <a:extLst>
                <a:ext uri="{FF2B5EF4-FFF2-40B4-BE49-F238E27FC236}">
                  <a16:creationId xmlns:a16="http://schemas.microsoft.com/office/drawing/2014/main" id="{EFFB6C70-ACAE-4742-BAC7-06DE9623C4D8}"/>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6" name="Freeform 36">
              <a:extLst>
                <a:ext uri="{FF2B5EF4-FFF2-40B4-BE49-F238E27FC236}">
                  <a16:creationId xmlns:a16="http://schemas.microsoft.com/office/drawing/2014/main" id="{3CA208A8-7A39-4234-8EA6-B62FD2A5F82D}"/>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77" name="Grupo 76">
            <a:extLst>
              <a:ext uri="{FF2B5EF4-FFF2-40B4-BE49-F238E27FC236}">
                <a16:creationId xmlns:a16="http://schemas.microsoft.com/office/drawing/2014/main" id="{C7E6C8C9-6950-4DEF-B268-0D00DE44CC55}"/>
              </a:ext>
            </a:extLst>
          </p:cNvPr>
          <p:cNvGrpSpPr/>
          <p:nvPr userDrawn="1"/>
        </p:nvGrpSpPr>
        <p:grpSpPr>
          <a:xfrm>
            <a:off x="9269672" y="352811"/>
            <a:ext cx="1108652" cy="538385"/>
            <a:chOff x="3838575" y="2246313"/>
            <a:chExt cx="1931988" cy="938213"/>
          </a:xfrm>
        </p:grpSpPr>
        <p:sp>
          <p:nvSpPr>
            <p:cNvPr id="78" name="Rectangle 5">
              <a:extLst>
                <a:ext uri="{FF2B5EF4-FFF2-40B4-BE49-F238E27FC236}">
                  <a16:creationId xmlns:a16="http://schemas.microsoft.com/office/drawing/2014/main" id="{8C8CC6EB-EEB0-47BE-A33C-F13C6F96224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9" name="Freeform 37">
              <a:extLst>
                <a:ext uri="{FF2B5EF4-FFF2-40B4-BE49-F238E27FC236}">
                  <a16:creationId xmlns:a16="http://schemas.microsoft.com/office/drawing/2014/main" id="{554E81E8-3724-4C5F-8927-CFBC7665708D}"/>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0" name="Freeform 38">
              <a:extLst>
                <a:ext uri="{FF2B5EF4-FFF2-40B4-BE49-F238E27FC236}">
                  <a16:creationId xmlns:a16="http://schemas.microsoft.com/office/drawing/2014/main" id="{431FF5A9-F33B-426D-852B-8B71B84F754C}"/>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427971961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7_RoadMap1">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69C9098-82B7-43C5-9D5D-EE1994593AC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a:stretch/>
        </p:blipFill>
        <p:spPr>
          <a:xfrm>
            <a:off x="0" y="0"/>
            <a:ext cx="1586429" cy="6858000"/>
          </a:xfrm>
          <a:prstGeom prst="rect">
            <a:avLst/>
          </a:prstGeom>
        </p:spPr>
      </p:pic>
      <p:grpSp>
        <p:nvGrpSpPr>
          <p:cNvPr id="171" name="Grupo 170">
            <a:extLst>
              <a:ext uri="{FF2B5EF4-FFF2-40B4-BE49-F238E27FC236}">
                <a16:creationId xmlns:a16="http://schemas.microsoft.com/office/drawing/2014/main" id="{F9E60A91-C83D-4C65-977C-32007AF254D7}"/>
              </a:ext>
            </a:extLst>
          </p:cNvPr>
          <p:cNvGrpSpPr/>
          <p:nvPr userDrawn="1"/>
        </p:nvGrpSpPr>
        <p:grpSpPr>
          <a:xfrm>
            <a:off x="260637" y="160236"/>
            <a:ext cx="1086071" cy="910924"/>
            <a:chOff x="137601" y="239283"/>
            <a:chExt cx="897579" cy="752830"/>
          </a:xfrm>
          <a:solidFill>
            <a:schemeClr val="bg2"/>
          </a:solidFill>
        </p:grpSpPr>
        <p:sp>
          <p:nvSpPr>
            <p:cNvPr id="172" name="Freeform 109">
              <a:extLst>
                <a:ext uri="{FF2B5EF4-FFF2-40B4-BE49-F238E27FC236}">
                  <a16:creationId xmlns:a16="http://schemas.microsoft.com/office/drawing/2014/main" id="{935A355D-7B0A-43AB-9A30-D8AD5CA1D18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3" name="Freeform 110">
              <a:extLst>
                <a:ext uri="{FF2B5EF4-FFF2-40B4-BE49-F238E27FC236}">
                  <a16:creationId xmlns:a16="http://schemas.microsoft.com/office/drawing/2014/main" id="{40B3861D-06D4-4C41-82FC-C8B5FB608E20}"/>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nvGrpSpPr>
            <p:cNvPr id="174" name="Grupo 173">
              <a:extLst>
                <a:ext uri="{FF2B5EF4-FFF2-40B4-BE49-F238E27FC236}">
                  <a16:creationId xmlns:a16="http://schemas.microsoft.com/office/drawing/2014/main" id="{98446E80-013C-4388-860E-3AC745D91E57}"/>
                </a:ext>
              </a:extLst>
            </p:cNvPr>
            <p:cNvGrpSpPr/>
            <p:nvPr userDrawn="1"/>
          </p:nvGrpSpPr>
          <p:grpSpPr>
            <a:xfrm>
              <a:off x="137601" y="474669"/>
              <a:ext cx="897579" cy="326700"/>
              <a:chOff x="137601" y="474669"/>
              <a:chExt cx="897579" cy="326700"/>
            </a:xfrm>
            <a:grpFill/>
          </p:grpSpPr>
          <p:sp>
            <p:nvSpPr>
              <p:cNvPr id="185" name="Freeform 111">
                <a:extLst>
                  <a:ext uri="{FF2B5EF4-FFF2-40B4-BE49-F238E27FC236}">
                    <a16:creationId xmlns:a16="http://schemas.microsoft.com/office/drawing/2014/main" id="{F0948665-9B10-4DB1-94C4-8CABEF127F32}"/>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6" name="Freeform 112">
                <a:extLst>
                  <a:ext uri="{FF2B5EF4-FFF2-40B4-BE49-F238E27FC236}">
                    <a16:creationId xmlns:a16="http://schemas.microsoft.com/office/drawing/2014/main" id="{D1FE443B-C023-40BF-BE8A-0C94D3AE0D26}"/>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7" name="Freeform 113">
                <a:extLst>
                  <a:ext uri="{FF2B5EF4-FFF2-40B4-BE49-F238E27FC236}">
                    <a16:creationId xmlns:a16="http://schemas.microsoft.com/office/drawing/2014/main" id="{667D778E-7944-4C45-B2F0-86EBBFF3EF6F}"/>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8" name="Freeform 114">
                <a:extLst>
                  <a:ext uri="{FF2B5EF4-FFF2-40B4-BE49-F238E27FC236}">
                    <a16:creationId xmlns:a16="http://schemas.microsoft.com/office/drawing/2014/main" id="{82B2344E-3A0F-4D0A-8C88-02E44869235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9" name="Freeform 115">
                <a:extLst>
                  <a:ext uri="{FF2B5EF4-FFF2-40B4-BE49-F238E27FC236}">
                    <a16:creationId xmlns:a16="http://schemas.microsoft.com/office/drawing/2014/main" id="{D7DA89C8-1B16-45C6-A2E5-3F446E049FC2}"/>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0" name="Freeform 116">
                <a:extLst>
                  <a:ext uri="{FF2B5EF4-FFF2-40B4-BE49-F238E27FC236}">
                    <a16:creationId xmlns:a16="http://schemas.microsoft.com/office/drawing/2014/main" id="{960A921C-005E-46D5-ADA8-BEAC8F0688C7}"/>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1" name="Freeform 117">
                <a:extLst>
                  <a:ext uri="{FF2B5EF4-FFF2-40B4-BE49-F238E27FC236}">
                    <a16:creationId xmlns:a16="http://schemas.microsoft.com/office/drawing/2014/main" id="{F50C571E-A979-4E99-B16B-293D0DD345E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2" name="Freeform 118">
                <a:extLst>
                  <a:ext uri="{FF2B5EF4-FFF2-40B4-BE49-F238E27FC236}">
                    <a16:creationId xmlns:a16="http://schemas.microsoft.com/office/drawing/2014/main" id="{D0611570-902B-45BF-A59D-C30B2187E877}"/>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3" name="Freeform 119">
                <a:extLst>
                  <a:ext uri="{FF2B5EF4-FFF2-40B4-BE49-F238E27FC236}">
                    <a16:creationId xmlns:a16="http://schemas.microsoft.com/office/drawing/2014/main" id="{9AB70EAF-AFA9-485D-BFD7-70E1121DFC40}"/>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4" name="Freeform 120">
                <a:extLst>
                  <a:ext uri="{FF2B5EF4-FFF2-40B4-BE49-F238E27FC236}">
                    <a16:creationId xmlns:a16="http://schemas.microsoft.com/office/drawing/2014/main" id="{04AD2F0C-9D01-4538-96B3-D308B956536A}"/>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5" name="Freeform 121">
                <a:extLst>
                  <a:ext uri="{FF2B5EF4-FFF2-40B4-BE49-F238E27FC236}">
                    <a16:creationId xmlns:a16="http://schemas.microsoft.com/office/drawing/2014/main" id="{4DF5F49D-A06F-4FC7-BDFE-5944ECACB097}"/>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6" name="Freeform 122">
                <a:extLst>
                  <a:ext uri="{FF2B5EF4-FFF2-40B4-BE49-F238E27FC236}">
                    <a16:creationId xmlns:a16="http://schemas.microsoft.com/office/drawing/2014/main" id="{90A14F21-B9FA-4692-8C46-8707C06DD026}"/>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7" name="Freeform 123">
                <a:extLst>
                  <a:ext uri="{FF2B5EF4-FFF2-40B4-BE49-F238E27FC236}">
                    <a16:creationId xmlns:a16="http://schemas.microsoft.com/office/drawing/2014/main" id="{D7E0F11A-C9DF-4A36-A4E5-A6922359A60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8" name="Freeform 124">
                <a:extLst>
                  <a:ext uri="{FF2B5EF4-FFF2-40B4-BE49-F238E27FC236}">
                    <a16:creationId xmlns:a16="http://schemas.microsoft.com/office/drawing/2014/main" id="{E1B37946-5010-4817-B1C4-38CA40A85BB3}"/>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9" name="Freeform 125">
                <a:extLst>
                  <a:ext uri="{FF2B5EF4-FFF2-40B4-BE49-F238E27FC236}">
                    <a16:creationId xmlns:a16="http://schemas.microsoft.com/office/drawing/2014/main" id="{0B877D33-DC37-40B8-A4B4-522B1C7BC0F7}"/>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00" name="Freeform 126">
                <a:extLst>
                  <a:ext uri="{FF2B5EF4-FFF2-40B4-BE49-F238E27FC236}">
                    <a16:creationId xmlns:a16="http://schemas.microsoft.com/office/drawing/2014/main" id="{D6ECEBFC-B528-425A-9046-D312145A48C1}"/>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01" name="Freeform 127">
                <a:extLst>
                  <a:ext uri="{FF2B5EF4-FFF2-40B4-BE49-F238E27FC236}">
                    <a16:creationId xmlns:a16="http://schemas.microsoft.com/office/drawing/2014/main" id="{DF690213-BD51-43B4-93D8-6D2C9C5A3ED9}"/>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175" name="Freeform 128">
              <a:extLst>
                <a:ext uri="{FF2B5EF4-FFF2-40B4-BE49-F238E27FC236}">
                  <a16:creationId xmlns:a16="http://schemas.microsoft.com/office/drawing/2014/main" id="{3DF56A6C-A63A-4EA4-8E4B-2496D1BE5E1D}"/>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6" name="Freeform 129">
              <a:extLst>
                <a:ext uri="{FF2B5EF4-FFF2-40B4-BE49-F238E27FC236}">
                  <a16:creationId xmlns:a16="http://schemas.microsoft.com/office/drawing/2014/main" id="{5B254F54-080A-46FD-9B85-2A72F7B2A324}"/>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7" name="Freeform 130">
              <a:extLst>
                <a:ext uri="{FF2B5EF4-FFF2-40B4-BE49-F238E27FC236}">
                  <a16:creationId xmlns:a16="http://schemas.microsoft.com/office/drawing/2014/main" id="{C40DC395-F46C-49E2-B55A-3EF7CA2D875B}"/>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8" name="Freeform 131">
              <a:extLst>
                <a:ext uri="{FF2B5EF4-FFF2-40B4-BE49-F238E27FC236}">
                  <a16:creationId xmlns:a16="http://schemas.microsoft.com/office/drawing/2014/main" id="{211621E2-4BA7-468A-A6A3-C480D175502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9" name="Freeform 132">
              <a:extLst>
                <a:ext uri="{FF2B5EF4-FFF2-40B4-BE49-F238E27FC236}">
                  <a16:creationId xmlns:a16="http://schemas.microsoft.com/office/drawing/2014/main" id="{817B6A18-EFA4-4A13-BB53-1AD30179C3EE}"/>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0" name="Freeform 133">
              <a:extLst>
                <a:ext uri="{FF2B5EF4-FFF2-40B4-BE49-F238E27FC236}">
                  <a16:creationId xmlns:a16="http://schemas.microsoft.com/office/drawing/2014/main" id="{694A1B1A-1B77-4CDF-9F55-EA9A629C764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1" name="Freeform 134">
              <a:extLst>
                <a:ext uri="{FF2B5EF4-FFF2-40B4-BE49-F238E27FC236}">
                  <a16:creationId xmlns:a16="http://schemas.microsoft.com/office/drawing/2014/main" id="{70477B80-89B9-45A6-9409-22016A9BF8BA}"/>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2" name="Freeform 135">
              <a:extLst>
                <a:ext uri="{FF2B5EF4-FFF2-40B4-BE49-F238E27FC236}">
                  <a16:creationId xmlns:a16="http://schemas.microsoft.com/office/drawing/2014/main" id="{8050B54D-8677-4BA0-8408-E20F1DC444DA}"/>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3" name="Freeform 136">
              <a:extLst>
                <a:ext uri="{FF2B5EF4-FFF2-40B4-BE49-F238E27FC236}">
                  <a16:creationId xmlns:a16="http://schemas.microsoft.com/office/drawing/2014/main" id="{E751A3BF-0760-4E3C-AEF1-8E8850A921AC}"/>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4" name="Freeform 137">
              <a:extLst>
                <a:ext uri="{FF2B5EF4-FFF2-40B4-BE49-F238E27FC236}">
                  <a16:creationId xmlns:a16="http://schemas.microsoft.com/office/drawing/2014/main" id="{8733404B-990F-4101-942A-1B16ABF1FE2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237" name="Marcador de texto 2">
            <a:extLst>
              <a:ext uri="{FF2B5EF4-FFF2-40B4-BE49-F238E27FC236}">
                <a16:creationId xmlns:a16="http://schemas.microsoft.com/office/drawing/2014/main" id="{21BE496C-4F43-4096-928E-E8CDD918789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8" name="Marcador de texto 2">
            <a:extLst>
              <a:ext uri="{FF2B5EF4-FFF2-40B4-BE49-F238E27FC236}">
                <a16:creationId xmlns:a16="http://schemas.microsoft.com/office/drawing/2014/main" id="{C79176AD-7FA4-4120-8DD0-02DE74F108A8}"/>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39" name="Conector recto 238">
            <a:extLst>
              <a:ext uri="{FF2B5EF4-FFF2-40B4-BE49-F238E27FC236}">
                <a16:creationId xmlns:a16="http://schemas.microsoft.com/office/drawing/2014/main" id="{46BC1EEA-3F48-4B6D-8536-419FA2AF2613}"/>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88583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8_RoadMap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CE15226-FCD8-4FAC-A82D-0A3A917864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325"/>
          <a:stretch/>
        </p:blipFill>
        <p:spPr>
          <a:xfrm>
            <a:off x="-1" y="0"/>
            <a:ext cx="1598279" cy="6858000"/>
          </a:xfrm>
          <a:prstGeom prst="rect">
            <a:avLst/>
          </a:prstGeom>
          <a:solidFill>
            <a:srgbClr val="06070C"/>
          </a:solidFill>
        </p:spPr>
      </p:pic>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a:solidFill>
                  <a:srgbClr val="FFFFFF"/>
                </a:solidFill>
              </a:rPr>
              <a:pPr/>
              <a:t>‹#›</a:t>
            </a:fld>
            <a:endParaRPr>
              <a:solidFill>
                <a:srgbClr val="FFFFFF"/>
              </a:solidFill>
            </a:endParaRPr>
          </a:p>
        </p:txBody>
      </p:sp>
      <p:grpSp>
        <p:nvGrpSpPr>
          <p:cNvPr id="233" name="Grupo 232">
            <a:extLst>
              <a:ext uri="{FF2B5EF4-FFF2-40B4-BE49-F238E27FC236}">
                <a16:creationId xmlns:a16="http://schemas.microsoft.com/office/drawing/2014/main" id="{9B27D484-B252-454E-8152-434A5BFC4220}"/>
              </a:ext>
            </a:extLst>
          </p:cNvPr>
          <p:cNvGrpSpPr/>
          <p:nvPr userDrawn="1"/>
        </p:nvGrpSpPr>
        <p:grpSpPr>
          <a:xfrm>
            <a:off x="9269672" y="352811"/>
            <a:ext cx="1108652" cy="538385"/>
            <a:chOff x="3838575" y="2246313"/>
            <a:chExt cx="1931988" cy="938213"/>
          </a:xfrm>
        </p:grpSpPr>
        <p:sp>
          <p:nvSpPr>
            <p:cNvPr id="234" name="Rectangle 5">
              <a:extLst>
                <a:ext uri="{FF2B5EF4-FFF2-40B4-BE49-F238E27FC236}">
                  <a16:creationId xmlns:a16="http://schemas.microsoft.com/office/drawing/2014/main" id="{FCA6959D-2F8A-4A24-9D46-81D208A4F129}"/>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35" name="Freeform 37">
              <a:extLst>
                <a:ext uri="{FF2B5EF4-FFF2-40B4-BE49-F238E27FC236}">
                  <a16:creationId xmlns:a16="http://schemas.microsoft.com/office/drawing/2014/main" id="{DD06CFBF-66CE-4D57-9CF6-97431195BD3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36" name="Freeform 38">
              <a:extLst>
                <a:ext uri="{FF2B5EF4-FFF2-40B4-BE49-F238E27FC236}">
                  <a16:creationId xmlns:a16="http://schemas.microsoft.com/office/drawing/2014/main" id="{2B614564-3494-48F8-AA2B-2548244746F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237" name="Marcador de texto 2">
            <a:extLst>
              <a:ext uri="{FF2B5EF4-FFF2-40B4-BE49-F238E27FC236}">
                <a16:creationId xmlns:a16="http://schemas.microsoft.com/office/drawing/2014/main" id="{21BE496C-4F43-4096-928E-E8CDD918789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8" name="Marcador de texto 2">
            <a:extLst>
              <a:ext uri="{FF2B5EF4-FFF2-40B4-BE49-F238E27FC236}">
                <a16:creationId xmlns:a16="http://schemas.microsoft.com/office/drawing/2014/main" id="{C79176AD-7FA4-4120-8DD0-02DE74F108A8}"/>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39" name="Conector recto 238">
            <a:extLst>
              <a:ext uri="{FF2B5EF4-FFF2-40B4-BE49-F238E27FC236}">
                <a16:creationId xmlns:a16="http://schemas.microsoft.com/office/drawing/2014/main" id="{46BC1EEA-3F48-4B6D-8536-419FA2AF2613}"/>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grpSp>
        <p:nvGrpSpPr>
          <p:cNvPr id="76" name="Grupo 75">
            <a:extLst>
              <a:ext uri="{FF2B5EF4-FFF2-40B4-BE49-F238E27FC236}">
                <a16:creationId xmlns:a16="http://schemas.microsoft.com/office/drawing/2014/main" id="{EDB83E67-36B2-4AFA-8C61-7B5F32F98219}"/>
              </a:ext>
            </a:extLst>
          </p:cNvPr>
          <p:cNvGrpSpPr/>
          <p:nvPr userDrawn="1"/>
        </p:nvGrpSpPr>
        <p:grpSpPr>
          <a:xfrm>
            <a:off x="260637" y="160236"/>
            <a:ext cx="1086071" cy="910924"/>
            <a:chOff x="137601" y="239283"/>
            <a:chExt cx="897579" cy="752830"/>
          </a:xfrm>
          <a:solidFill>
            <a:schemeClr val="bg2"/>
          </a:solidFill>
        </p:grpSpPr>
        <p:sp>
          <p:nvSpPr>
            <p:cNvPr id="77" name="Freeform 109">
              <a:extLst>
                <a:ext uri="{FF2B5EF4-FFF2-40B4-BE49-F238E27FC236}">
                  <a16:creationId xmlns:a16="http://schemas.microsoft.com/office/drawing/2014/main" id="{36273DA4-24E7-471C-B3E7-16892C963D1E}"/>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78" name="Freeform 110">
              <a:extLst>
                <a:ext uri="{FF2B5EF4-FFF2-40B4-BE49-F238E27FC236}">
                  <a16:creationId xmlns:a16="http://schemas.microsoft.com/office/drawing/2014/main" id="{B61EC73E-7BDB-4B01-A905-1A3BC21DC0A3}"/>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nvGrpSpPr>
            <p:cNvPr id="79" name="Grupo 78">
              <a:extLst>
                <a:ext uri="{FF2B5EF4-FFF2-40B4-BE49-F238E27FC236}">
                  <a16:creationId xmlns:a16="http://schemas.microsoft.com/office/drawing/2014/main" id="{971FCDB0-63FB-4376-9C02-43FC4E2AFD19}"/>
                </a:ext>
              </a:extLst>
            </p:cNvPr>
            <p:cNvGrpSpPr/>
            <p:nvPr userDrawn="1"/>
          </p:nvGrpSpPr>
          <p:grpSpPr>
            <a:xfrm>
              <a:off x="137601" y="474669"/>
              <a:ext cx="897579" cy="326700"/>
              <a:chOff x="137601" y="474669"/>
              <a:chExt cx="897579" cy="326700"/>
            </a:xfrm>
            <a:grpFill/>
          </p:grpSpPr>
          <p:sp>
            <p:nvSpPr>
              <p:cNvPr id="90" name="Freeform 111">
                <a:extLst>
                  <a:ext uri="{FF2B5EF4-FFF2-40B4-BE49-F238E27FC236}">
                    <a16:creationId xmlns:a16="http://schemas.microsoft.com/office/drawing/2014/main" id="{6CE243B5-BAC3-46A5-8B00-CB0212DC8C83}"/>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1" name="Freeform 112">
                <a:extLst>
                  <a:ext uri="{FF2B5EF4-FFF2-40B4-BE49-F238E27FC236}">
                    <a16:creationId xmlns:a16="http://schemas.microsoft.com/office/drawing/2014/main" id="{F7443ACA-3E9B-4332-A90E-82571E509BE1}"/>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2" name="Freeform 113">
                <a:extLst>
                  <a:ext uri="{FF2B5EF4-FFF2-40B4-BE49-F238E27FC236}">
                    <a16:creationId xmlns:a16="http://schemas.microsoft.com/office/drawing/2014/main" id="{8E77EABA-3E88-484C-BAEF-547A3077DB8D}"/>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3" name="Freeform 114">
                <a:extLst>
                  <a:ext uri="{FF2B5EF4-FFF2-40B4-BE49-F238E27FC236}">
                    <a16:creationId xmlns:a16="http://schemas.microsoft.com/office/drawing/2014/main" id="{DE0CFBC0-6492-42D3-A579-4E9988CFF48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4" name="Freeform 115">
                <a:extLst>
                  <a:ext uri="{FF2B5EF4-FFF2-40B4-BE49-F238E27FC236}">
                    <a16:creationId xmlns:a16="http://schemas.microsoft.com/office/drawing/2014/main" id="{97EA83FE-0F8A-45CF-A322-07FF404AB1A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5" name="Freeform 116">
                <a:extLst>
                  <a:ext uri="{FF2B5EF4-FFF2-40B4-BE49-F238E27FC236}">
                    <a16:creationId xmlns:a16="http://schemas.microsoft.com/office/drawing/2014/main" id="{BD5E5651-1979-451C-9989-894AAF921FD7}"/>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6" name="Freeform 117">
                <a:extLst>
                  <a:ext uri="{FF2B5EF4-FFF2-40B4-BE49-F238E27FC236}">
                    <a16:creationId xmlns:a16="http://schemas.microsoft.com/office/drawing/2014/main" id="{2F8C2839-A47B-4230-B04F-12A1A45E8437}"/>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7" name="Freeform 118">
                <a:extLst>
                  <a:ext uri="{FF2B5EF4-FFF2-40B4-BE49-F238E27FC236}">
                    <a16:creationId xmlns:a16="http://schemas.microsoft.com/office/drawing/2014/main" id="{ECDD3A83-1AF6-4236-AC70-616E220239F7}"/>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8" name="Freeform 119">
                <a:extLst>
                  <a:ext uri="{FF2B5EF4-FFF2-40B4-BE49-F238E27FC236}">
                    <a16:creationId xmlns:a16="http://schemas.microsoft.com/office/drawing/2014/main" id="{0C81A9BD-AD14-42E7-B09D-A5AA9ACC3D16}"/>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9" name="Freeform 120">
                <a:extLst>
                  <a:ext uri="{FF2B5EF4-FFF2-40B4-BE49-F238E27FC236}">
                    <a16:creationId xmlns:a16="http://schemas.microsoft.com/office/drawing/2014/main" id="{EC13213A-83E6-49AD-A2B5-FC92172C2E4F}"/>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0" name="Freeform 121">
                <a:extLst>
                  <a:ext uri="{FF2B5EF4-FFF2-40B4-BE49-F238E27FC236}">
                    <a16:creationId xmlns:a16="http://schemas.microsoft.com/office/drawing/2014/main" id="{E0E2F0D0-537C-4002-B9EA-E3B13C40DD26}"/>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1" name="Freeform 122">
                <a:extLst>
                  <a:ext uri="{FF2B5EF4-FFF2-40B4-BE49-F238E27FC236}">
                    <a16:creationId xmlns:a16="http://schemas.microsoft.com/office/drawing/2014/main" id="{97131EF0-FE0C-436C-AA21-8A79025353D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2" name="Freeform 123">
                <a:extLst>
                  <a:ext uri="{FF2B5EF4-FFF2-40B4-BE49-F238E27FC236}">
                    <a16:creationId xmlns:a16="http://schemas.microsoft.com/office/drawing/2014/main" id="{4F1392A4-596E-4D05-92FB-24F1C5608D11}"/>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3" name="Freeform 124">
                <a:extLst>
                  <a:ext uri="{FF2B5EF4-FFF2-40B4-BE49-F238E27FC236}">
                    <a16:creationId xmlns:a16="http://schemas.microsoft.com/office/drawing/2014/main" id="{3C0C3D25-81EC-4F75-91A3-13CC94ACA625}"/>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4" name="Freeform 125">
                <a:extLst>
                  <a:ext uri="{FF2B5EF4-FFF2-40B4-BE49-F238E27FC236}">
                    <a16:creationId xmlns:a16="http://schemas.microsoft.com/office/drawing/2014/main" id="{9EE28A6C-6497-4274-A5D7-D7D5BAB802B3}"/>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5" name="Freeform 126">
                <a:extLst>
                  <a:ext uri="{FF2B5EF4-FFF2-40B4-BE49-F238E27FC236}">
                    <a16:creationId xmlns:a16="http://schemas.microsoft.com/office/drawing/2014/main" id="{497FFE65-19ED-4A50-8BCC-CED794F28FF8}"/>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6" name="Freeform 127">
                <a:extLst>
                  <a:ext uri="{FF2B5EF4-FFF2-40B4-BE49-F238E27FC236}">
                    <a16:creationId xmlns:a16="http://schemas.microsoft.com/office/drawing/2014/main" id="{86E570FE-556F-4D36-ABD8-4E23CD3292F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80" name="Freeform 128">
              <a:extLst>
                <a:ext uri="{FF2B5EF4-FFF2-40B4-BE49-F238E27FC236}">
                  <a16:creationId xmlns:a16="http://schemas.microsoft.com/office/drawing/2014/main" id="{17DA2945-320C-4DBF-BD14-D0F650CAC978}"/>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1" name="Freeform 129">
              <a:extLst>
                <a:ext uri="{FF2B5EF4-FFF2-40B4-BE49-F238E27FC236}">
                  <a16:creationId xmlns:a16="http://schemas.microsoft.com/office/drawing/2014/main" id="{92B6E3C6-AD1D-4390-9A1D-178A93A5FF6F}"/>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2" name="Freeform 130">
              <a:extLst>
                <a:ext uri="{FF2B5EF4-FFF2-40B4-BE49-F238E27FC236}">
                  <a16:creationId xmlns:a16="http://schemas.microsoft.com/office/drawing/2014/main" id="{0380871C-AD2C-476B-8C6A-18AEA0A207A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3" name="Freeform 131">
              <a:extLst>
                <a:ext uri="{FF2B5EF4-FFF2-40B4-BE49-F238E27FC236}">
                  <a16:creationId xmlns:a16="http://schemas.microsoft.com/office/drawing/2014/main" id="{65349037-E34B-497D-8128-FA6D54D0609C}"/>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4" name="Freeform 132">
              <a:extLst>
                <a:ext uri="{FF2B5EF4-FFF2-40B4-BE49-F238E27FC236}">
                  <a16:creationId xmlns:a16="http://schemas.microsoft.com/office/drawing/2014/main" id="{655FDAF9-A377-4A0C-8493-67C11D07D7AF}"/>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5" name="Freeform 133">
              <a:extLst>
                <a:ext uri="{FF2B5EF4-FFF2-40B4-BE49-F238E27FC236}">
                  <a16:creationId xmlns:a16="http://schemas.microsoft.com/office/drawing/2014/main" id="{72D7D61A-0459-4C59-86B7-7CD7D3256F7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6" name="Freeform 134">
              <a:extLst>
                <a:ext uri="{FF2B5EF4-FFF2-40B4-BE49-F238E27FC236}">
                  <a16:creationId xmlns:a16="http://schemas.microsoft.com/office/drawing/2014/main" id="{FCF43178-6C6B-4713-B6F9-52D7641EEE64}"/>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7" name="Freeform 135">
              <a:extLst>
                <a:ext uri="{FF2B5EF4-FFF2-40B4-BE49-F238E27FC236}">
                  <a16:creationId xmlns:a16="http://schemas.microsoft.com/office/drawing/2014/main" id="{9548F93F-6478-4637-90E5-B7CAF354FCD8}"/>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8" name="Freeform 136">
              <a:extLst>
                <a:ext uri="{FF2B5EF4-FFF2-40B4-BE49-F238E27FC236}">
                  <a16:creationId xmlns:a16="http://schemas.microsoft.com/office/drawing/2014/main" id="{DB62A8C6-A87B-4671-8596-4C52F095566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9" name="Freeform 137">
              <a:extLst>
                <a:ext uri="{FF2B5EF4-FFF2-40B4-BE49-F238E27FC236}">
                  <a16:creationId xmlns:a16="http://schemas.microsoft.com/office/drawing/2014/main" id="{E8BBD841-8286-4FE7-9C08-F054E0215757}"/>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Tree>
    <p:extLst>
      <p:ext uri="{BB962C8B-B14F-4D97-AF65-F5344CB8AC3E}">
        <p14:creationId xmlns:p14="http://schemas.microsoft.com/office/powerpoint/2010/main" val="2792909826"/>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NO USAR_Solo para instrucciones">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2795090-10F8-4745-BE2E-D23CADD1037C}"/>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84453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Marcador de texto 5">
            <a:extLst>
              <a:ext uri="{FF2B5EF4-FFF2-40B4-BE49-F238E27FC236}">
                <a16:creationId xmlns:a16="http://schemas.microsoft.com/office/drawing/2014/main" id="{50DB74FD-00EE-4862-92AC-97D1150E429D}"/>
              </a:ext>
            </a:extLst>
          </p:cNvPr>
          <p:cNvSpPr txBox="1">
            <a:spLocks/>
          </p:cNvSpPr>
          <p:nvPr userDrawn="1"/>
        </p:nvSpPr>
        <p:spPr>
          <a:xfrm rot="16200000">
            <a:off x="8636778" y="3296030"/>
            <a:ext cx="6858000" cy="265936"/>
          </a:xfrm>
          <a:prstGeom prst="rect">
            <a:avLst/>
          </a:prstGeom>
          <a:solidFill>
            <a:schemeClr val="accent2"/>
          </a:solidFill>
        </p:spPr>
        <p:txBody>
          <a:bodyPr rIns="324000" anchor="ctr"/>
          <a:lstStyle>
            <a:lvl1pPr marL="0" indent="0" algn="r" defTabSz="914400" rtl="0" eaLnBrk="1" latinLnBrk="0" hangingPunct="1">
              <a:lnSpc>
                <a:spcPct val="90000"/>
              </a:lnSpc>
              <a:spcBef>
                <a:spcPts val="1000"/>
              </a:spcBef>
              <a:buFont typeface="Arial" panose="020B0604020202020204" pitchFamily="34" charset="0"/>
              <a:buNone/>
              <a:defRPr sz="900" kern="1200" spc="300">
                <a:solidFill>
                  <a:schemeClr val="bg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Aprendizaje No-Supervisado | </a:t>
            </a:r>
            <a:r>
              <a:rPr lang="es-ES" dirty="0" err="1"/>
              <a:t>Classification</a:t>
            </a:r>
            <a:r>
              <a:rPr lang="es-ES" dirty="0"/>
              <a:t> </a:t>
            </a:r>
            <a:r>
              <a:rPr lang="es-ES" dirty="0" err="1"/>
              <a:t>Methods</a:t>
            </a:r>
            <a:r>
              <a:rPr lang="es-ES" dirty="0"/>
              <a:t> | 2023</a:t>
            </a:r>
            <a:endParaRPr lang="es-CL" dirty="0"/>
          </a:p>
        </p:txBody>
      </p:sp>
      <p:grpSp>
        <p:nvGrpSpPr>
          <p:cNvPr id="102" name="Grupo 101">
            <a:extLst>
              <a:ext uri="{FF2B5EF4-FFF2-40B4-BE49-F238E27FC236}">
                <a16:creationId xmlns:a16="http://schemas.microsoft.com/office/drawing/2014/main" id="{28D5BE26-3A40-47D3-B29A-F455B2290FF0}"/>
              </a:ext>
            </a:extLst>
          </p:cNvPr>
          <p:cNvGrpSpPr/>
          <p:nvPr userDrawn="1"/>
        </p:nvGrpSpPr>
        <p:grpSpPr>
          <a:xfrm>
            <a:off x="10580559" y="518761"/>
            <a:ext cx="1147824" cy="235942"/>
            <a:chOff x="6094413" y="2516188"/>
            <a:chExt cx="2000250" cy="411162"/>
          </a:xfrm>
          <a:solidFill>
            <a:srgbClr val="000000"/>
          </a:solidFill>
        </p:grpSpPr>
        <p:sp>
          <p:nvSpPr>
            <p:cNvPr id="103" name="Freeform 7">
              <a:extLst>
                <a:ext uri="{FF2B5EF4-FFF2-40B4-BE49-F238E27FC236}">
                  <a16:creationId xmlns:a16="http://schemas.microsoft.com/office/drawing/2014/main" id="{7C6D352E-505B-495D-B3FF-B1763D1DBEAE}"/>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4" name="Freeform 8">
              <a:extLst>
                <a:ext uri="{FF2B5EF4-FFF2-40B4-BE49-F238E27FC236}">
                  <a16:creationId xmlns:a16="http://schemas.microsoft.com/office/drawing/2014/main" id="{067D6118-44AA-415D-B0A1-366604B2DA29}"/>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5" name="Freeform 9">
              <a:extLst>
                <a:ext uri="{FF2B5EF4-FFF2-40B4-BE49-F238E27FC236}">
                  <a16:creationId xmlns:a16="http://schemas.microsoft.com/office/drawing/2014/main" id="{CE545E41-0FEB-47DC-AABC-490CCB450EE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Rectangle 10">
              <a:extLst>
                <a:ext uri="{FF2B5EF4-FFF2-40B4-BE49-F238E27FC236}">
                  <a16:creationId xmlns:a16="http://schemas.microsoft.com/office/drawing/2014/main" id="{D0D2EBC1-73AD-4438-95AC-896377E25FED}"/>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11">
              <a:extLst>
                <a:ext uri="{FF2B5EF4-FFF2-40B4-BE49-F238E27FC236}">
                  <a16:creationId xmlns:a16="http://schemas.microsoft.com/office/drawing/2014/main" id="{4B65249F-2C0E-48EE-8C9D-85D799EB9043}"/>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12">
              <a:extLst>
                <a:ext uri="{FF2B5EF4-FFF2-40B4-BE49-F238E27FC236}">
                  <a16:creationId xmlns:a16="http://schemas.microsoft.com/office/drawing/2014/main" id="{B2A117A0-FE1E-46E6-8E3E-197411BD4138}"/>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3">
              <a:extLst>
                <a:ext uri="{FF2B5EF4-FFF2-40B4-BE49-F238E27FC236}">
                  <a16:creationId xmlns:a16="http://schemas.microsoft.com/office/drawing/2014/main" id="{2E4FC00D-2C6F-4D1C-94E5-E3F329AAEB70}"/>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4">
              <a:extLst>
                <a:ext uri="{FF2B5EF4-FFF2-40B4-BE49-F238E27FC236}">
                  <a16:creationId xmlns:a16="http://schemas.microsoft.com/office/drawing/2014/main" id="{1FA01D53-E975-4AF6-9355-3F5304BDC1EA}"/>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Rectangle 15">
              <a:extLst>
                <a:ext uri="{FF2B5EF4-FFF2-40B4-BE49-F238E27FC236}">
                  <a16:creationId xmlns:a16="http://schemas.microsoft.com/office/drawing/2014/main" id="{0E66D0D5-F539-43AF-90D4-DF2F92BDDD48}"/>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6">
              <a:extLst>
                <a:ext uri="{FF2B5EF4-FFF2-40B4-BE49-F238E27FC236}">
                  <a16:creationId xmlns:a16="http://schemas.microsoft.com/office/drawing/2014/main" id="{1F792CA8-089A-4C19-B221-59CF5B44715D}"/>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7">
              <a:extLst>
                <a:ext uri="{FF2B5EF4-FFF2-40B4-BE49-F238E27FC236}">
                  <a16:creationId xmlns:a16="http://schemas.microsoft.com/office/drawing/2014/main" id="{834F7817-F932-4478-9FEA-DA8B0EBD05A6}"/>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8">
              <a:extLst>
                <a:ext uri="{FF2B5EF4-FFF2-40B4-BE49-F238E27FC236}">
                  <a16:creationId xmlns:a16="http://schemas.microsoft.com/office/drawing/2014/main" id="{14E51887-E352-4149-91F9-BD52D305D3E7}"/>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9">
              <a:extLst>
                <a:ext uri="{FF2B5EF4-FFF2-40B4-BE49-F238E27FC236}">
                  <a16:creationId xmlns:a16="http://schemas.microsoft.com/office/drawing/2014/main" id="{71AC51F5-2164-4A07-853C-563F6F3B82F5}"/>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20">
              <a:extLst>
                <a:ext uri="{FF2B5EF4-FFF2-40B4-BE49-F238E27FC236}">
                  <a16:creationId xmlns:a16="http://schemas.microsoft.com/office/drawing/2014/main" id="{787BBF1A-01EA-4612-B0F0-3F4F8D4D5F13}"/>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21">
              <a:extLst>
                <a:ext uri="{FF2B5EF4-FFF2-40B4-BE49-F238E27FC236}">
                  <a16:creationId xmlns:a16="http://schemas.microsoft.com/office/drawing/2014/main" id="{ABB1A0E4-5962-4377-93F0-E6A546AD1D2C}"/>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2">
              <a:extLst>
                <a:ext uri="{FF2B5EF4-FFF2-40B4-BE49-F238E27FC236}">
                  <a16:creationId xmlns:a16="http://schemas.microsoft.com/office/drawing/2014/main" id="{520E9850-6E75-4E14-9107-C14C4B062084}"/>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3">
              <a:extLst>
                <a:ext uri="{FF2B5EF4-FFF2-40B4-BE49-F238E27FC236}">
                  <a16:creationId xmlns:a16="http://schemas.microsoft.com/office/drawing/2014/main" id="{20842D60-6B74-4448-BE83-277CCC2ED7C9}"/>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4">
              <a:extLst>
                <a:ext uri="{FF2B5EF4-FFF2-40B4-BE49-F238E27FC236}">
                  <a16:creationId xmlns:a16="http://schemas.microsoft.com/office/drawing/2014/main" id="{6F62709B-D48F-4ADA-A9C1-84AF24A1AAC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Rectangle 25">
              <a:extLst>
                <a:ext uri="{FF2B5EF4-FFF2-40B4-BE49-F238E27FC236}">
                  <a16:creationId xmlns:a16="http://schemas.microsoft.com/office/drawing/2014/main" id="{F29BFEB6-CCDD-4D62-8650-EE8CC3BE5C01}"/>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6">
              <a:extLst>
                <a:ext uri="{FF2B5EF4-FFF2-40B4-BE49-F238E27FC236}">
                  <a16:creationId xmlns:a16="http://schemas.microsoft.com/office/drawing/2014/main" id="{8EDB595B-6E01-46FB-A05B-F91F4D878162}"/>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7">
              <a:extLst>
                <a:ext uri="{FF2B5EF4-FFF2-40B4-BE49-F238E27FC236}">
                  <a16:creationId xmlns:a16="http://schemas.microsoft.com/office/drawing/2014/main" id="{2A34DCBB-6B73-4224-AEAA-DDAC6AEE0AFB}"/>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8">
              <a:extLst>
                <a:ext uri="{FF2B5EF4-FFF2-40B4-BE49-F238E27FC236}">
                  <a16:creationId xmlns:a16="http://schemas.microsoft.com/office/drawing/2014/main" id="{7C5A23C3-8A30-4C4A-9A71-F9FE81A7E4EF}"/>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9">
              <a:extLst>
                <a:ext uri="{FF2B5EF4-FFF2-40B4-BE49-F238E27FC236}">
                  <a16:creationId xmlns:a16="http://schemas.microsoft.com/office/drawing/2014/main" id="{52CCA802-C4B9-496B-AB23-574A262F7883}"/>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30">
              <a:extLst>
                <a:ext uri="{FF2B5EF4-FFF2-40B4-BE49-F238E27FC236}">
                  <a16:creationId xmlns:a16="http://schemas.microsoft.com/office/drawing/2014/main" id="{F1878ED7-B72B-409A-8EE0-6E749A1F70D4}"/>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31">
              <a:extLst>
                <a:ext uri="{FF2B5EF4-FFF2-40B4-BE49-F238E27FC236}">
                  <a16:creationId xmlns:a16="http://schemas.microsoft.com/office/drawing/2014/main" id="{6F3276A4-4CFB-4593-AA9D-771C01904F82}"/>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2">
              <a:extLst>
                <a:ext uri="{FF2B5EF4-FFF2-40B4-BE49-F238E27FC236}">
                  <a16:creationId xmlns:a16="http://schemas.microsoft.com/office/drawing/2014/main" id="{2407F4D3-4552-4229-8628-80C054B40487}"/>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3">
              <a:extLst>
                <a:ext uri="{FF2B5EF4-FFF2-40B4-BE49-F238E27FC236}">
                  <a16:creationId xmlns:a16="http://schemas.microsoft.com/office/drawing/2014/main" id="{EC997D33-DE7F-4FAE-93D4-15B7357D9C43}"/>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4">
              <a:extLst>
                <a:ext uri="{FF2B5EF4-FFF2-40B4-BE49-F238E27FC236}">
                  <a16:creationId xmlns:a16="http://schemas.microsoft.com/office/drawing/2014/main" id="{2790B280-6A7C-456D-823F-406C401638F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5">
              <a:extLst>
                <a:ext uri="{FF2B5EF4-FFF2-40B4-BE49-F238E27FC236}">
                  <a16:creationId xmlns:a16="http://schemas.microsoft.com/office/drawing/2014/main" id="{08201962-9093-439C-8F3D-54623CAFEF1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6">
              <a:extLst>
                <a:ext uri="{FF2B5EF4-FFF2-40B4-BE49-F238E27FC236}">
                  <a16:creationId xmlns:a16="http://schemas.microsoft.com/office/drawing/2014/main" id="{BCCA80F3-D8D1-489B-94C8-059F29446A55}"/>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3" name="Grupo 132">
            <a:extLst>
              <a:ext uri="{FF2B5EF4-FFF2-40B4-BE49-F238E27FC236}">
                <a16:creationId xmlns:a16="http://schemas.microsoft.com/office/drawing/2014/main" id="{9F2E9E04-119F-49AA-8E58-22D8B31369CE}"/>
              </a:ext>
            </a:extLst>
          </p:cNvPr>
          <p:cNvGrpSpPr/>
          <p:nvPr userDrawn="1"/>
        </p:nvGrpSpPr>
        <p:grpSpPr>
          <a:xfrm>
            <a:off x="9269672" y="352811"/>
            <a:ext cx="1108652" cy="538385"/>
            <a:chOff x="3838575" y="2246313"/>
            <a:chExt cx="1931988" cy="938213"/>
          </a:xfrm>
        </p:grpSpPr>
        <p:sp>
          <p:nvSpPr>
            <p:cNvPr id="134" name="Rectangle 5">
              <a:extLst>
                <a:ext uri="{FF2B5EF4-FFF2-40B4-BE49-F238E27FC236}">
                  <a16:creationId xmlns:a16="http://schemas.microsoft.com/office/drawing/2014/main" id="{9150D7C5-0ACA-420E-A7B4-EF35F9ACF280}"/>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7">
              <a:extLst>
                <a:ext uri="{FF2B5EF4-FFF2-40B4-BE49-F238E27FC236}">
                  <a16:creationId xmlns:a16="http://schemas.microsoft.com/office/drawing/2014/main" id="{CEA593E1-A104-43C5-B93E-3160F9DF50AE}"/>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6" name="Freeform 38">
              <a:extLst>
                <a:ext uri="{FF2B5EF4-FFF2-40B4-BE49-F238E27FC236}">
                  <a16:creationId xmlns:a16="http://schemas.microsoft.com/office/drawing/2014/main" id="{68BBB12C-BC2A-42F0-9684-6D2A42C8207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98" name="Grupo 197">
            <a:extLst>
              <a:ext uri="{FF2B5EF4-FFF2-40B4-BE49-F238E27FC236}">
                <a16:creationId xmlns:a16="http://schemas.microsoft.com/office/drawing/2014/main" id="{EE6603AC-AB47-4B29-B379-F603E331CC4D}"/>
              </a:ext>
            </a:extLst>
          </p:cNvPr>
          <p:cNvGrpSpPr/>
          <p:nvPr userDrawn="1"/>
        </p:nvGrpSpPr>
        <p:grpSpPr>
          <a:xfrm>
            <a:off x="260637" y="160236"/>
            <a:ext cx="1086071" cy="910924"/>
            <a:chOff x="137601" y="239283"/>
            <a:chExt cx="897579" cy="752830"/>
          </a:xfrm>
        </p:grpSpPr>
        <p:sp>
          <p:nvSpPr>
            <p:cNvPr id="199" name="Freeform 109">
              <a:extLst>
                <a:ext uri="{FF2B5EF4-FFF2-40B4-BE49-F238E27FC236}">
                  <a16:creationId xmlns:a16="http://schemas.microsoft.com/office/drawing/2014/main" id="{245007CF-6DC6-4102-8947-BF483A7673A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0" name="Freeform 110">
              <a:extLst>
                <a:ext uri="{FF2B5EF4-FFF2-40B4-BE49-F238E27FC236}">
                  <a16:creationId xmlns:a16="http://schemas.microsoft.com/office/drawing/2014/main" id="{EB7BAD8A-5A19-4046-9E1A-FECFD189EAF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grpSp>
          <p:nvGrpSpPr>
            <p:cNvPr id="201" name="Grupo 200">
              <a:extLst>
                <a:ext uri="{FF2B5EF4-FFF2-40B4-BE49-F238E27FC236}">
                  <a16:creationId xmlns:a16="http://schemas.microsoft.com/office/drawing/2014/main" id="{621283A6-3CDE-4782-835D-B5F7C49E43C2}"/>
                </a:ext>
              </a:extLst>
            </p:cNvPr>
            <p:cNvGrpSpPr/>
            <p:nvPr userDrawn="1"/>
          </p:nvGrpSpPr>
          <p:grpSpPr>
            <a:xfrm>
              <a:off x="137601" y="474669"/>
              <a:ext cx="897579" cy="326700"/>
              <a:chOff x="137601" y="474669"/>
              <a:chExt cx="897579" cy="326700"/>
            </a:xfrm>
          </p:grpSpPr>
          <p:sp>
            <p:nvSpPr>
              <p:cNvPr id="212" name="Freeform 111">
                <a:extLst>
                  <a:ext uri="{FF2B5EF4-FFF2-40B4-BE49-F238E27FC236}">
                    <a16:creationId xmlns:a16="http://schemas.microsoft.com/office/drawing/2014/main" id="{BB6BDADD-00D2-4E08-98E7-62A42952E54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3" name="Freeform 112">
                <a:extLst>
                  <a:ext uri="{FF2B5EF4-FFF2-40B4-BE49-F238E27FC236}">
                    <a16:creationId xmlns:a16="http://schemas.microsoft.com/office/drawing/2014/main" id="{93A2BA46-C620-4491-9D52-806EC1B8397C}"/>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4" name="Freeform 113">
                <a:extLst>
                  <a:ext uri="{FF2B5EF4-FFF2-40B4-BE49-F238E27FC236}">
                    <a16:creationId xmlns:a16="http://schemas.microsoft.com/office/drawing/2014/main" id="{7AC779F9-A759-44E6-A41D-3740E1C2831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5" name="Freeform 114">
                <a:extLst>
                  <a:ext uri="{FF2B5EF4-FFF2-40B4-BE49-F238E27FC236}">
                    <a16:creationId xmlns:a16="http://schemas.microsoft.com/office/drawing/2014/main" id="{E2F90FDF-77E0-47BB-9190-CAA7FAD18D23}"/>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6" name="Freeform 115">
                <a:extLst>
                  <a:ext uri="{FF2B5EF4-FFF2-40B4-BE49-F238E27FC236}">
                    <a16:creationId xmlns:a16="http://schemas.microsoft.com/office/drawing/2014/main" id="{1CF39C91-BD22-456F-AF73-3AB98D8492DD}"/>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7" name="Freeform 116">
                <a:extLst>
                  <a:ext uri="{FF2B5EF4-FFF2-40B4-BE49-F238E27FC236}">
                    <a16:creationId xmlns:a16="http://schemas.microsoft.com/office/drawing/2014/main" id="{6DB5F3C3-1EC6-40EA-9225-2286DC14202C}"/>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8" name="Freeform 117">
                <a:extLst>
                  <a:ext uri="{FF2B5EF4-FFF2-40B4-BE49-F238E27FC236}">
                    <a16:creationId xmlns:a16="http://schemas.microsoft.com/office/drawing/2014/main" id="{0B3ED509-4775-4E0C-A10A-E046A526A84B}"/>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9" name="Freeform 118">
                <a:extLst>
                  <a:ext uri="{FF2B5EF4-FFF2-40B4-BE49-F238E27FC236}">
                    <a16:creationId xmlns:a16="http://schemas.microsoft.com/office/drawing/2014/main" id="{DF5E93A4-AC03-4D9E-8254-DE104865EA2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0" name="Freeform 119">
                <a:extLst>
                  <a:ext uri="{FF2B5EF4-FFF2-40B4-BE49-F238E27FC236}">
                    <a16:creationId xmlns:a16="http://schemas.microsoft.com/office/drawing/2014/main" id="{E0F1DEC2-1822-40F7-901C-0E711FFC3CAD}"/>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1" name="Freeform 120">
                <a:extLst>
                  <a:ext uri="{FF2B5EF4-FFF2-40B4-BE49-F238E27FC236}">
                    <a16:creationId xmlns:a16="http://schemas.microsoft.com/office/drawing/2014/main" id="{8D840E56-8959-436A-B712-B47DE1520A49}"/>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2" name="Freeform 121">
                <a:extLst>
                  <a:ext uri="{FF2B5EF4-FFF2-40B4-BE49-F238E27FC236}">
                    <a16:creationId xmlns:a16="http://schemas.microsoft.com/office/drawing/2014/main" id="{D83C984A-B65E-413C-B962-56324FA32C4F}"/>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3" name="Freeform 122">
                <a:extLst>
                  <a:ext uri="{FF2B5EF4-FFF2-40B4-BE49-F238E27FC236}">
                    <a16:creationId xmlns:a16="http://schemas.microsoft.com/office/drawing/2014/main" id="{7F2E8CE2-2E55-47BD-870F-59B79C09BF04}"/>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4" name="Freeform 123">
                <a:extLst>
                  <a:ext uri="{FF2B5EF4-FFF2-40B4-BE49-F238E27FC236}">
                    <a16:creationId xmlns:a16="http://schemas.microsoft.com/office/drawing/2014/main" id="{3E414593-8649-4EBD-AF98-02BF077C6257}"/>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5" name="Freeform 124">
                <a:extLst>
                  <a:ext uri="{FF2B5EF4-FFF2-40B4-BE49-F238E27FC236}">
                    <a16:creationId xmlns:a16="http://schemas.microsoft.com/office/drawing/2014/main" id="{570554D6-D116-48DE-B28B-E4338C0A8D47}"/>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6" name="Freeform 125">
                <a:extLst>
                  <a:ext uri="{FF2B5EF4-FFF2-40B4-BE49-F238E27FC236}">
                    <a16:creationId xmlns:a16="http://schemas.microsoft.com/office/drawing/2014/main" id="{9F22ACCE-35A7-4082-9ABD-1F227DC399E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7" name="Freeform 126">
                <a:extLst>
                  <a:ext uri="{FF2B5EF4-FFF2-40B4-BE49-F238E27FC236}">
                    <a16:creationId xmlns:a16="http://schemas.microsoft.com/office/drawing/2014/main" id="{4876B10C-2140-4D7E-980F-F06E11209052}"/>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8" name="Freeform 127">
                <a:extLst>
                  <a:ext uri="{FF2B5EF4-FFF2-40B4-BE49-F238E27FC236}">
                    <a16:creationId xmlns:a16="http://schemas.microsoft.com/office/drawing/2014/main" id="{28430070-56F5-4E5E-9B58-9A005795CBFF}"/>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02" name="Freeform 128">
              <a:extLst>
                <a:ext uri="{FF2B5EF4-FFF2-40B4-BE49-F238E27FC236}">
                  <a16:creationId xmlns:a16="http://schemas.microsoft.com/office/drawing/2014/main" id="{BED7E100-E2A7-4576-9C09-7EC162D5FFD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3" name="Freeform 129">
              <a:extLst>
                <a:ext uri="{FF2B5EF4-FFF2-40B4-BE49-F238E27FC236}">
                  <a16:creationId xmlns:a16="http://schemas.microsoft.com/office/drawing/2014/main" id="{A787F0B4-1CDB-4947-A330-F5D733FEE898}"/>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4" name="Freeform 130">
              <a:extLst>
                <a:ext uri="{FF2B5EF4-FFF2-40B4-BE49-F238E27FC236}">
                  <a16:creationId xmlns:a16="http://schemas.microsoft.com/office/drawing/2014/main" id="{F7A5B330-6B60-4BD7-B8A8-E2D06D9094C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5" name="Freeform 131">
              <a:extLst>
                <a:ext uri="{FF2B5EF4-FFF2-40B4-BE49-F238E27FC236}">
                  <a16:creationId xmlns:a16="http://schemas.microsoft.com/office/drawing/2014/main" id="{AE35F4B4-4BEB-4CCE-BA59-0CFBBE3B4901}"/>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6" name="Freeform 132">
              <a:extLst>
                <a:ext uri="{FF2B5EF4-FFF2-40B4-BE49-F238E27FC236}">
                  <a16:creationId xmlns:a16="http://schemas.microsoft.com/office/drawing/2014/main" id="{04EEC533-D593-41FA-B48D-AC747FDE378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7" name="Freeform 133">
              <a:extLst>
                <a:ext uri="{FF2B5EF4-FFF2-40B4-BE49-F238E27FC236}">
                  <a16:creationId xmlns:a16="http://schemas.microsoft.com/office/drawing/2014/main" id="{7719BD16-FFA5-4837-B916-829B4B03D47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8" name="Freeform 134">
              <a:extLst>
                <a:ext uri="{FF2B5EF4-FFF2-40B4-BE49-F238E27FC236}">
                  <a16:creationId xmlns:a16="http://schemas.microsoft.com/office/drawing/2014/main" id="{E7F329FD-23AA-49DA-B4D1-82FD85D58EDE}"/>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9" name="Freeform 135">
              <a:extLst>
                <a:ext uri="{FF2B5EF4-FFF2-40B4-BE49-F238E27FC236}">
                  <a16:creationId xmlns:a16="http://schemas.microsoft.com/office/drawing/2014/main" id="{C6CFD023-7157-4CB7-AEDD-37DFB1580BE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10" name="Freeform 136">
              <a:extLst>
                <a:ext uri="{FF2B5EF4-FFF2-40B4-BE49-F238E27FC236}">
                  <a16:creationId xmlns:a16="http://schemas.microsoft.com/office/drawing/2014/main" id="{E01809A6-966C-41E8-A276-62910141AE14}"/>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11" name="Freeform 137">
              <a:extLst>
                <a:ext uri="{FF2B5EF4-FFF2-40B4-BE49-F238E27FC236}">
                  <a16:creationId xmlns:a16="http://schemas.microsoft.com/office/drawing/2014/main" id="{FF7A5D7D-38E9-4FE3-B84D-09FF25715EA6}"/>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grpSp>
      <p:sp>
        <p:nvSpPr>
          <p:cNvPr id="75" name="Marcador de número de diapositiva 70">
            <a:extLst>
              <a:ext uri="{FF2B5EF4-FFF2-40B4-BE49-F238E27FC236}">
                <a16:creationId xmlns:a16="http://schemas.microsoft.com/office/drawing/2014/main" id="{F5C5AE08-5AE1-4643-9207-8BC98EE6299D}"/>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a:t>
            </a:fld>
            <a:endParaRPr lang="es-CL"/>
          </a:p>
        </p:txBody>
      </p:sp>
    </p:spTree>
    <p:extLst>
      <p:ext uri="{BB962C8B-B14F-4D97-AF65-F5344CB8AC3E}">
        <p14:creationId xmlns:p14="http://schemas.microsoft.com/office/powerpoint/2010/main" val="1872203149"/>
      </p:ext>
    </p:extLst>
  </p:cSld>
  <p:clrMap bg1="lt1" tx1="dk1" bg2="lt2" tx2="dk2" accent1="accent1" accent2="accent2" accent3="accent3" accent4="accent4" accent5="accent5" accent6="accent6" hlink="hlink" folHlink="folHlink"/>
  <p:sldLayoutIdLst>
    <p:sldLayoutId id="2147483653" r:id="rId1"/>
    <p:sldLayoutId id="2147483669" r:id="rId2"/>
    <p:sldLayoutId id="2147483670" r:id="rId3"/>
    <p:sldLayoutId id="2147483656" r:id="rId4"/>
    <p:sldLayoutId id="2147483676" r:id="rId5"/>
    <p:sldLayoutId id="2147483649" r:id="rId6"/>
    <p:sldLayoutId id="2147483661" r:id="rId7"/>
    <p:sldLayoutId id="2147483680" r:id="rId8"/>
    <p:sldLayoutId id="2147483677" r:id="rId9"/>
    <p:sldLayoutId id="2147483658" r:id="rId10"/>
    <p:sldLayoutId id="2147483654" r:id="rId11"/>
    <p:sldLayoutId id="2147483657" r:id="rId12"/>
    <p:sldLayoutId id="2147483663" r:id="rId13"/>
    <p:sldLayoutId id="2147483660" r:id="rId14"/>
    <p:sldLayoutId id="2147483683" r:id="rId15"/>
    <p:sldLayoutId id="2147483659" r:id="rId16"/>
    <p:sldLayoutId id="2147483681" r:id="rId17"/>
    <p:sldLayoutId id="2147483682" r:id="rId18"/>
    <p:sldLayoutId id="2147483678" r:id="rId19"/>
    <p:sldLayoutId id="2147483684" r:id="rId20"/>
    <p:sldLayoutId id="2147483650" r:id="rId21"/>
    <p:sldLayoutId id="2147483679" r:id="rId22"/>
    <p:sldLayoutId id="2147483667" r:id="rId23"/>
    <p:sldLayoutId id="2147483687" r:id="rId24"/>
    <p:sldLayoutId id="2147483694" r:id="rId25"/>
    <p:sldLayoutId id="2147483695" r:id="rId26"/>
    <p:sldLayoutId id="2147483668" r:id="rId27"/>
  </p:sldLayoutIdLst>
  <p:hf sldNum="0" hdr="0" ftr="0" dt="0"/>
  <p:txStyles>
    <p:titleStyle>
      <a:lvl1pPr algn="r" defTabSz="914400" rtl="0" eaLnBrk="1" latinLnBrk="0" hangingPunct="1">
        <a:lnSpc>
          <a:spcPct val="90000"/>
        </a:lnSpc>
        <a:spcBef>
          <a:spcPct val="0"/>
        </a:spcBef>
        <a:buNone/>
        <a:defRPr sz="1000" b="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78" userDrawn="1">
          <p15:clr>
            <a:srgbClr val="F26B43"/>
          </p15:clr>
        </p15:guide>
        <p15:guide id="2" orient="horz" pos="527" userDrawn="1">
          <p15:clr>
            <a:srgbClr val="F26B43"/>
          </p15:clr>
        </p15:guide>
        <p15:guide id="3" pos="3840" userDrawn="1">
          <p15:clr>
            <a:srgbClr val="F26B43"/>
          </p15:clr>
        </p15:guide>
        <p15:guide id="4" pos="1323" userDrawn="1">
          <p15:clr>
            <a:srgbClr val="F26B43"/>
          </p15:clr>
        </p15:guide>
        <p15:guide id="5" pos="166" userDrawn="1">
          <p15:clr>
            <a:srgbClr val="F26B43"/>
          </p15:clr>
        </p15:guide>
        <p15:guide id="6" pos="7378" userDrawn="1">
          <p15:clr>
            <a:srgbClr val="F26B43"/>
          </p15:clr>
        </p15:guide>
        <p15:guide id="7" pos="105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stable/modules/generated/sklearn.neighbors.KNeighborsClassifier.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luminousmen.com/post/data-science-bayes-theorem"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hyperlink" Target="https://www.analyticsvidhya.com/blog/2017/09/naive-bayes-explained/"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hyperlink" Target="https://scikit-learn.org/stable/modules/generated/sklearn.tree.DecisionTreeClassifier.html#sklearn.tree.DecisionTreeClassifier"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www.cs.us.es/~fsancho/?e=106"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apuntes-r.blogspot.com/2014/11/ejemplo-de-random-forest.html"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C9139640-BC66-C84A-AFF3-05F059059272}"/>
              </a:ext>
            </a:extLst>
          </p:cNvPr>
          <p:cNvGrpSpPr/>
          <p:nvPr/>
        </p:nvGrpSpPr>
        <p:grpSpPr>
          <a:xfrm>
            <a:off x="2519082" y="1219226"/>
            <a:ext cx="7153836" cy="2356695"/>
            <a:chOff x="2519082" y="1219226"/>
            <a:chExt cx="7153836" cy="2356695"/>
          </a:xfrm>
        </p:grpSpPr>
        <p:grpSp>
          <p:nvGrpSpPr>
            <p:cNvPr id="16" name="Grupo 15">
              <a:extLst>
                <a:ext uri="{FF2B5EF4-FFF2-40B4-BE49-F238E27FC236}">
                  <a16:creationId xmlns:a16="http://schemas.microsoft.com/office/drawing/2014/main" id="{72FC02EC-7848-4D45-A571-39C51868FF71}"/>
                </a:ext>
              </a:extLst>
            </p:cNvPr>
            <p:cNvGrpSpPr/>
            <p:nvPr/>
          </p:nvGrpSpPr>
          <p:grpSpPr>
            <a:xfrm>
              <a:off x="4908333" y="2285786"/>
              <a:ext cx="2322348" cy="389404"/>
              <a:chOff x="4146859" y="3656362"/>
              <a:chExt cx="4114181" cy="689853"/>
            </a:xfrm>
          </p:grpSpPr>
          <p:sp>
            <p:nvSpPr>
              <p:cNvPr id="17" name="Freeform 84">
                <a:extLst>
                  <a:ext uri="{FF2B5EF4-FFF2-40B4-BE49-F238E27FC236}">
                    <a16:creationId xmlns:a16="http://schemas.microsoft.com/office/drawing/2014/main" id="{9BB39BFE-BB35-42FB-AAFF-E3CD48B41E24}"/>
                  </a:ext>
                </a:extLst>
              </p:cNvPr>
              <p:cNvSpPr>
                <a:spLocks/>
              </p:cNvSpPr>
              <p:nvPr/>
            </p:nvSpPr>
            <p:spPr bwMode="auto">
              <a:xfrm>
                <a:off x="4146859" y="3656362"/>
                <a:ext cx="362934" cy="66768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85">
                <a:extLst>
                  <a:ext uri="{FF2B5EF4-FFF2-40B4-BE49-F238E27FC236}">
                    <a16:creationId xmlns:a16="http://schemas.microsoft.com/office/drawing/2014/main" id="{4ACC130D-6FF1-4ADA-B652-51859A788B5B}"/>
                  </a:ext>
                </a:extLst>
              </p:cNvPr>
              <p:cNvSpPr>
                <a:spLocks/>
              </p:cNvSpPr>
              <p:nvPr/>
            </p:nvSpPr>
            <p:spPr bwMode="auto">
              <a:xfrm>
                <a:off x="4567974" y="3670215"/>
                <a:ext cx="385097" cy="656607"/>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86">
                <a:extLst>
                  <a:ext uri="{FF2B5EF4-FFF2-40B4-BE49-F238E27FC236}">
                    <a16:creationId xmlns:a16="http://schemas.microsoft.com/office/drawing/2014/main" id="{9FC03D2C-CDB0-4943-BBB0-7A4DE89597AC}"/>
                  </a:ext>
                </a:extLst>
              </p:cNvPr>
              <p:cNvSpPr>
                <a:spLocks/>
              </p:cNvSpPr>
              <p:nvPr/>
            </p:nvSpPr>
            <p:spPr bwMode="auto">
              <a:xfrm>
                <a:off x="4980778" y="3664674"/>
                <a:ext cx="362934" cy="664918"/>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87">
                <a:extLst>
                  <a:ext uri="{FF2B5EF4-FFF2-40B4-BE49-F238E27FC236}">
                    <a16:creationId xmlns:a16="http://schemas.microsoft.com/office/drawing/2014/main" id="{93121329-D2EE-47C2-9162-A7DEE17E336E}"/>
                  </a:ext>
                </a:extLst>
              </p:cNvPr>
              <p:cNvSpPr>
                <a:spLocks/>
              </p:cNvSpPr>
              <p:nvPr/>
            </p:nvSpPr>
            <p:spPr bwMode="auto">
              <a:xfrm>
                <a:off x="5410203" y="3675756"/>
                <a:ext cx="307524" cy="648295"/>
              </a:xfrm>
              <a:custGeom>
                <a:avLst/>
                <a:gdLst>
                  <a:gd name="T0" fmla="*/ 108 w 111"/>
                  <a:gd name="T1" fmla="*/ 15 h 234"/>
                  <a:gd name="T2" fmla="*/ 69 w 111"/>
                  <a:gd name="T3" fmla="*/ 15 h 234"/>
                  <a:gd name="T4" fmla="*/ 17 w 111"/>
                  <a:gd name="T5" fmla="*/ 234 h 234"/>
                  <a:gd name="T6" fmla="*/ 0 w 111"/>
                  <a:gd name="T7" fmla="*/ 234 h 234"/>
                  <a:gd name="T8" fmla="*/ 52 w 111"/>
                  <a:gd name="T9" fmla="*/ 15 h 234"/>
                  <a:gd name="T10" fmla="*/ 13 w 111"/>
                  <a:gd name="T11" fmla="*/ 15 h 234"/>
                  <a:gd name="T12" fmla="*/ 17 w 111"/>
                  <a:gd name="T13" fmla="*/ 0 h 234"/>
                  <a:gd name="T14" fmla="*/ 111 w 111"/>
                  <a:gd name="T15" fmla="*/ 1 h 234"/>
                  <a:gd name="T16" fmla="*/ 108 w 111"/>
                  <a:gd name="T17" fmla="*/ 15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34">
                    <a:moveTo>
                      <a:pt x="108" y="15"/>
                    </a:moveTo>
                    <a:lnTo>
                      <a:pt x="69" y="15"/>
                    </a:lnTo>
                    <a:lnTo>
                      <a:pt x="17" y="234"/>
                    </a:lnTo>
                    <a:lnTo>
                      <a:pt x="0" y="234"/>
                    </a:lnTo>
                    <a:lnTo>
                      <a:pt x="52" y="15"/>
                    </a:lnTo>
                    <a:lnTo>
                      <a:pt x="13" y="15"/>
                    </a:lnTo>
                    <a:lnTo>
                      <a:pt x="17" y="0"/>
                    </a:lnTo>
                    <a:lnTo>
                      <a:pt x="111" y="1"/>
                    </a:lnTo>
                    <a:lnTo>
                      <a:pt x="108"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88">
                <a:extLst>
                  <a:ext uri="{FF2B5EF4-FFF2-40B4-BE49-F238E27FC236}">
                    <a16:creationId xmlns:a16="http://schemas.microsoft.com/office/drawing/2014/main" id="{9E38C50A-696E-4EF9-A0C7-B43D46BA78AE}"/>
                  </a:ext>
                </a:extLst>
              </p:cNvPr>
              <p:cNvSpPr>
                <a:spLocks noEditPoints="1"/>
              </p:cNvSpPr>
              <p:nvPr/>
            </p:nvSpPr>
            <p:spPr bwMode="auto">
              <a:xfrm>
                <a:off x="5626302" y="3675756"/>
                <a:ext cx="335229" cy="651066"/>
              </a:xfrm>
              <a:custGeom>
                <a:avLst/>
                <a:gdLst>
                  <a:gd name="T0" fmla="*/ 53 w 121"/>
                  <a:gd name="T1" fmla="*/ 148 h 235"/>
                  <a:gd name="T2" fmla="*/ 96 w 121"/>
                  <a:gd name="T3" fmla="*/ 148 h 235"/>
                  <a:gd name="T4" fmla="*/ 107 w 121"/>
                  <a:gd name="T5" fmla="*/ 19 h 235"/>
                  <a:gd name="T6" fmla="*/ 53 w 121"/>
                  <a:gd name="T7" fmla="*/ 148 h 235"/>
                  <a:gd name="T8" fmla="*/ 107 w 121"/>
                  <a:gd name="T9" fmla="*/ 235 h 235"/>
                  <a:gd name="T10" fmla="*/ 91 w 121"/>
                  <a:gd name="T11" fmla="*/ 235 h 235"/>
                  <a:gd name="T12" fmla="*/ 96 w 121"/>
                  <a:gd name="T13" fmla="*/ 164 h 235"/>
                  <a:gd name="T14" fmla="*/ 47 w 121"/>
                  <a:gd name="T15" fmla="*/ 163 h 235"/>
                  <a:gd name="T16" fmla="*/ 16 w 121"/>
                  <a:gd name="T17" fmla="*/ 235 h 235"/>
                  <a:gd name="T18" fmla="*/ 0 w 121"/>
                  <a:gd name="T19" fmla="*/ 235 h 235"/>
                  <a:gd name="T20" fmla="*/ 99 w 121"/>
                  <a:gd name="T21" fmla="*/ 0 h 235"/>
                  <a:gd name="T22" fmla="*/ 121 w 121"/>
                  <a:gd name="T23" fmla="*/ 0 h 235"/>
                  <a:gd name="T24" fmla="*/ 107 w 121"/>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235">
                    <a:moveTo>
                      <a:pt x="53" y="148"/>
                    </a:moveTo>
                    <a:lnTo>
                      <a:pt x="96" y="148"/>
                    </a:lnTo>
                    <a:lnTo>
                      <a:pt x="107" y="19"/>
                    </a:lnTo>
                    <a:lnTo>
                      <a:pt x="53" y="148"/>
                    </a:lnTo>
                    <a:close/>
                    <a:moveTo>
                      <a:pt x="107" y="235"/>
                    </a:moveTo>
                    <a:lnTo>
                      <a:pt x="91" y="235"/>
                    </a:lnTo>
                    <a:lnTo>
                      <a:pt x="96" y="164"/>
                    </a:lnTo>
                    <a:lnTo>
                      <a:pt x="47" y="163"/>
                    </a:lnTo>
                    <a:lnTo>
                      <a:pt x="16" y="235"/>
                    </a:lnTo>
                    <a:lnTo>
                      <a:pt x="0" y="235"/>
                    </a:lnTo>
                    <a:lnTo>
                      <a:pt x="99" y="0"/>
                    </a:lnTo>
                    <a:lnTo>
                      <a:pt x="121" y="0"/>
                    </a:lnTo>
                    <a:lnTo>
                      <a:pt x="107"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89">
                <a:extLst>
                  <a:ext uri="{FF2B5EF4-FFF2-40B4-BE49-F238E27FC236}">
                    <a16:creationId xmlns:a16="http://schemas.microsoft.com/office/drawing/2014/main" id="{276747B6-0C3A-4A19-AA98-70491DCAD337}"/>
                  </a:ext>
                </a:extLst>
              </p:cNvPr>
              <p:cNvSpPr>
                <a:spLocks/>
              </p:cNvSpPr>
              <p:nvPr/>
            </p:nvSpPr>
            <p:spPr bwMode="auto">
              <a:xfrm>
                <a:off x="6066811" y="3684067"/>
                <a:ext cx="196704" cy="642754"/>
              </a:xfrm>
              <a:custGeom>
                <a:avLst/>
                <a:gdLst>
                  <a:gd name="T0" fmla="*/ 16 w 71"/>
                  <a:gd name="T1" fmla="*/ 232 h 232"/>
                  <a:gd name="T2" fmla="*/ 0 w 71"/>
                  <a:gd name="T3" fmla="*/ 232 h 232"/>
                  <a:gd name="T4" fmla="*/ 56 w 71"/>
                  <a:gd name="T5" fmla="*/ 0 h 232"/>
                  <a:gd name="T6" fmla="*/ 71 w 71"/>
                  <a:gd name="T7" fmla="*/ 0 h 232"/>
                  <a:gd name="T8" fmla="*/ 16 w 71"/>
                  <a:gd name="T9" fmla="*/ 232 h 232"/>
                </a:gdLst>
                <a:ahLst/>
                <a:cxnLst>
                  <a:cxn ang="0">
                    <a:pos x="T0" y="T1"/>
                  </a:cxn>
                  <a:cxn ang="0">
                    <a:pos x="T2" y="T3"/>
                  </a:cxn>
                  <a:cxn ang="0">
                    <a:pos x="T4" y="T5"/>
                  </a:cxn>
                  <a:cxn ang="0">
                    <a:pos x="T6" y="T7"/>
                  </a:cxn>
                  <a:cxn ang="0">
                    <a:pos x="T8" y="T9"/>
                  </a:cxn>
                </a:cxnLst>
                <a:rect l="0" t="0" r="r" b="b"/>
                <a:pathLst>
                  <a:path w="71" h="232">
                    <a:moveTo>
                      <a:pt x="16" y="232"/>
                    </a:moveTo>
                    <a:lnTo>
                      <a:pt x="0" y="232"/>
                    </a:lnTo>
                    <a:lnTo>
                      <a:pt x="56" y="0"/>
                    </a:lnTo>
                    <a:lnTo>
                      <a:pt x="71" y="0"/>
                    </a:lnTo>
                    <a:lnTo>
                      <a:pt x="16" y="2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Freeform 90">
                <a:extLst>
                  <a:ext uri="{FF2B5EF4-FFF2-40B4-BE49-F238E27FC236}">
                    <a16:creationId xmlns:a16="http://schemas.microsoft.com/office/drawing/2014/main" id="{D3D0C595-83D0-4598-A4DA-CB3B3C2753F4}"/>
                  </a:ext>
                </a:extLst>
              </p:cNvPr>
              <p:cNvSpPr>
                <a:spLocks/>
              </p:cNvSpPr>
              <p:nvPr/>
            </p:nvSpPr>
            <p:spPr bwMode="auto">
              <a:xfrm>
                <a:off x="6282909" y="3684067"/>
                <a:ext cx="412802" cy="648295"/>
              </a:xfrm>
              <a:custGeom>
                <a:avLst/>
                <a:gdLst>
                  <a:gd name="T0" fmla="*/ 93 w 149"/>
                  <a:gd name="T1" fmla="*/ 234 h 234"/>
                  <a:gd name="T2" fmla="*/ 68 w 149"/>
                  <a:gd name="T3" fmla="*/ 234 h 234"/>
                  <a:gd name="T4" fmla="*/ 66 w 149"/>
                  <a:gd name="T5" fmla="*/ 17 h 234"/>
                  <a:gd name="T6" fmla="*/ 16 w 149"/>
                  <a:gd name="T7" fmla="*/ 233 h 234"/>
                  <a:gd name="T8" fmla="*/ 0 w 149"/>
                  <a:gd name="T9" fmla="*/ 233 h 234"/>
                  <a:gd name="T10" fmla="*/ 56 w 149"/>
                  <a:gd name="T11" fmla="*/ 0 h 234"/>
                  <a:gd name="T12" fmla="*/ 80 w 149"/>
                  <a:gd name="T13" fmla="*/ 1 h 234"/>
                  <a:gd name="T14" fmla="*/ 83 w 149"/>
                  <a:gd name="T15" fmla="*/ 224 h 234"/>
                  <a:gd name="T16" fmla="*/ 134 w 149"/>
                  <a:gd name="T17" fmla="*/ 1 h 234"/>
                  <a:gd name="T18" fmla="*/ 149 w 149"/>
                  <a:gd name="T19" fmla="*/ 1 h 234"/>
                  <a:gd name="T20" fmla="*/ 93 w 149"/>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234">
                    <a:moveTo>
                      <a:pt x="93" y="234"/>
                    </a:moveTo>
                    <a:lnTo>
                      <a:pt x="68" y="234"/>
                    </a:lnTo>
                    <a:lnTo>
                      <a:pt x="66" y="17"/>
                    </a:lnTo>
                    <a:lnTo>
                      <a:pt x="16" y="233"/>
                    </a:lnTo>
                    <a:lnTo>
                      <a:pt x="0" y="233"/>
                    </a:lnTo>
                    <a:lnTo>
                      <a:pt x="56" y="0"/>
                    </a:lnTo>
                    <a:lnTo>
                      <a:pt x="80" y="1"/>
                    </a:lnTo>
                    <a:lnTo>
                      <a:pt x="83" y="224"/>
                    </a:lnTo>
                    <a:lnTo>
                      <a:pt x="134" y="1"/>
                    </a:lnTo>
                    <a:lnTo>
                      <a:pt x="149" y="1"/>
                    </a:lnTo>
                    <a:lnTo>
                      <a:pt x="93"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91">
                <a:extLst>
                  <a:ext uri="{FF2B5EF4-FFF2-40B4-BE49-F238E27FC236}">
                    <a16:creationId xmlns:a16="http://schemas.microsoft.com/office/drawing/2014/main" id="{35D695EB-245F-4801-95F7-12C20203F5C8}"/>
                  </a:ext>
                </a:extLst>
              </p:cNvPr>
              <p:cNvSpPr>
                <a:spLocks noEditPoints="1"/>
              </p:cNvSpPr>
              <p:nvPr/>
            </p:nvSpPr>
            <p:spPr bwMode="auto">
              <a:xfrm>
                <a:off x="6681860" y="3686838"/>
                <a:ext cx="340770" cy="651066"/>
              </a:xfrm>
              <a:custGeom>
                <a:avLst/>
                <a:gdLst>
                  <a:gd name="T0" fmla="*/ 53 w 123"/>
                  <a:gd name="T1" fmla="*/ 148 h 235"/>
                  <a:gd name="T2" fmla="*/ 98 w 123"/>
                  <a:gd name="T3" fmla="*/ 148 h 235"/>
                  <a:gd name="T4" fmla="*/ 108 w 123"/>
                  <a:gd name="T5" fmla="*/ 17 h 235"/>
                  <a:gd name="T6" fmla="*/ 53 w 123"/>
                  <a:gd name="T7" fmla="*/ 148 h 235"/>
                  <a:gd name="T8" fmla="*/ 108 w 123"/>
                  <a:gd name="T9" fmla="*/ 235 h 235"/>
                  <a:gd name="T10" fmla="*/ 91 w 123"/>
                  <a:gd name="T11" fmla="*/ 234 h 235"/>
                  <a:gd name="T12" fmla="*/ 97 w 123"/>
                  <a:gd name="T13" fmla="*/ 164 h 235"/>
                  <a:gd name="T14" fmla="*/ 47 w 123"/>
                  <a:gd name="T15" fmla="*/ 163 h 235"/>
                  <a:gd name="T16" fmla="*/ 17 w 123"/>
                  <a:gd name="T17" fmla="*/ 234 h 235"/>
                  <a:gd name="T18" fmla="*/ 0 w 123"/>
                  <a:gd name="T19" fmla="*/ 234 h 235"/>
                  <a:gd name="T20" fmla="*/ 100 w 123"/>
                  <a:gd name="T21" fmla="*/ 0 h 235"/>
                  <a:gd name="T22" fmla="*/ 123 w 123"/>
                  <a:gd name="T23" fmla="*/ 0 h 235"/>
                  <a:gd name="T24" fmla="*/ 108 w 123"/>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235">
                    <a:moveTo>
                      <a:pt x="53" y="148"/>
                    </a:moveTo>
                    <a:lnTo>
                      <a:pt x="98" y="148"/>
                    </a:lnTo>
                    <a:lnTo>
                      <a:pt x="108" y="17"/>
                    </a:lnTo>
                    <a:lnTo>
                      <a:pt x="53" y="148"/>
                    </a:lnTo>
                    <a:close/>
                    <a:moveTo>
                      <a:pt x="108" y="235"/>
                    </a:moveTo>
                    <a:lnTo>
                      <a:pt x="91" y="234"/>
                    </a:lnTo>
                    <a:lnTo>
                      <a:pt x="97" y="164"/>
                    </a:lnTo>
                    <a:lnTo>
                      <a:pt x="47" y="163"/>
                    </a:lnTo>
                    <a:lnTo>
                      <a:pt x="17" y="234"/>
                    </a:lnTo>
                    <a:lnTo>
                      <a:pt x="0" y="234"/>
                    </a:lnTo>
                    <a:lnTo>
                      <a:pt x="100" y="0"/>
                    </a:lnTo>
                    <a:lnTo>
                      <a:pt x="123" y="0"/>
                    </a:lnTo>
                    <a:lnTo>
                      <a:pt x="108"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92">
                <a:extLst>
                  <a:ext uri="{FF2B5EF4-FFF2-40B4-BE49-F238E27FC236}">
                    <a16:creationId xmlns:a16="http://schemas.microsoft.com/office/drawing/2014/main" id="{DD788364-2338-42BF-BC36-B1CFC8911136}"/>
                  </a:ext>
                </a:extLst>
              </p:cNvPr>
              <p:cNvSpPr>
                <a:spLocks noEditPoints="1"/>
              </p:cNvSpPr>
              <p:nvPr/>
            </p:nvSpPr>
            <p:spPr bwMode="auto">
              <a:xfrm>
                <a:off x="7125138" y="3692379"/>
                <a:ext cx="351852" cy="648295"/>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93">
                <a:extLst>
                  <a:ext uri="{FF2B5EF4-FFF2-40B4-BE49-F238E27FC236}">
                    <a16:creationId xmlns:a16="http://schemas.microsoft.com/office/drawing/2014/main" id="{3A8E09B0-33E0-420E-BC56-357A8A56C69C}"/>
                  </a:ext>
                </a:extLst>
              </p:cNvPr>
              <p:cNvSpPr>
                <a:spLocks/>
              </p:cNvSpPr>
              <p:nvPr/>
            </p:nvSpPr>
            <p:spPr bwMode="auto">
              <a:xfrm>
                <a:off x="7532400" y="3695149"/>
                <a:ext cx="224409" cy="648295"/>
              </a:xfrm>
              <a:custGeom>
                <a:avLst/>
                <a:gdLst>
                  <a:gd name="T0" fmla="*/ 77 w 81"/>
                  <a:gd name="T1" fmla="*/ 234 h 234"/>
                  <a:gd name="T2" fmla="*/ 0 w 81"/>
                  <a:gd name="T3" fmla="*/ 234 h 234"/>
                  <a:gd name="T4" fmla="*/ 56 w 81"/>
                  <a:gd name="T5" fmla="*/ 0 h 234"/>
                  <a:gd name="T6" fmla="*/ 72 w 81"/>
                  <a:gd name="T7" fmla="*/ 0 h 234"/>
                  <a:gd name="T8" fmla="*/ 20 w 81"/>
                  <a:gd name="T9" fmla="*/ 219 h 234"/>
                  <a:gd name="T10" fmla="*/ 81 w 81"/>
                  <a:gd name="T11" fmla="*/ 220 h 234"/>
                  <a:gd name="T12" fmla="*/ 77 w 81"/>
                  <a:gd name="T13" fmla="*/ 234 h 234"/>
                </a:gdLst>
                <a:ahLst/>
                <a:cxnLst>
                  <a:cxn ang="0">
                    <a:pos x="T0" y="T1"/>
                  </a:cxn>
                  <a:cxn ang="0">
                    <a:pos x="T2" y="T3"/>
                  </a:cxn>
                  <a:cxn ang="0">
                    <a:pos x="T4" y="T5"/>
                  </a:cxn>
                  <a:cxn ang="0">
                    <a:pos x="T6" y="T7"/>
                  </a:cxn>
                  <a:cxn ang="0">
                    <a:pos x="T8" y="T9"/>
                  </a:cxn>
                  <a:cxn ang="0">
                    <a:pos x="T10" y="T11"/>
                  </a:cxn>
                  <a:cxn ang="0">
                    <a:pos x="T12" y="T13"/>
                  </a:cxn>
                </a:cxnLst>
                <a:rect l="0" t="0" r="r" b="b"/>
                <a:pathLst>
                  <a:path w="81" h="234">
                    <a:moveTo>
                      <a:pt x="77" y="234"/>
                    </a:moveTo>
                    <a:lnTo>
                      <a:pt x="0" y="234"/>
                    </a:lnTo>
                    <a:lnTo>
                      <a:pt x="56" y="0"/>
                    </a:lnTo>
                    <a:lnTo>
                      <a:pt x="72" y="0"/>
                    </a:lnTo>
                    <a:lnTo>
                      <a:pt x="20" y="219"/>
                    </a:lnTo>
                    <a:lnTo>
                      <a:pt x="81" y="220"/>
                    </a:lnTo>
                    <a:lnTo>
                      <a:pt x="77"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94">
                <a:extLst>
                  <a:ext uri="{FF2B5EF4-FFF2-40B4-BE49-F238E27FC236}">
                    <a16:creationId xmlns:a16="http://schemas.microsoft.com/office/drawing/2014/main" id="{EAF3F43D-0984-41AC-A597-6F2E47CDB81A}"/>
                  </a:ext>
                </a:extLst>
              </p:cNvPr>
              <p:cNvSpPr>
                <a:spLocks/>
              </p:cNvSpPr>
              <p:nvPr/>
            </p:nvSpPr>
            <p:spPr bwMode="auto">
              <a:xfrm>
                <a:off x="7884253" y="3697920"/>
                <a:ext cx="376787" cy="648295"/>
              </a:xfrm>
              <a:custGeom>
                <a:avLst/>
                <a:gdLst>
                  <a:gd name="T0" fmla="*/ 0 w 136"/>
                  <a:gd name="T1" fmla="*/ 234 h 234"/>
                  <a:gd name="T2" fmla="*/ 82 w 136"/>
                  <a:gd name="T3" fmla="*/ 234 h 234"/>
                  <a:gd name="T4" fmla="*/ 86 w 136"/>
                  <a:gd name="T5" fmla="*/ 220 h 234"/>
                  <a:gd name="T6" fmla="*/ 19 w 136"/>
                  <a:gd name="T7" fmla="*/ 219 h 234"/>
                  <a:gd name="T8" fmla="*/ 43 w 136"/>
                  <a:gd name="T9" fmla="*/ 119 h 234"/>
                  <a:gd name="T10" fmla="*/ 97 w 136"/>
                  <a:gd name="T11" fmla="*/ 120 h 234"/>
                  <a:gd name="T12" fmla="*/ 101 w 136"/>
                  <a:gd name="T13" fmla="*/ 106 h 234"/>
                  <a:gd name="T14" fmla="*/ 47 w 136"/>
                  <a:gd name="T15" fmla="*/ 105 h 234"/>
                  <a:gd name="T16" fmla="*/ 68 w 136"/>
                  <a:gd name="T17" fmla="*/ 15 h 234"/>
                  <a:gd name="T18" fmla="*/ 133 w 136"/>
                  <a:gd name="T19" fmla="*/ 16 h 234"/>
                  <a:gd name="T20" fmla="*/ 136 w 136"/>
                  <a:gd name="T21" fmla="*/ 1 h 234"/>
                  <a:gd name="T22" fmla="*/ 55 w 136"/>
                  <a:gd name="T23" fmla="*/ 0 h 234"/>
                  <a:gd name="T24" fmla="*/ 0 w 136"/>
                  <a:gd name="T25"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 h="234">
                    <a:moveTo>
                      <a:pt x="0" y="234"/>
                    </a:moveTo>
                    <a:lnTo>
                      <a:pt x="82" y="234"/>
                    </a:lnTo>
                    <a:lnTo>
                      <a:pt x="86" y="220"/>
                    </a:lnTo>
                    <a:lnTo>
                      <a:pt x="19" y="219"/>
                    </a:lnTo>
                    <a:lnTo>
                      <a:pt x="43" y="119"/>
                    </a:lnTo>
                    <a:lnTo>
                      <a:pt x="97" y="120"/>
                    </a:lnTo>
                    <a:lnTo>
                      <a:pt x="101" y="106"/>
                    </a:lnTo>
                    <a:lnTo>
                      <a:pt x="47" y="105"/>
                    </a:lnTo>
                    <a:lnTo>
                      <a:pt x="68" y="15"/>
                    </a:lnTo>
                    <a:lnTo>
                      <a:pt x="133" y="16"/>
                    </a:lnTo>
                    <a:lnTo>
                      <a:pt x="136" y="1"/>
                    </a:lnTo>
                    <a:lnTo>
                      <a:pt x="55" y="0"/>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8" name="Freeform 95">
              <a:extLst>
                <a:ext uri="{FF2B5EF4-FFF2-40B4-BE49-F238E27FC236}">
                  <a16:creationId xmlns:a16="http://schemas.microsoft.com/office/drawing/2014/main" id="{D214E3C8-57A4-4D3B-93C0-CD8ED17B17A9}"/>
                </a:ext>
              </a:extLst>
            </p:cNvPr>
            <p:cNvSpPr>
              <a:spLocks/>
            </p:cNvSpPr>
            <p:nvPr/>
          </p:nvSpPr>
          <p:spPr bwMode="auto">
            <a:xfrm>
              <a:off x="6337710" y="1844774"/>
              <a:ext cx="322157" cy="329978"/>
            </a:xfrm>
            <a:custGeom>
              <a:avLst/>
              <a:gdLst>
                <a:gd name="T0" fmla="*/ 124 w 206"/>
                <a:gd name="T1" fmla="*/ 84 h 211"/>
                <a:gd name="T2" fmla="*/ 124 w 206"/>
                <a:gd name="T3" fmla="*/ 0 h 211"/>
                <a:gd name="T4" fmla="*/ 81 w 206"/>
                <a:gd name="T5" fmla="*/ 0 h 211"/>
                <a:gd name="T6" fmla="*/ 81 w 206"/>
                <a:gd name="T7" fmla="*/ 84 h 211"/>
                <a:gd name="T8" fmla="*/ 0 w 206"/>
                <a:gd name="T9" fmla="*/ 84 h 211"/>
                <a:gd name="T10" fmla="*/ 0 w 206"/>
                <a:gd name="T11" fmla="*/ 127 h 211"/>
                <a:gd name="T12" fmla="*/ 81 w 206"/>
                <a:gd name="T13" fmla="*/ 127 h 211"/>
                <a:gd name="T14" fmla="*/ 81 w 206"/>
                <a:gd name="T15" fmla="*/ 211 h 211"/>
                <a:gd name="T16" fmla="*/ 124 w 206"/>
                <a:gd name="T17" fmla="*/ 211 h 211"/>
                <a:gd name="T18" fmla="*/ 124 w 206"/>
                <a:gd name="T19" fmla="*/ 127 h 211"/>
                <a:gd name="T20" fmla="*/ 206 w 206"/>
                <a:gd name="T21" fmla="*/ 127 h 211"/>
                <a:gd name="T22" fmla="*/ 206 w 206"/>
                <a:gd name="T23" fmla="*/ 84 h 211"/>
                <a:gd name="T24" fmla="*/ 124 w 206"/>
                <a:gd name="T25" fmla="*/ 8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6" h="211">
                  <a:moveTo>
                    <a:pt x="124" y="84"/>
                  </a:moveTo>
                  <a:lnTo>
                    <a:pt x="124" y="0"/>
                  </a:lnTo>
                  <a:lnTo>
                    <a:pt x="81" y="0"/>
                  </a:lnTo>
                  <a:lnTo>
                    <a:pt x="81" y="84"/>
                  </a:lnTo>
                  <a:lnTo>
                    <a:pt x="0" y="84"/>
                  </a:lnTo>
                  <a:lnTo>
                    <a:pt x="0" y="127"/>
                  </a:lnTo>
                  <a:lnTo>
                    <a:pt x="81" y="127"/>
                  </a:lnTo>
                  <a:lnTo>
                    <a:pt x="81" y="211"/>
                  </a:lnTo>
                  <a:lnTo>
                    <a:pt x="124" y="211"/>
                  </a:lnTo>
                  <a:lnTo>
                    <a:pt x="124" y="127"/>
                  </a:lnTo>
                  <a:lnTo>
                    <a:pt x="206" y="127"/>
                  </a:lnTo>
                  <a:lnTo>
                    <a:pt x="206" y="84"/>
                  </a:lnTo>
                  <a:lnTo>
                    <a:pt x="124" y="84"/>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29" name="Grupo 28">
              <a:extLst>
                <a:ext uri="{FF2B5EF4-FFF2-40B4-BE49-F238E27FC236}">
                  <a16:creationId xmlns:a16="http://schemas.microsoft.com/office/drawing/2014/main" id="{8DC28DCC-842C-4EED-9DAD-722C5B434320}"/>
                </a:ext>
              </a:extLst>
            </p:cNvPr>
            <p:cNvGrpSpPr/>
            <p:nvPr/>
          </p:nvGrpSpPr>
          <p:grpSpPr>
            <a:xfrm>
              <a:off x="4969325" y="1830700"/>
              <a:ext cx="1235457" cy="361255"/>
              <a:chOff x="4254909" y="2850150"/>
              <a:chExt cx="2188688" cy="639984"/>
            </a:xfrm>
          </p:grpSpPr>
          <p:sp>
            <p:nvSpPr>
              <p:cNvPr id="30" name="Freeform 79">
                <a:extLst>
                  <a:ext uri="{FF2B5EF4-FFF2-40B4-BE49-F238E27FC236}">
                    <a16:creationId xmlns:a16="http://schemas.microsoft.com/office/drawing/2014/main" id="{921DDF31-EE14-4503-AC78-A6F01892AE73}"/>
                  </a:ext>
                </a:extLst>
              </p:cNvPr>
              <p:cNvSpPr>
                <a:spLocks/>
              </p:cNvSpPr>
              <p:nvPr/>
            </p:nvSpPr>
            <p:spPr bwMode="auto">
              <a:xfrm>
                <a:off x="4254909" y="2850150"/>
                <a:ext cx="293672" cy="63998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80">
                <a:extLst>
                  <a:ext uri="{FF2B5EF4-FFF2-40B4-BE49-F238E27FC236}">
                    <a16:creationId xmlns:a16="http://schemas.microsoft.com/office/drawing/2014/main" id="{BC3EC658-9A6D-49BA-A9D1-08DA419F6EF3}"/>
                  </a:ext>
                </a:extLst>
              </p:cNvPr>
              <p:cNvSpPr>
                <a:spLocks/>
              </p:cNvSpPr>
              <p:nvPr/>
            </p:nvSpPr>
            <p:spPr bwMode="auto">
              <a:xfrm>
                <a:off x="4689875" y="2855691"/>
                <a:ext cx="412802" cy="628902"/>
              </a:xfrm>
              <a:custGeom>
                <a:avLst/>
                <a:gdLst>
                  <a:gd name="T0" fmla="*/ 76 w 149"/>
                  <a:gd name="T1" fmla="*/ 160 h 227"/>
                  <a:gd name="T2" fmla="*/ 101 w 149"/>
                  <a:gd name="T3" fmla="*/ 0 h 227"/>
                  <a:gd name="T4" fmla="*/ 149 w 149"/>
                  <a:gd name="T5" fmla="*/ 0 h 227"/>
                  <a:gd name="T6" fmla="*/ 149 w 149"/>
                  <a:gd name="T7" fmla="*/ 227 h 227"/>
                  <a:gd name="T8" fmla="*/ 116 w 149"/>
                  <a:gd name="T9" fmla="*/ 227 h 227"/>
                  <a:gd name="T10" fmla="*/ 116 w 149"/>
                  <a:gd name="T11" fmla="*/ 65 h 227"/>
                  <a:gd name="T12" fmla="*/ 92 w 149"/>
                  <a:gd name="T13" fmla="*/ 227 h 227"/>
                  <a:gd name="T14" fmla="*/ 58 w 149"/>
                  <a:gd name="T15" fmla="*/ 227 h 227"/>
                  <a:gd name="T16" fmla="*/ 32 w 149"/>
                  <a:gd name="T17" fmla="*/ 66 h 227"/>
                  <a:gd name="T18" fmla="*/ 32 w 149"/>
                  <a:gd name="T19" fmla="*/ 227 h 227"/>
                  <a:gd name="T20" fmla="*/ 0 w 149"/>
                  <a:gd name="T21" fmla="*/ 227 h 227"/>
                  <a:gd name="T22" fmla="*/ 0 w 149"/>
                  <a:gd name="T23" fmla="*/ 0 h 227"/>
                  <a:gd name="T24" fmla="*/ 50 w 149"/>
                  <a:gd name="T25" fmla="*/ 0 h 227"/>
                  <a:gd name="T26" fmla="*/ 76 w 149"/>
                  <a:gd name="T27" fmla="*/ 16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227">
                    <a:moveTo>
                      <a:pt x="76" y="160"/>
                    </a:moveTo>
                    <a:lnTo>
                      <a:pt x="101" y="0"/>
                    </a:lnTo>
                    <a:lnTo>
                      <a:pt x="149" y="0"/>
                    </a:lnTo>
                    <a:lnTo>
                      <a:pt x="149" y="227"/>
                    </a:lnTo>
                    <a:lnTo>
                      <a:pt x="116" y="227"/>
                    </a:lnTo>
                    <a:lnTo>
                      <a:pt x="116" y="65"/>
                    </a:lnTo>
                    <a:lnTo>
                      <a:pt x="92" y="227"/>
                    </a:lnTo>
                    <a:lnTo>
                      <a:pt x="58" y="227"/>
                    </a:lnTo>
                    <a:lnTo>
                      <a:pt x="32" y="66"/>
                    </a:lnTo>
                    <a:lnTo>
                      <a:pt x="32" y="227"/>
                    </a:lnTo>
                    <a:lnTo>
                      <a:pt x="0" y="227"/>
                    </a:lnTo>
                    <a:lnTo>
                      <a:pt x="0" y="0"/>
                    </a:lnTo>
                    <a:lnTo>
                      <a:pt x="50" y="0"/>
                    </a:lnTo>
                    <a:lnTo>
                      <a:pt x="76"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81">
                <a:extLst>
                  <a:ext uri="{FF2B5EF4-FFF2-40B4-BE49-F238E27FC236}">
                    <a16:creationId xmlns:a16="http://schemas.microsoft.com/office/drawing/2014/main" id="{78F77729-ADC0-4F53-9329-AA9ADACEABED}"/>
                  </a:ext>
                </a:extLst>
              </p:cNvPr>
              <p:cNvSpPr>
                <a:spLocks noEditPoints="1"/>
              </p:cNvSpPr>
              <p:nvPr/>
            </p:nvSpPr>
            <p:spPr bwMode="auto">
              <a:xfrm>
                <a:off x="5238433" y="2855691"/>
                <a:ext cx="346311" cy="628902"/>
              </a:xfrm>
              <a:custGeom>
                <a:avLst/>
                <a:gdLst>
                  <a:gd name="T0" fmla="*/ 44 w 125"/>
                  <a:gd name="T1" fmla="*/ 154 h 227"/>
                  <a:gd name="T2" fmla="*/ 78 w 125"/>
                  <a:gd name="T3" fmla="*/ 154 h 227"/>
                  <a:gd name="T4" fmla="*/ 61 w 125"/>
                  <a:gd name="T5" fmla="*/ 40 h 227"/>
                  <a:gd name="T6" fmla="*/ 44 w 125"/>
                  <a:gd name="T7" fmla="*/ 154 h 227"/>
                  <a:gd name="T8" fmla="*/ 125 w 125"/>
                  <a:gd name="T9" fmla="*/ 227 h 227"/>
                  <a:gd name="T10" fmla="*/ 89 w 125"/>
                  <a:gd name="T11" fmla="*/ 227 h 227"/>
                  <a:gd name="T12" fmla="*/ 83 w 125"/>
                  <a:gd name="T13" fmla="*/ 186 h 227"/>
                  <a:gd name="T14" fmla="*/ 39 w 125"/>
                  <a:gd name="T15" fmla="*/ 186 h 227"/>
                  <a:gd name="T16" fmla="*/ 33 w 125"/>
                  <a:gd name="T17" fmla="*/ 227 h 227"/>
                  <a:gd name="T18" fmla="*/ 0 w 125"/>
                  <a:gd name="T19" fmla="*/ 227 h 227"/>
                  <a:gd name="T20" fmla="*/ 37 w 125"/>
                  <a:gd name="T21" fmla="*/ 0 h 227"/>
                  <a:gd name="T22" fmla="*/ 88 w 125"/>
                  <a:gd name="T23" fmla="*/ 0 h 227"/>
                  <a:gd name="T24" fmla="*/ 125 w 125"/>
                  <a:gd name="T25"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7">
                    <a:moveTo>
                      <a:pt x="44" y="154"/>
                    </a:moveTo>
                    <a:lnTo>
                      <a:pt x="78" y="154"/>
                    </a:lnTo>
                    <a:lnTo>
                      <a:pt x="61" y="40"/>
                    </a:lnTo>
                    <a:lnTo>
                      <a:pt x="44" y="154"/>
                    </a:lnTo>
                    <a:close/>
                    <a:moveTo>
                      <a:pt x="125" y="227"/>
                    </a:moveTo>
                    <a:lnTo>
                      <a:pt x="89" y="227"/>
                    </a:lnTo>
                    <a:lnTo>
                      <a:pt x="83" y="186"/>
                    </a:lnTo>
                    <a:lnTo>
                      <a:pt x="39" y="186"/>
                    </a:lnTo>
                    <a:lnTo>
                      <a:pt x="33" y="227"/>
                    </a:lnTo>
                    <a:lnTo>
                      <a:pt x="0" y="227"/>
                    </a:lnTo>
                    <a:lnTo>
                      <a:pt x="37" y="0"/>
                    </a:lnTo>
                    <a:lnTo>
                      <a:pt x="88" y="0"/>
                    </a:lnTo>
                    <a:lnTo>
                      <a:pt x="125" y="2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82">
                <a:extLst>
                  <a:ext uri="{FF2B5EF4-FFF2-40B4-BE49-F238E27FC236}">
                    <a16:creationId xmlns:a16="http://schemas.microsoft.com/office/drawing/2014/main" id="{B9F63CEA-6F0F-4583-9979-F57540BA79FD}"/>
                  </a:ext>
                </a:extLst>
              </p:cNvPr>
              <p:cNvSpPr>
                <a:spLocks noEditPoints="1"/>
              </p:cNvSpPr>
              <p:nvPr/>
            </p:nvSpPr>
            <p:spPr bwMode="auto">
              <a:xfrm>
                <a:off x="5717729" y="2855691"/>
                <a:ext cx="307524" cy="628902"/>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83">
                <a:extLst>
                  <a:ext uri="{FF2B5EF4-FFF2-40B4-BE49-F238E27FC236}">
                    <a16:creationId xmlns:a16="http://schemas.microsoft.com/office/drawing/2014/main" id="{93258266-4F2E-4D42-84C6-43908DDA4868}"/>
                  </a:ext>
                </a:extLst>
              </p:cNvPr>
              <p:cNvSpPr>
                <a:spLocks/>
              </p:cNvSpPr>
              <p:nvPr/>
            </p:nvSpPr>
            <p:spPr bwMode="auto">
              <a:xfrm>
                <a:off x="6138843" y="2855691"/>
                <a:ext cx="304754" cy="628902"/>
              </a:xfrm>
              <a:custGeom>
                <a:avLst/>
                <a:gdLst>
                  <a:gd name="T0" fmla="*/ 0 w 110"/>
                  <a:gd name="T1" fmla="*/ 0 h 227"/>
                  <a:gd name="T2" fmla="*/ 110 w 110"/>
                  <a:gd name="T3" fmla="*/ 0 h 227"/>
                  <a:gd name="T4" fmla="*/ 110 w 110"/>
                  <a:gd name="T5" fmla="*/ 32 h 227"/>
                  <a:gd name="T6" fmla="*/ 72 w 110"/>
                  <a:gd name="T7" fmla="*/ 32 h 227"/>
                  <a:gd name="T8" fmla="*/ 72 w 110"/>
                  <a:gd name="T9" fmla="*/ 227 h 227"/>
                  <a:gd name="T10" fmla="*/ 37 w 110"/>
                  <a:gd name="T11" fmla="*/ 227 h 227"/>
                  <a:gd name="T12" fmla="*/ 37 w 110"/>
                  <a:gd name="T13" fmla="*/ 32 h 227"/>
                  <a:gd name="T14" fmla="*/ 0 w 110"/>
                  <a:gd name="T15" fmla="*/ 32 h 227"/>
                  <a:gd name="T16" fmla="*/ 0 w 110"/>
                  <a:gd name="T17"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227">
                    <a:moveTo>
                      <a:pt x="0" y="0"/>
                    </a:moveTo>
                    <a:lnTo>
                      <a:pt x="110" y="0"/>
                    </a:lnTo>
                    <a:lnTo>
                      <a:pt x="110" y="32"/>
                    </a:lnTo>
                    <a:lnTo>
                      <a:pt x="72" y="32"/>
                    </a:lnTo>
                    <a:lnTo>
                      <a:pt x="72" y="227"/>
                    </a:lnTo>
                    <a:lnTo>
                      <a:pt x="37" y="227"/>
                    </a:lnTo>
                    <a:lnTo>
                      <a:pt x="37" y="32"/>
                    </a:lnTo>
                    <a:lnTo>
                      <a:pt x="0" y="3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1C8B62A2-FBA9-48FF-A71E-8BADE05ED652}"/>
                </a:ext>
              </a:extLst>
            </p:cNvPr>
            <p:cNvGrpSpPr/>
            <p:nvPr/>
          </p:nvGrpSpPr>
          <p:grpSpPr>
            <a:xfrm>
              <a:off x="5308684" y="2762767"/>
              <a:ext cx="1565434" cy="408170"/>
              <a:chOff x="4856105" y="4501363"/>
              <a:chExt cx="2773261" cy="723099"/>
            </a:xfrm>
          </p:grpSpPr>
          <p:sp>
            <p:nvSpPr>
              <p:cNvPr id="36" name="Freeform 77">
                <a:extLst>
                  <a:ext uri="{FF2B5EF4-FFF2-40B4-BE49-F238E27FC236}">
                    <a16:creationId xmlns:a16="http://schemas.microsoft.com/office/drawing/2014/main" id="{57B55019-CCE7-4B58-BA32-C3B09EA5AD41}"/>
                  </a:ext>
                </a:extLst>
              </p:cNvPr>
              <p:cNvSpPr>
                <a:spLocks/>
              </p:cNvSpPr>
              <p:nvPr/>
            </p:nvSpPr>
            <p:spPr bwMode="auto">
              <a:xfrm>
                <a:off x="7438203" y="4501363"/>
                <a:ext cx="191163" cy="182852"/>
              </a:xfrm>
              <a:custGeom>
                <a:avLst/>
                <a:gdLst>
                  <a:gd name="T0" fmla="*/ 69 w 69"/>
                  <a:gd name="T1" fmla="*/ 65 h 66"/>
                  <a:gd name="T2" fmla="*/ 59 w 69"/>
                  <a:gd name="T3" fmla="*/ 66 h 66"/>
                  <a:gd name="T4" fmla="*/ 54 w 69"/>
                  <a:gd name="T5" fmla="*/ 12 h 66"/>
                  <a:gd name="T6" fmla="*/ 2 w 69"/>
                  <a:gd name="T7" fmla="*/ 20 h 66"/>
                  <a:gd name="T8" fmla="*/ 0 w 69"/>
                  <a:gd name="T9" fmla="*/ 10 h 66"/>
                  <a:gd name="T10" fmla="*/ 64 w 69"/>
                  <a:gd name="T11" fmla="*/ 0 h 66"/>
                  <a:gd name="T12" fmla="*/ 69 w 69"/>
                  <a:gd name="T13" fmla="*/ 65 h 66"/>
                </a:gdLst>
                <a:ahLst/>
                <a:cxnLst>
                  <a:cxn ang="0">
                    <a:pos x="T0" y="T1"/>
                  </a:cxn>
                  <a:cxn ang="0">
                    <a:pos x="T2" y="T3"/>
                  </a:cxn>
                  <a:cxn ang="0">
                    <a:pos x="T4" y="T5"/>
                  </a:cxn>
                  <a:cxn ang="0">
                    <a:pos x="T6" y="T7"/>
                  </a:cxn>
                  <a:cxn ang="0">
                    <a:pos x="T8" y="T9"/>
                  </a:cxn>
                  <a:cxn ang="0">
                    <a:pos x="T10" y="T11"/>
                  </a:cxn>
                  <a:cxn ang="0">
                    <a:pos x="T12" y="T13"/>
                  </a:cxn>
                </a:cxnLst>
                <a:rect l="0" t="0" r="r" b="b"/>
                <a:pathLst>
                  <a:path w="69" h="66">
                    <a:moveTo>
                      <a:pt x="69" y="65"/>
                    </a:moveTo>
                    <a:lnTo>
                      <a:pt x="59" y="66"/>
                    </a:lnTo>
                    <a:lnTo>
                      <a:pt x="54" y="12"/>
                    </a:lnTo>
                    <a:lnTo>
                      <a:pt x="2" y="20"/>
                    </a:lnTo>
                    <a:lnTo>
                      <a:pt x="0" y="10"/>
                    </a:lnTo>
                    <a:lnTo>
                      <a:pt x="64" y="0"/>
                    </a:lnTo>
                    <a:lnTo>
                      <a:pt x="69" y="65"/>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104">
                <a:extLst>
                  <a:ext uri="{FF2B5EF4-FFF2-40B4-BE49-F238E27FC236}">
                    <a16:creationId xmlns:a16="http://schemas.microsoft.com/office/drawing/2014/main" id="{CB5B4E82-E996-4916-89A7-673EE3DA6018}"/>
                  </a:ext>
                </a:extLst>
              </p:cNvPr>
              <p:cNvSpPr>
                <a:spLocks/>
              </p:cNvSpPr>
              <p:nvPr/>
            </p:nvSpPr>
            <p:spPr bwMode="auto">
              <a:xfrm>
                <a:off x="7579499" y="4501363"/>
                <a:ext cx="41557" cy="3878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38" name="Grupo 37">
                <a:extLst>
                  <a:ext uri="{FF2B5EF4-FFF2-40B4-BE49-F238E27FC236}">
                    <a16:creationId xmlns:a16="http://schemas.microsoft.com/office/drawing/2014/main" id="{423FC57B-5B48-475C-876E-5AE9FB2B1743}"/>
                  </a:ext>
                </a:extLst>
              </p:cNvPr>
              <p:cNvGrpSpPr/>
              <p:nvPr/>
            </p:nvGrpSpPr>
            <p:grpSpPr>
              <a:xfrm>
                <a:off x="4856105" y="4504132"/>
                <a:ext cx="2698458" cy="720330"/>
                <a:chOff x="4856105" y="4504132"/>
                <a:chExt cx="2698458" cy="720330"/>
              </a:xfrm>
            </p:grpSpPr>
            <p:sp>
              <p:nvSpPr>
                <p:cNvPr id="39" name="Freeform 101">
                  <a:extLst>
                    <a:ext uri="{FF2B5EF4-FFF2-40B4-BE49-F238E27FC236}">
                      <a16:creationId xmlns:a16="http://schemas.microsoft.com/office/drawing/2014/main" id="{D21E2C9C-117A-4B2A-A747-997D1A999F34}"/>
                    </a:ext>
                  </a:extLst>
                </p:cNvPr>
                <p:cNvSpPr>
                  <a:spLocks/>
                </p:cNvSpPr>
                <p:nvPr/>
              </p:nvSpPr>
              <p:spPr bwMode="auto">
                <a:xfrm>
                  <a:off x="6221958" y="5188445"/>
                  <a:ext cx="36016" cy="36017"/>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40" name="Grupo 39">
                  <a:extLst>
                    <a:ext uri="{FF2B5EF4-FFF2-40B4-BE49-F238E27FC236}">
                      <a16:creationId xmlns:a16="http://schemas.microsoft.com/office/drawing/2014/main" id="{55B68F44-4184-4722-8C78-175C76E378B6}"/>
                    </a:ext>
                  </a:extLst>
                </p:cNvPr>
                <p:cNvGrpSpPr/>
                <p:nvPr/>
              </p:nvGrpSpPr>
              <p:grpSpPr>
                <a:xfrm>
                  <a:off x="4856105" y="4504132"/>
                  <a:ext cx="2698458" cy="714789"/>
                  <a:chOff x="4856105" y="4504132"/>
                  <a:chExt cx="2698458" cy="714789"/>
                </a:xfrm>
              </p:grpSpPr>
              <p:grpSp>
                <p:nvGrpSpPr>
                  <p:cNvPr id="41" name="Grupo 40">
                    <a:extLst>
                      <a:ext uri="{FF2B5EF4-FFF2-40B4-BE49-F238E27FC236}">
                        <a16:creationId xmlns:a16="http://schemas.microsoft.com/office/drawing/2014/main" id="{31B9484A-5325-47FE-8497-95216D2DE7C6}"/>
                      </a:ext>
                    </a:extLst>
                  </p:cNvPr>
                  <p:cNvGrpSpPr/>
                  <p:nvPr/>
                </p:nvGrpSpPr>
                <p:grpSpPr>
                  <a:xfrm>
                    <a:off x="4919827" y="4587247"/>
                    <a:ext cx="2634736" cy="631674"/>
                    <a:chOff x="4919827" y="4587247"/>
                    <a:chExt cx="2634736" cy="631674"/>
                  </a:xfrm>
                </p:grpSpPr>
                <p:sp>
                  <p:nvSpPr>
                    <p:cNvPr id="43" name="Freeform 98">
                      <a:extLst>
                        <a:ext uri="{FF2B5EF4-FFF2-40B4-BE49-F238E27FC236}">
                          <a16:creationId xmlns:a16="http://schemas.microsoft.com/office/drawing/2014/main" id="{7C88850C-00F8-4F75-88DC-536CCBFB441C}"/>
                        </a:ext>
                      </a:extLst>
                    </p:cNvPr>
                    <p:cNvSpPr>
                      <a:spLocks noEditPoints="1"/>
                    </p:cNvSpPr>
                    <p:nvPr/>
                  </p:nvSpPr>
                  <p:spPr bwMode="auto">
                    <a:xfrm>
                      <a:off x="4919827" y="4590019"/>
                      <a:ext cx="1230098" cy="628902"/>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4" name="Freeform 99">
                      <a:extLst>
                        <a:ext uri="{FF2B5EF4-FFF2-40B4-BE49-F238E27FC236}">
                          <a16:creationId xmlns:a16="http://schemas.microsoft.com/office/drawing/2014/main" id="{805DF44E-7373-46C8-8071-0E0091377CB2}"/>
                        </a:ext>
                      </a:extLst>
                    </p:cNvPr>
                    <p:cNvSpPr>
                      <a:spLocks noEditPoints="1"/>
                    </p:cNvSpPr>
                    <p:nvPr/>
                  </p:nvSpPr>
                  <p:spPr bwMode="auto">
                    <a:xfrm>
                      <a:off x="6324465" y="4587247"/>
                      <a:ext cx="1230098" cy="631672"/>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42" name="Freeform 105">
                    <a:extLst>
                      <a:ext uri="{FF2B5EF4-FFF2-40B4-BE49-F238E27FC236}">
                        <a16:creationId xmlns:a16="http://schemas.microsoft.com/office/drawing/2014/main" id="{DD0F2332-B17A-4ED0-9412-46EBEC06E469}"/>
                      </a:ext>
                    </a:extLst>
                  </p:cNvPr>
                  <p:cNvSpPr>
                    <a:spLocks/>
                  </p:cNvSpPr>
                  <p:nvPr/>
                </p:nvSpPr>
                <p:spPr bwMode="auto">
                  <a:xfrm>
                    <a:off x="4856105" y="450413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grpSp>
        <p:grpSp>
          <p:nvGrpSpPr>
            <p:cNvPr id="45" name="Grupo 44">
              <a:extLst>
                <a:ext uri="{FF2B5EF4-FFF2-40B4-BE49-F238E27FC236}">
                  <a16:creationId xmlns:a16="http://schemas.microsoft.com/office/drawing/2014/main" id="{36535D3A-F1DF-4D0A-8E11-B20915C7B1DE}"/>
                </a:ext>
              </a:extLst>
            </p:cNvPr>
            <p:cNvGrpSpPr/>
            <p:nvPr/>
          </p:nvGrpSpPr>
          <p:grpSpPr>
            <a:xfrm>
              <a:off x="5216416" y="1219226"/>
              <a:ext cx="1823472" cy="928939"/>
              <a:chOff x="4692647" y="1766887"/>
              <a:chExt cx="3230392" cy="1645672"/>
            </a:xfrm>
          </p:grpSpPr>
          <p:sp>
            <p:nvSpPr>
              <p:cNvPr id="46" name="Freeform 78">
                <a:extLst>
                  <a:ext uri="{FF2B5EF4-FFF2-40B4-BE49-F238E27FC236}">
                    <a16:creationId xmlns:a16="http://schemas.microsoft.com/office/drawing/2014/main" id="{527EA4EF-ED67-44E9-927E-A48FD7FD1284}"/>
                  </a:ext>
                </a:extLst>
              </p:cNvPr>
              <p:cNvSpPr>
                <a:spLocks/>
              </p:cNvSpPr>
              <p:nvPr/>
            </p:nvSpPr>
            <p:spPr bwMode="auto">
              <a:xfrm>
                <a:off x="4692647" y="2512150"/>
                <a:ext cx="210557" cy="180083"/>
              </a:xfrm>
              <a:custGeom>
                <a:avLst/>
                <a:gdLst>
                  <a:gd name="T0" fmla="*/ 0 w 76"/>
                  <a:gd name="T1" fmla="*/ 1 h 65"/>
                  <a:gd name="T2" fmla="*/ 11 w 76"/>
                  <a:gd name="T3" fmla="*/ 0 h 65"/>
                  <a:gd name="T4" fmla="*/ 22 w 76"/>
                  <a:gd name="T5" fmla="*/ 51 h 65"/>
                  <a:gd name="T6" fmla="*/ 73 w 76"/>
                  <a:gd name="T7" fmla="*/ 36 h 65"/>
                  <a:gd name="T8" fmla="*/ 76 w 76"/>
                  <a:gd name="T9" fmla="*/ 47 h 65"/>
                  <a:gd name="T10" fmla="*/ 14 w 76"/>
                  <a:gd name="T11" fmla="*/ 65 h 65"/>
                  <a:gd name="T12" fmla="*/ 0 w 76"/>
                  <a:gd name="T13" fmla="*/ 1 h 65"/>
                </a:gdLst>
                <a:ahLst/>
                <a:cxnLst>
                  <a:cxn ang="0">
                    <a:pos x="T0" y="T1"/>
                  </a:cxn>
                  <a:cxn ang="0">
                    <a:pos x="T2" y="T3"/>
                  </a:cxn>
                  <a:cxn ang="0">
                    <a:pos x="T4" y="T5"/>
                  </a:cxn>
                  <a:cxn ang="0">
                    <a:pos x="T6" y="T7"/>
                  </a:cxn>
                  <a:cxn ang="0">
                    <a:pos x="T8" y="T9"/>
                  </a:cxn>
                  <a:cxn ang="0">
                    <a:pos x="T10" y="T11"/>
                  </a:cxn>
                  <a:cxn ang="0">
                    <a:pos x="T12" y="T13"/>
                  </a:cxn>
                </a:cxnLst>
                <a:rect l="0" t="0" r="r" b="b"/>
                <a:pathLst>
                  <a:path w="76" h="65">
                    <a:moveTo>
                      <a:pt x="0" y="1"/>
                    </a:moveTo>
                    <a:lnTo>
                      <a:pt x="11" y="0"/>
                    </a:lnTo>
                    <a:lnTo>
                      <a:pt x="22" y="51"/>
                    </a:lnTo>
                    <a:lnTo>
                      <a:pt x="73" y="36"/>
                    </a:lnTo>
                    <a:lnTo>
                      <a:pt x="76" y="47"/>
                    </a:lnTo>
                    <a:lnTo>
                      <a:pt x="14" y="65"/>
                    </a:lnTo>
                    <a:lnTo>
                      <a:pt x="0" y="1"/>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47" name="Grupo 46">
                <a:extLst>
                  <a:ext uri="{FF2B5EF4-FFF2-40B4-BE49-F238E27FC236}">
                    <a16:creationId xmlns:a16="http://schemas.microsoft.com/office/drawing/2014/main" id="{D1234D87-FB88-4D96-A302-E88BF73669BA}"/>
                  </a:ext>
                </a:extLst>
              </p:cNvPr>
              <p:cNvGrpSpPr/>
              <p:nvPr/>
            </p:nvGrpSpPr>
            <p:grpSpPr>
              <a:xfrm>
                <a:off x="4778531" y="1766887"/>
                <a:ext cx="3144508" cy="1645672"/>
                <a:chOff x="4778531" y="1766887"/>
                <a:chExt cx="3144508" cy="1645672"/>
              </a:xfrm>
            </p:grpSpPr>
            <p:grpSp>
              <p:nvGrpSpPr>
                <p:cNvPr id="48" name="Grupo 47">
                  <a:extLst>
                    <a:ext uri="{FF2B5EF4-FFF2-40B4-BE49-F238E27FC236}">
                      <a16:creationId xmlns:a16="http://schemas.microsoft.com/office/drawing/2014/main" id="{AC6CA6FE-D694-481C-9F52-81CA02CAAC64}"/>
                    </a:ext>
                  </a:extLst>
                </p:cNvPr>
                <p:cNvGrpSpPr/>
                <p:nvPr/>
              </p:nvGrpSpPr>
              <p:grpSpPr>
                <a:xfrm>
                  <a:off x="4778531" y="1766887"/>
                  <a:ext cx="3136196" cy="1537623"/>
                  <a:chOff x="4778531" y="1766887"/>
                  <a:chExt cx="3136196" cy="1537623"/>
                </a:xfrm>
              </p:grpSpPr>
              <p:grpSp>
                <p:nvGrpSpPr>
                  <p:cNvPr id="50" name="Grupo 49">
                    <a:extLst>
                      <a:ext uri="{FF2B5EF4-FFF2-40B4-BE49-F238E27FC236}">
                        <a16:creationId xmlns:a16="http://schemas.microsoft.com/office/drawing/2014/main" id="{BF3C03BD-4F8C-4EDF-BEA4-68921D797F42}"/>
                      </a:ext>
                    </a:extLst>
                  </p:cNvPr>
                  <p:cNvGrpSpPr/>
                  <p:nvPr/>
                </p:nvGrpSpPr>
                <p:grpSpPr>
                  <a:xfrm>
                    <a:off x="4778531" y="1769658"/>
                    <a:ext cx="3136196" cy="1534852"/>
                    <a:chOff x="4778531" y="1769658"/>
                    <a:chExt cx="3136196" cy="1534852"/>
                  </a:xfrm>
                </p:grpSpPr>
                <p:sp>
                  <p:nvSpPr>
                    <p:cNvPr id="52" name="Freeform 96">
                      <a:extLst>
                        <a:ext uri="{FF2B5EF4-FFF2-40B4-BE49-F238E27FC236}">
                          <a16:creationId xmlns:a16="http://schemas.microsoft.com/office/drawing/2014/main" id="{BD90E2FF-B434-472F-9ACC-0E4F295593B6}"/>
                        </a:ext>
                      </a:extLst>
                    </p:cNvPr>
                    <p:cNvSpPr>
                      <a:spLocks noEditPoints="1"/>
                    </p:cNvSpPr>
                    <p:nvPr/>
                  </p:nvSpPr>
                  <p:spPr bwMode="auto">
                    <a:xfrm>
                      <a:off x="6324465" y="1769658"/>
                      <a:ext cx="1590262" cy="1534852"/>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97">
                      <a:extLst>
                        <a:ext uri="{FF2B5EF4-FFF2-40B4-BE49-F238E27FC236}">
                          <a16:creationId xmlns:a16="http://schemas.microsoft.com/office/drawing/2014/main" id="{9BAC5FD1-2356-4367-AD9D-C1590CED046C}"/>
                        </a:ext>
                      </a:extLst>
                    </p:cNvPr>
                    <p:cNvSpPr>
                      <a:spLocks noEditPoints="1"/>
                    </p:cNvSpPr>
                    <p:nvPr/>
                  </p:nvSpPr>
                  <p:spPr bwMode="auto">
                    <a:xfrm>
                      <a:off x="4778531" y="1769658"/>
                      <a:ext cx="1365852" cy="822837"/>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51" name="Freeform 100">
                    <a:extLst>
                      <a:ext uri="{FF2B5EF4-FFF2-40B4-BE49-F238E27FC236}">
                        <a16:creationId xmlns:a16="http://schemas.microsoft.com/office/drawing/2014/main" id="{1253210D-2C1B-4D51-8576-0A7D42329857}"/>
                      </a:ext>
                    </a:extLst>
                  </p:cNvPr>
                  <p:cNvSpPr>
                    <a:spLocks/>
                  </p:cNvSpPr>
                  <p:nvPr/>
                </p:nvSpPr>
                <p:spPr bwMode="auto">
                  <a:xfrm>
                    <a:off x="6221958" y="1766887"/>
                    <a:ext cx="36016" cy="36017"/>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49" name="Freeform 103">
                  <a:extLst>
                    <a:ext uri="{FF2B5EF4-FFF2-40B4-BE49-F238E27FC236}">
                      <a16:creationId xmlns:a16="http://schemas.microsoft.com/office/drawing/2014/main" id="{E46BCFEC-0F1D-4AC7-8B05-222FA1DACD7C}"/>
                    </a:ext>
                  </a:extLst>
                </p:cNvPr>
                <p:cNvSpPr>
                  <a:spLocks/>
                </p:cNvSpPr>
                <p:nvPr/>
              </p:nvSpPr>
              <p:spPr bwMode="auto">
                <a:xfrm>
                  <a:off x="7881482" y="337377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54" name="CuadroTexto 53">
              <a:extLst>
                <a:ext uri="{FF2B5EF4-FFF2-40B4-BE49-F238E27FC236}">
                  <a16:creationId xmlns:a16="http://schemas.microsoft.com/office/drawing/2014/main" id="{7774C4C6-CFDB-4CD5-93AF-26DEDDA29138}"/>
                </a:ext>
              </a:extLst>
            </p:cNvPr>
            <p:cNvSpPr txBox="1"/>
            <p:nvPr/>
          </p:nvSpPr>
          <p:spPr>
            <a:xfrm>
              <a:off x="2519082" y="3175811"/>
              <a:ext cx="7153836" cy="400110"/>
            </a:xfrm>
            <a:prstGeom prst="rect">
              <a:avLst/>
            </a:prstGeom>
            <a:noFill/>
          </p:spPr>
          <p:txBody>
            <a:bodyPr wrap="square" rtlCol="0">
              <a:spAutoFit/>
            </a:bodyPr>
            <a:lstStyle/>
            <a:p>
              <a:pPr algn="ctr"/>
              <a:r>
                <a:rPr lang="es-MX" sz="20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Liderar la construcción </a:t>
              </a:r>
              <a:r>
                <a:rPr lang="es-MX" sz="2000" b="1" dirty="0">
                  <a:solidFill>
                    <a:schemeClr val="accent1"/>
                  </a:solidFill>
                </a:rPr>
                <a:t>de un mundo sostenible</a:t>
              </a:r>
              <a:endParaRPr lang="es-CL" sz="2000" b="1" dirty="0">
                <a:solidFill>
                  <a:schemeClr val="accent1"/>
                </a:solidFill>
              </a:endParaRPr>
            </a:p>
          </p:txBody>
        </p:sp>
      </p:grpSp>
      <p:sp>
        <p:nvSpPr>
          <p:cNvPr id="5" name="Marcador de texto 4"/>
          <p:cNvSpPr>
            <a:spLocks noGrp="1"/>
          </p:cNvSpPr>
          <p:nvPr>
            <p:ph type="body" sz="quarter" idx="10"/>
          </p:nvPr>
        </p:nvSpPr>
        <p:spPr/>
        <p:txBody>
          <a:bodyPr/>
          <a:lstStyle/>
          <a:p>
            <a:r>
              <a:rPr lang="es-CL" dirty="0"/>
              <a:t>Bastián Galasso</a:t>
            </a:r>
          </a:p>
        </p:txBody>
      </p:sp>
      <p:sp>
        <p:nvSpPr>
          <p:cNvPr id="6" name="Marcador de texto 5"/>
          <p:cNvSpPr>
            <a:spLocks noGrp="1"/>
          </p:cNvSpPr>
          <p:nvPr>
            <p:ph type="body" sz="quarter" idx="11"/>
          </p:nvPr>
        </p:nvSpPr>
        <p:spPr/>
        <p:txBody>
          <a:bodyPr/>
          <a:lstStyle/>
          <a:p>
            <a:r>
              <a:rPr lang="es-CL" dirty="0"/>
              <a:t>Aprendizaje Supervisado</a:t>
            </a:r>
          </a:p>
        </p:txBody>
      </p:sp>
      <p:sp>
        <p:nvSpPr>
          <p:cNvPr id="7" name="Marcador de texto 6"/>
          <p:cNvSpPr>
            <a:spLocks noGrp="1"/>
          </p:cNvSpPr>
          <p:nvPr>
            <p:ph type="body" sz="quarter" idx="12"/>
          </p:nvPr>
        </p:nvSpPr>
        <p:spPr/>
        <p:txBody>
          <a:bodyPr/>
          <a:lstStyle/>
          <a:p>
            <a:r>
              <a:rPr lang="es-CL" dirty="0"/>
              <a:t>Data Analytics Lead – Coca-Cola Embonor</a:t>
            </a:r>
          </a:p>
        </p:txBody>
      </p:sp>
      <p:sp>
        <p:nvSpPr>
          <p:cNvPr id="8" name="Marcador de texto 7"/>
          <p:cNvSpPr>
            <a:spLocks noGrp="1"/>
          </p:cNvSpPr>
          <p:nvPr>
            <p:ph type="body" sz="quarter" idx="13"/>
          </p:nvPr>
        </p:nvSpPr>
        <p:spPr/>
        <p:txBody>
          <a:bodyPr/>
          <a:lstStyle/>
          <a:p>
            <a:r>
              <a:rPr lang="es-CL" dirty="0"/>
              <a:t>Julio 2025</a:t>
            </a:r>
          </a:p>
        </p:txBody>
      </p:sp>
      <p:cxnSp>
        <p:nvCxnSpPr>
          <p:cNvPr id="111" name="Conector recto 110">
            <a:extLst>
              <a:ext uri="{FF2B5EF4-FFF2-40B4-BE49-F238E27FC236}">
                <a16:creationId xmlns:a16="http://schemas.microsoft.com/office/drawing/2014/main" id="{F48B7CC0-4306-4D43-A068-6EC2E10368DD}"/>
              </a:ext>
            </a:extLst>
          </p:cNvPr>
          <p:cNvCxnSpPr/>
          <p:nvPr/>
        </p:nvCxnSpPr>
        <p:spPr>
          <a:xfrm>
            <a:off x="6096000" y="5699648"/>
            <a:ext cx="0" cy="945577"/>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916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CF06D57-89C4-4067-9D28-95FABE962240}"/>
              </a:ext>
            </a:extLst>
          </p:cNvPr>
          <p:cNvSpPr>
            <a:spLocks noGrp="1"/>
          </p:cNvSpPr>
          <p:nvPr>
            <p:ph type="body" sz="quarter" idx="10"/>
          </p:nvPr>
        </p:nvSpPr>
        <p:spPr>
          <a:xfrm>
            <a:off x="2360598" y="1749746"/>
            <a:ext cx="1035065" cy="432000"/>
          </a:xfrm>
        </p:spPr>
        <p:txBody>
          <a:bodyPr/>
          <a:lstStyle/>
          <a:p>
            <a:r>
              <a:rPr lang="es-CL" dirty="0"/>
              <a:t>01</a:t>
            </a:r>
          </a:p>
        </p:txBody>
      </p:sp>
      <p:sp>
        <p:nvSpPr>
          <p:cNvPr id="3" name="Marcador de texto 2">
            <a:extLst>
              <a:ext uri="{FF2B5EF4-FFF2-40B4-BE49-F238E27FC236}">
                <a16:creationId xmlns:a16="http://schemas.microsoft.com/office/drawing/2014/main" id="{68F2A30F-A110-4539-8F99-DA153523EF20}"/>
              </a:ext>
            </a:extLst>
          </p:cNvPr>
          <p:cNvSpPr>
            <a:spLocks noGrp="1"/>
          </p:cNvSpPr>
          <p:nvPr>
            <p:ph type="body" sz="quarter" idx="12"/>
          </p:nvPr>
        </p:nvSpPr>
        <p:spPr>
          <a:xfrm>
            <a:off x="3397111" y="1847165"/>
            <a:ext cx="7653748" cy="216000"/>
          </a:xfrm>
        </p:spPr>
        <p:txBody>
          <a:bodyPr/>
          <a:lstStyle/>
          <a:p>
            <a:r>
              <a:rPr lang="es-CL" dirty="0"/>
              <a:t>K-</a:t>
            </a:r>
            <a:r>
              <a:rPr lang="es-CL" dirty="0" err="1"/>
              <a:t>Nearest</a:t>
            </a:r>
            <a:r>
              <a:rPr lang="es-CL" dirty="0"/>
              <a:t> </a:t>
            </a:r>
            <a:r>
              <a:rPr lang="es-CL" dirty="0" err="1"/>
              <a:t>Neighbors</a:t>
            </a:r>
            <a:endParaRPr lang="es-CL" dirty="0"/>
          </a:p>
        </p:txBody>
      </p:sp>
      <p:sp>
        <p:nvSpPr>
          <p:cNvPr id="7" name="Marcador de texto 6">
            <a:extLst>
              <a:ext uri="{FF2B5EF4-FFF2-40B4-BE49-F238E27FC236}">
                <a16:creationId xmlns:a16="http://schemas.microsoft.com/office/drawing/2014/main" id="{FED066F0-4A47-4C99-99FE-38A1D83AF2B1}"/>
              </a:ext>
            </a:extLst>
          </p:cNvPr>
          <p:cNvSpPr>
            <a:spLocks noGrp="1"/>
          </p:cNvSpPr>
          <p:nvPr>
            <p:ph type="body" sz="quarter" idx="20"/>
          </p:nvPr>
        </p:nvSpPr>
        <p:spPr>
          <a:xfrm>
            <a:off x="2360598" y="2594270"/>
            <a:ext cx="1035065" cy="432000"/>
          </a:xfrm>
        </p:spPr>
        <p:txBody>
          <a:bodyPr/>
          <a:lstStyle/>
          <a:p>
            <a:r>
              <a:rPr lang="es-CL" dirty="0"/>
              <a:t>02</a:t>
            </a:r>
          </a:p>
        </p:txBody>
      </p:sp>
      <p:sp>
        <p:nvSpPr>
          <p:cNvPr id="8" name="Marcador de texto 7">
            <a:extLst>
              <a:ext uri="{FF2B5EF4-FFF2-40B4-BE49-F238E27FC236}">
                <a16:creationId xmlns:a16="http://schemas.microsoft.com/office/drawing/2014/main" id="{72A30BAD-DA25-4783-ABEA-799080D7D5F7}"/>
              </a:ext>
            </a:extLst>
          </p:cNvPr>
          <p:cNvSpPr>
            <a:spLocks noGrp="1"/>
          </p:cNvSpPr>
          <p:nvPr>
            <p:ph type="body" sz="quarter" idx="21"/>
          </p:nvPr>
        </p:nvSpPr>
        <p:spPr>
          <a:xfrm>
            <a:off x="3397111" y="2691689"/>
            <a:ext cx="7653748" cy="216000"/>
          </a:xfrm>
        </p:spPr>
        <p:txBody>
          <a:bodyPr/>
          <a:lstStyle/>
          <a:p>
            <a:r>
              <a:rPr lang="es-CL" dirty="0" err="1"/>
              <a:t>Naive</a:t>
            </a:r>
            <a:r>
              <a:rPr lang="es-CL" dirty="0"/>
              <a:t> Bayes</a:t>
            </a:r>
          </a:p>
        </p:txBody>
      </p:sp>
      <p:sp>
        <p:nvSpPr>
          <p:cNvPr id="9" name="Marcador de texto 8">
            <a:extLst>
              <a:ext uri="{FF2B5EF4-FFF2-40B4-BE49-F238E27FC236}">
                <a16:creationId xmlns:a16="http://schemas.microsoft.com/office/drawing/2014/main" id="{79ABAF85-D23C-4147-A159-EDC9C7D7C2ED}"/>
              </a:ext>
            </a:extLst>
          </p:cNvPr>
          <p:cNvSpPr>
            <a:spLocks noGrp="1"/>
          </p:cNvSpPr>
          <p:nvPr>
            <p:ph type="body" sz="quarter" idx="22"/>
          </p:nvPr>
        </p:nvSpPr>
        <p:spPr>
          <a:xfrm>
            <a:off x="2360598" y="3464432"/>
            <a:ext cx="1035065" cy="432000"/>
          </a:xfrm>
        </p:spPr>
        <p:txBody>
          <a:bodyPr/>
          <a:lstStyle/>
          <a:p>
            <a:r>
              <a:rPr lang="es-CL" dirty="0"/>
              <a:t>03</a:t>
            </a:r>
          </a:p>
        </p:txBody>
      </p:sp>
      <p:sp>
        <p:nvSpPr>
          <p:cNvPr id="10" name="Marcador de texto 9">
            <a:extLst>
              <a:ext uri="{FF2B5EF4-FFF2-40B4-BE49-F238E27FC236}">
                <a16:creationId xmlns:a16="http://schemas.microsoft.com/office/drawing/2014/main" id="{C5F74AAD-5B68-420A-9E63-9A430AAA5A2C}"/>
              </a:ext>
            </a:extLst>
          </p:cNvPr>
          <p:cNvSpPr>
            <a:spLocks noGrp="1"/>
          </p:cNvSpPr>
          <p:nvPr>
            <p:ph type="body" sz="quarter" idx="23"/>
          </p:nvPr>
        </p:nvSpPr>
        <p:spPr>
          <a:xfrm>
            <a:off x="3397111" y="3561851"/>
            <a:ext cx="7653748" cy="216000"/>
          </a:xfrm>
        </p:spPr>
        <p:txBody>
          <a:bodyPr/>
          <a:lstStyle/>
          <a:p>
            <a:r>
              <a:rPr lang="es-CL" dirty="0" err="1"/>
              <a:t>Support</a:t>
            </a:r>
            <a:r>
              <a:rPr lang="es-CL" dirty="0"/>
              <a:t> Vector Machines (SVM)</a:t>
            </a:r>
          </a:p>
        </p:txBody>
      </p:sp>
      <p:sp>
        <p:nvSpPr>
          <p:cNvPr id="11" name="Marcador de texto 10">
            <a:extLst>
              <a:ext uri="{FF2B5EF4-FFF2-40B4-BE49-F238E27FC236}">
                <a16:creationId xmlns:a16="http://schemas.microsoft.com/office/drawing/2014/main" id="{DF78922B-CB8D-4C42-A4BE-3B9125BF8C7E}"/>
              </a:ext>
            </a:extLst>
          </p:cNvPr>
          <p:cNvSpPr>
            <a:spLocks noGrp="1"/>
          </p:cNvSpPr>
          <p:nvPr>
            <p:ph type="body" sz="quarter" idx="26"/>
          </p:nvPr>
        </p:nvSpPr>
        <p:spPr>
          <a:xfrm>
            <a:off x="2360598" y="4344991"/>
            <a:ext cx="1035065" cy="432000"/>
          </a:xfrm>
        </p:spPr>
        <p:txBody>
          <a:bodyPr/>
          <a:lstStyle/>
          <a:p>
            <a:r>
              <a:rPr lang="es-CL" dirty="0"/>
              <a:t>04</a:t>
            </a:r>
          </a:p>
        </p:txBody>
      </p:sp>
      <p:sp>
        <p:nvSpPr>
          <p:cNvPr id="12" name="Marcador de texto 11">
            <a:extLst>
              <a:ext uri="{FF2B5EF4-FFF2-40B4-BE49-F238E27FC236}">
                <a16:creationId xmlns:a16="http://schemas.microsoft.com/office/drawing/2014/main" id="{A9476E9B-56A5-4234-8810-8993F503E699}"/>
              </a:ext>
            </a:extLst>
          </p:cNvPr>
          <p:cNvSpPr>
            <a:spLocks noGrp="1"/>
          </p:cNvSpPr>
          <p:nvPr>
            <p:ph type="body" sz="quarter" idx="27"/>
          </p:nvPr>
        </p:nvSpPr>
        <p:spPr>
          <a:xfrm>
            <a:off x="3397111" y="4440556"/>
            <a:ext cx="7653748" cy="216000"/>
          </a:xfrm>
        </p:spPr>
        <p:txBody>
          <a:bodyPr/>
          <a:lstStyle/>
          <a:p>
            <a:r>
              <a:rPr lang="es-CL" dirty="0" err="1"/>
              <a:t>Classification</a:t>
            </a:r>
            <a:r>
              <a:rPr lang="es-CL" dirty="0"/>
              <a:t> </a:t>
            </a:r>
            <a:r>
              <a:rPr lang="es-CL" dirty="0" err="1"/>
              <a:t>Trees</a:t>
            </a:r>
            <a:endParaRPr lang="es-CL" dirty="0"/>
          </a:p>
        </p:txBody>
      </p:sp>
      <p:sp>
        <p:nvSpPr>
          <p:cNvPr id="4" name="Marcador de texto 3">
            <a:extLst>
              <a:ext uri="{FF2B5EF4-FFF2-40B4-BE49-F238E27FC236}">
                <a16:creationId xmlns:a16="http://schemas.microsoft.com/office/drawing/2014/main" id="{5A576088-CB10-4E82-9A1F-FC70AA364357}"/>
              </a:ext>
            </a:extLst>
          </p:cNvPr>
          <p:cNvSpPr>
            <a:spLocks noGrp="1"/>
          </p:cNvSpPr>
          <p:nvPr>
            <p:ph type="body" sz="quarter" idx="18"/>
          </p:nvPr>
        </p:nvSpPr>
        <p:spPr>
          <a:xfrm>
            <a:off x="2100262" y="441325"/>
            <a:ext cx="7158037" cy="392648"/>
          </a:xfrm>
        </p:spPr>
        <p:txBody>
          <a:bodyPr/>
          <a:lstStyle/>
          <a:p>
            <a:r>
              <a:rPr lang="es-CL" dirty="0"/>
              <a:t>Aprendizaje Supervisado</a:t>
            </a:r>
          </a:p>
        </p:txBody>
      </p:sp>
      <p:cxnSp>
        <p:nvCxnSpPr>
          <p:cNvPr id="46" name="Conector recto 45">
            <a:extLst>
              <a:ext uri="{FF2B5EF4-FFF2-40B4-BE49-F238E27FC236}">
                <a16:creationId xmlns:a16="http://schemas.microsoft.com/office/drawing/2014/main" id="{E0C1E5BA-EEFD-401E-A594-7BF93A094546}"/>
              </a:ext>
            </a:extLst>
          </p:cNvPr>
          <p:cNvCxnSpPr>
            <a:cxnSpLocks/>
          </p:cNvCxnSpPr>
          <p:nvPr/>
        </p:nvCxnSpPr>
        <p:spPr>
          <a:xfrm>
            <a:off x="2352252" y="2276081"/>
            <a:ext cx="5209836" cy="0"/>
          </a:xfrm>
          <a:prstGeom prst="line">
            <a:avLst/>
          </a:prstGeom>
          <a:ln w="127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E306A029-482C-491F-B2C8-E4501D83510D}"/>
              </a:ext>
            </a:extLst>
          </p:cNvPr>
          <p:cNvCxnSpPr>
            <a:cxnSpLocks/>
          </p:cNvCxnSpPr>
          <p:nvPr/>
        </p:nvCxnSpPr>
        <p:spPr>
          <a:xfrm>
            <a:off x="2352252" y="3118497"/>
            <a:ext cx="5209836" cy="0"/>
          </a:xfrm>
          <a:prstGeom prst="line">
            <a:avLst/>
          </a:prstGeom>
          <a:ln w="127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51" name="Conector recto 50">
            <a:extLst>
              <a:ext uri="{FF2B5EF4-FFF2-40B4-BE49-F238E27FC236}">
                <a16:creationId xmlns:a16="http://schemas.microsoft.com/office/drawing/2014/main" id="{B8EF9578-29D2-450D-B961-A610AFE866CF}"/>
              </a:ext>
            </a:extLst>
          </p:cNvPr>
          <p:cNvCxnSpPr>
            <a:cxnSpLocks/>
          </p:cNvCxnSpPr>
          <p:nvPr/>
        </p:nvCxnSpPr>
        <p:spPr>
          <a:xfrm>
            <a:off x="2352252" y="3986593"/>
            <a:ext cx="5209836" cy="0"/>
          </a:xfrm>
          <a:prstGeom prst="line">
            <a:avLst/>
          </a:prstGeom>
          <a:ln w="127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93C2886C-4B53-4300-A888-B3695C287C9F}"/>
              </a:ext>
            </a:extLst>
          </p:cNvPr>
          <p:cNvCxnSpPr>
            <a:cxnSpLocks/>
          </p:cNvCxnSpPr>
          <p:nvPr/>
        </p:nvCxnSpPr>
        <p:spPr>
          <a:xfrm>
            <a:off x="2352252" y="4855273"/>
            <a:ext cx="5209836" cy="0"/>
          </a:xfrm>
          <a:prstGeom prst="line">
            <a:avLst/>
          </a:prstGeom>
          <a:ln w="127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665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mc:AlternateContent xmlns:mc="http://schemas.openxmlformats.org/markup-compatibility/2006" xmlns:a14="http://schemas.microsoft.com/office/drawing/2010/main">
        <mc:Choice Requires="a14">
          <p:sp>
            <p:nvSpPr>
              <p:cNvPr id="4" name="Marcador de texto 3"/>
              <p:cNvSpPr>
                <a:spLocks noGrp="1"/>
              </p:cNvSpPr>
              <p:nvPr>
                <p:ph type="body" sz="quarter" idx="21"/>
              </p:nvPr>
            </p:nvSpPr>
            <p:spPr>
              <a:xfrm>
                <a:off x="2132999" y="1468240"/>
                <a:ext cx="6281190" cy="1960222"/>
              </a:xfrm>
            </p:spPr>
            <p:txBody>
              <a:bodyPr/>
              <a:lstStyle/>
              <a:p>
                <a:r>
                  <a:rPr lang="es-CL" dirty="0"/>
                  <a:t>Recordemos… ¿Qué son los algoritmos supervisado?</a:t>
                </a:r>
              </a:p>
              <a:p>
                <a:r>
                  <a:rPr lang="es-CL" dirty="0"/>
                  <a:t>En los algoritmos de aprendizaje supervisado la data es de la forma </a:t>
                </a:r>
                <a14:m>
                  <m:oMath xmlns:m="http://schemas.openxmlformats.org/officeDocument/2006/math">
                    <m:sSubSup>
                      <m:sSubSupPr>
                        <m:ctrlPr>
                          <a:rPr lang="es-CL" i="1" smtClean="0">
                            <a:latin typeface="Cambria Math" panose="02040503050406030204" pitchFamily="18" charset="0"/>
                          </a:rPr>
                        </m:ctrlPr>
                      </m:sSubSupPr>
                      <m:e>
                        <m:d>
                          <m:dPr>
                            <m:begChr m:val="{"/>
                            <m:endChr m:val="}"/>
                            <m:ctrlPr>
                              <a:rPr lang="es-CL" i="1" smtClean="0">
                                <a:latin typeface="Cambria Math" panose="02040503050406030204" pitchFamily="18" charset="0"/>
                              </a:rPr>
                            </m:ctrlPr>
                          </m:dPr>
                          <m:e>
                            <m:sSub>
                              <m:sSubPr>
                                <m:ctrlPr>
                                  <a:rPr lang="es-C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𝑦</m:t>
                                </m:r>
                              </m:e>
                              <m:sub>
                                <m:r>
                                  <a:rPr lang="es-ES" b="0" i="1" smtClean="0">
                                    <a:latin typeface="Cambria Math" panose="02040503050406030204" pitchFamily="18" charset="0"/>
                                  </a:rPr>
                                  <m:t>𝑖</m:t>
                                </m:r>
                              </m:sub>
                            </m:sSub>
                          </m:e>
                        </m:d>
                      </m:e>
                      <m:sub>
                        <m: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sSubSup>
                  </m:oMath>
                </a14:m>
                <a:r>
                  <a:rPr lang="es-CL" dirty="0"/>
                  <a:t> donde </a:t>
                </a:r>
                <a14:m>
                  <m:oMath xmlns:m="http://schemas.openxmlformats.org/officeDocument/2006/math">
                    <m:sSubSup>
                      <m:sSubSupPr>
                        <m:ctrlPr>
                          <a:rPr lang="es-CL" i="1">
                            <a:latin typeface="Cambria Math" panose="02040503050406030204" pitchFamily="18" charset="0"/>
                          </a:rPr>
                        </m:ctrlPr>
                      </m:sSubSupPr>
                      <m:e>
                        <m:r>
                          <a:rPr lang="es-ES" b="0" i="1" smtClean="0">
                            <a:latin typeface="Cambria Math" panose="02040503050406030204" pitchFamily="18" charset="0"/>
                          </a:rPr>
                          <m:t>𝑋</m:t>
                        </m:r>
                        <m:r>
                          <a:rPr lang="es-ES" b="0" i="1" smtClean="0">
                            <a:latin typeface="Cambria Math" panose="02040503050406030204" pitchFamily="18" charset="0"/>
                          </a:rPr>
                          <m:t>=</m:t>
                        </m:r>
                        <m:d>
                          <m:dPr>
                            <m:begChr m:val="{"/>
                            <m:endChr m:val="}"/>
                            <m:ctrlPr>
                              <a:rPr lang="es-CL" i="1">
                                <a:latin typeface="Cambria Math" panose="02040503050406030204" pitchFamily="18" charset="0"/>
                              </a:rPr>
                            </m:ctrlPr>
                          </m:dPr>
                          <m:e>
                            <m:sSub>
                              <m:sSubPr>
                                <m:ctrlPr>
                                  <a:rPr lang="es-CL"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smtClean="0">
                                <a:latin typeface="Cambria Math" panose="02040503050406030204" pitchFamily="18" charset="0"/>
                              </a:rPr>
                              <m:t> </m:t>
                            </m:r>
                          </m:e>
                        </m:d>
                      </m:e>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sSubSup>
                  </m:oMath>
                </a14:m>
                <a:r>
                  <a:rPr lang="es-CL" dirty="0"/>
                  <a:t> se denominan inputs o variables de entrada (predictores), e </a:t>
                </a:r>
                <a14:m>
                  <m:oMath xmlns:m="http://schemas.openxmlformats.org/officeDocument/2006/math">
                    <m:sSubSup>
                      <m:sSubSupPr>
                        <m:ctrlPr>
                          <a:rPr lang="es-CL" i="1">
                            <a:latin typeface="Cambria Math" panose="02040503050406030204" pitchFamily="18" charset="0"/>
                          </a:rPr>
                        </m:ctrlPr>
                      </m:sSubSupPr>
                      <m:e>
                        <m:r>
                          <a:rPr lang="es-ES" b="0" i="1" smtClean="0">
                            <a:latin typeface="Cambria Math" panose="02040503050406030204" pitchFamily="18" charset="0"/>
                          </a:rPr>
                          <m:t>𝑌</m:t>
                        </m:r>
                        <m:r>
                          <a:rPr lang="es-ES" i="1">
                            <a:latin typeface="Cambria Math" panose="02040503050406030204" pitchFamily="18" charset="0"/>
                          </a:rPr>
                          <m:t>=</m:t>
                        </m:r>
                        <m:d>
                          <m:dPr>
                            <m:begChr m:val="{"/>
                            <m:endChr m:val="}"/>
                            <m:ctrlPr>
                              <a:rPr lang="es-CL" i="1">
                                <a:latin typeface="Cambria Math" panose="02040503050406030204" pitchFamily="18" charset="0"/>
                              </a:rPr>
                            </m:ctrlPr>
                          </m:dPr>
                          <m:e>
                            <m:sSub>
                              <m:sSubPr>
                                <m:ctrlPr>
                                  <a:rPr lang="es-CL" i="1">
                                    <a:latin typeface="Cambria Math" panose="02040503050406030204" pitchFamily="18" charset="0"/>
                                  </a:rPr>
                                </m:ctrlPr>
                              </m:sSubPr>
                              <m:e>
                                <m:r>
                                  <a:rPr lang="es-ES" b="0" i="1" smtClean="0">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 </m:t>
                            </m:r>
                          </m:e>
                        </m:d>
                      </m:e>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sSubSup>
                  </m:oMath>
                </a14:m>
                <a:r>
                  <a:rPr lang="es-CL" dirty="0"/>
                  <a:t> es el output o variable respuesta (target).v</a:t>
                </a:r>
              </a:p>
              <a:p>
                <a:r>
                  <a:rPr lang="es-CL" dirty="0"/>
                  <a:t>El modelo de aprendizaje supervisado representa la función </a:t>
                </a:r>
                <a14:m>
                  <m:oMath xmlns:m="http://schemas.openxmlformats.org/officeDocument/2006/math">
                    <m:r>
                      <a:rPr lang="es-ES" b="0" i="1" smtClean="0">
                        <a:latin typeface="Cambria Math" panose="02040503050406030204" pitchFamily="18" charset="0"/>
                      </a:rPr>
                      <m:t>𝑓</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s-ES" b="0" i="1" smtClean="0">
                        <a:latin typeface="Cambria Math" panose="02040503050406030204" pitchFamily="18" charset="0"/>
                      </a:rPr>
                      <m:t>𝑌</m:t>
                    </m:r>
                  </m:oMath>
                </a14:m>
                <a:r>
                  <a:rPr lang="es-CL" dirty="0"/>
                  <a:t> que mapea los inputs en los outputs</a:t>
                </a:r>
              </a:p>
              <a:p>
                <a:endParaRPr lang="es-CL" dirty="0"/>
              </a:p>
              <a:p>
                <a:endParaRPr lang="es-CL" dirty="0"/>
              </a:p>
              <a:p>
                <a:endParaRPr lang="es-CL" dirty="0"/>
              </a:p>
              <a:p>
                <a:r>
                  <a:rPr lang="es-CL" dirty="0"/>
                  <a:t>Dependiendo de la naturaleza de la variable respuesta </a:t>
                </a:r>
                <a14:m>
                  <m:oMath xmlns:m="http://schemas.openxmlformats.org/officeDocument/2006/math">
                    <m:r>
                      <a:rPr lang="es-ES" b="0" i="1" smtClean="0">
                        <a:latin typeface="Cambria Math" panose="02040503050406030204" pitchFamily="18" charset="0"/>
                      </a:rPr>
                      <m:t>𝑌</m:t>
                    </m:r>
                  </m:oMath>
                </a14:m>
                <a:r>
                  <a:rPr lang="es-CL" dirty="0"/>
                  <a:t>, el modelo será de clasificación (si </a:t>
                </a:r>
                <a14:m>
                  <m:oMath xmlns:m="http://schemas.openxmlformats.org/officeDocument/2006/math">
                    <m:r>
                      <a:rPr lang="es-ES" i="1">
                        <a:latin typeface="Cambria Math" panose="02040503050406030204" pitchFamily="18" charset="0"/>
                      </a:rPr>
                      <m:t>𝑌</m:t>
                    </m:r>
                  </m:oMath>
                </a14:m>
                <a:r>
                  <a:rPr lang="es-CL" dirty="0"/>
                  <a:t> es categórica) o de regresión (si </a:t>
                </a:r>
                <a14:m>
                  <m:oMath xmlns:m="http://schemas.openxmlformats.org/officeDocument/2006/math">
                    <m:r>
                      <a:rPr lang="es-ES" i="1">
                        <a:latin typeface="Cambria Math" panose="02040503050406030204" pitchFamily="18" charset="0"/>
                      </a:rPr>
                      <m:t>𝑌</m:t>
                    </m:r>
                  </m:oMath>
                </a14:m>
                <a:r>
                  <a:rPr lang="es-CL" dirty="0"/>
                  <a:t> es numérica), por lo que es importante reconocer la naturaleza de la variable respuesta para poder escoger el modelo adecuado.</a:t>
                </a:r>
              </a:p>
              <a:p>
                <a:r>
                  <a:rPr lang="es-CL" dirty="0"/>
                  <a:t>Para esta clase, nos enfocaremos en aquellos modelos donde la variable respuesta </a:t>
                </a:r>
                <a14:m>
                  <m:oMath xmlns:m="http://schemas.openxmlformats.org/officeDocument/2006/math">
                    <m:r>
                      <a:rPr lang="es-ES" b="0" i="1" smtClean="0">
                        <a:latin typeface="Cambria Math" panose="02040503050406030204" pitchFamily="18" charset="0"/>
                      </a:rPr>
                      <m:t>𝑌</m:t>
                    </m:r>
                  </m:oMath>
                </a14:m>
                <a:r>
                  <a:rPr lang="es-CL" dirty="0"/>
                  <a:t> es categórica</a:t>
                </a:r>
              </a:p>
            </p:txBody>
          </p:sp>
        </mc:Choice>
        <mc:Fallback xmlns="">
          <p:sp>
            <p:nvSpPr>
              <p:cNvPr id="4" name="Marcador de texto 3"/>
              <p:cNvSpPr>
                <a:spLocks noGrp="1" noRot="1" noChangeAspect="1" noMove="1" noResize="1" noEditPoints="1" noAdjustHandles="1" noChangeArrowheads="1" noChangeShapeType="1" noTextEdit="1"/>
              </p:cNvSpPr>
              <p:nvPr>
                <p:ph type="body" sz="quarter" idx="21"/>
              </p:nvPr>
            </p:nvSpPr>
            <p:spPr>
              <a:xfrm>
                <a:off x="2132999" y="1468240"/>
                <a:ext cx="6281190" cy="1960222"/>
              </a:xfrm>
              <a:blipFill>
                <a:blip r:embed="rId3"/>
                <a:stretch>
                  <a:fillRect l="-1818" r="-202" b="-146452"/>
                </a:stretch>
              </a:blipFill>
            </p:spPr>
            <p:txBody>
              <a:bodyPr/>
              <a:lstStyle/>
              <a:p>
                <a:r>
                  <a:rPr lang="es-ES_tradnl">
                    <a:noFill/>
                  </a:rPr>
                  <a:t> </a:t>
                </a:r>
              </a:p>
            </p:txBody>
          </p:sp>
        </mc:Fallback>
      </mc:AlternateContent>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896067"/>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70BA6565-A403-B578-24E9-04B447D57073}"/>
              </a:ext>
            </a:extLst>
          </p:cNvPr>
          <p:cNvGrpSpPr/>
          <p:nvPr/>
        </p:nvGrpSpPr>
        <p:grpSpPr>
          <a:xfrm>
            <a:off x="3655767" y="3135993"/>
            <a:ext cx="4544220" cy="1370694"/>
            <a:chOff x="2850244" y="3070678"/>
            <a:chExt cx="5670326" cy="1960217"/>
          </a:xfrm>
        </p:grpSpPr>
        <p:pic>
          <p:nvPicPr>
            <p:cNvPr id="1026" name="Picture 2" descr="Unplugged: What's your function &amp; crazy conditionals">
              <a:extLst>
                <a:ext uri="{FF2B5EF4-FFF2-40B4-BE49-F238E27FC236}">
                  <a16:creationId xmlns:a16="http://schemas.microsoft.com/office/drawing/2014/main" id="{3323B2D8-CAB7-00CD-1134-70DB8BCDCA49}"/>
                </a:ext>
              </a:extLst>
            </p:cNvPr>
            <p:cNvPicPr>
              <a:picLocks noChangeAspect="1" noChangeArrowheads="1"/>
            </p:cNvPicPr>
            <p:nvPr/>
          </p:nvPicPr>
          <p:blipFill>
            <a:blip r:embed="rId4">
              <a:clrChange>
                <a:clrFrom>
                  <a:srgbClr val="F5F4F0"/>
                </a:clrFrom>
                <a:clrTo>
                  <a:srgbClr val="F5F4F0">
                    <a:alpha val="0"/>
                  </a:srgbClr>
                </a:clrTo>
              </a:clrChange>
              <a:extLst>
                <a:ext uri="{28A0092B-C50C-407E-A947-70E740481C1C}">
                  <a14:useLocalDpi xmlns:a14="http://schemas.microsoft.com/office/drawing/2010/main" val="0"/>
                </a:ext>
              </a:extLst>
            </a:blip>
            <a:srcRect/>
            <a:stretch>
              <a:fillRect/>
            </a:stretch>
          </p:blipFill>
          <p:spPr bwMode="auto">
            <a:xfrm>
              <a:off x="2850244" y="3070678"/>
              <a:ext cx="5670326" cy="1960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9829690-7111-B6F0-3463-C2468754838D}"/>
                    </a:ext>
                  </a:extLst>
                </p:cNvPr>
                <p:cNvSpPr/>
                <p:nvPr/>
              </p:nvSpPr>
              <p:spPr>
                <a:xfrm>
                  <a:off x="4691743" y="3668486"/>
                  <a:ext cx="1665514" cy="729343"/>
                </a:xfrm>
                <a:prstGeom prst="rect">
                  <a:avLst/>
                </a:prstGeom>
                <a:solidFill>
                  <a:srgbClr val="F4CB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ES" sz="2800" b="1" i="1" smtClean="0">
                            <a:solidFill>
                              <a:schemeClr val="tx1"/>
                            </a:solidFill>
                            <a:latin typeface="Cambria Math" panose="02040503050406030204" pitchFamily="18" charset="0"/>
                          </a:rPr>
                          <m:t>𝒇</m:t>
                        </m:r>
                        <m:d>
                          <m:dPr>
                            <m:ctrlPr>
                              <a:rPr lang="es-ES" sz="2800" b="1" i="1" smtClean="0">
                                <a:solidFill>
                                  <a:schemeClr val="tx1"/>
                                </a:solidFill>
                                <a:latin typeface="Cambria Math" panose="02040503050406030204" pitchFamily="18" charset="0"/>
                              </a:rPr>
                            </m:ctrlPr>
                          </m:dPr>
                          <m:e>
                            <m:r>
                              <a:rPr lang="es-ES" sz="2800" b="1" i="1" smtClean="0">
                                <a:solidFill>
                                  <a:schemeClr val="tx1"/>
                                </a:solidFill>
                                <a:latin typeface="Cambria Math" panose="02040503050406030204" pitchFamily="18" charset="0"/>
                              </a:rPr>
                              <m:t>𝑿</m:t>
                            </m:r>
                          </m:e>
                        </m:d>
                      </m:oMath>
                    </m:oMathPara>
                  </a14:m>
                  <a:endParaRPr lang="es-ES_tradnl" b="1" dirty="0"/>
                </a:p>
              </p:txBody>
            </p:sp>
          </mc:Choice>
          <mc:Fallback xmlns="">
            <p:sp>
              <p:nvSpPr>
                <p:cNvPr id="2" name="Rectangle 1">
                  <a:extLst>
                    <a:ext uri="{FF2B5EF4-FFF2-40B4-BE49-F238E27FC236}">
                      <a16:creationId xmlns:a16="http://schemas.microsoft.com/office/drawing/2014/main" id="{69829690-7111-B6F0-3463-C2468754838D}"/>
                    </a:ext>
                  </a:extLst>
                </p:cNvPr>
                <p:cNvSpPr>
                  <a:spLocks noRot="1" noChangeAspect="1" noMove="1" noResize="1" noEditPoints="1" noAdjustHandles="1" noChangeArrowheads="1" noChangeShapeType="1" noTextEdit="1"/>
                </p:cNvSpPr>
                <p:nvPr/>
              </p:nvSpPr>
              <p:spPr>
                <a:xfrm>
                  <a:off x="4691743" y="3668486"/>
                  <a:ext cx="1665514" cy="729343"/>
                </a:xfrm>
                <a:prstGeom prst="rect">
                  <a:avLst/>
                </a:prstGeom>
                <a:blipFill>
                  <a:blip r:embed="rId5"/>
                  <a:stretch>
                    <a:fillRect b="-19048"/>
                  </a:stretch>
                </a:blipFill>
                <a:ln>
                  <a:noFill/>
                </a:ln>
              </p:spPr>
              <p:txBody>
                <a:bodyPr/>
                <a:lstStyle/>
                <a:p>
                  <a:r>
                    <a:rPr lang="es-ES_tradnl">
                      <a:noFill/>
                    </a:rPr>
                    <a:t> </a:t>
                  </a:r>
                </a:p>
              </p:txBody>
            </p:sp>
          </mc:Fallback>
        </mc:AlternateContent>
      </p:grp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Conector recto de flecha 6">
            <a:extLst>
              <a:ext uri="{FF2B5EF4-FFF2-40B4-BE49-F238E27FC236}">
                <a16:creationId xmlns:a16="http://schemas.microsoft.com/office/drawing/2014/main" id="{19A925BF-A7FF-EE95-C6A6-52868CFFDF6A}"/>
              </a:ext>
            </a:extLst>
          </p:cNvPr>
          <p:cNvCxnSpPr/>
          <p:nvPr/>
        </p:nvCxnSpPr>
        <p:spPr>
          <a:xfrm>
            <a:off x="1728705" y="4713982"/>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Conector recto de flecha 6">
            <a:extLst>
              <a:ext uri="{FF2B5EF4-FFF2-40B4-BE49-F238E27FC236}">
                <a16:creationId xmlns:a16="http://schemas.microsoft.com/office/drawing/2014/main" id="{7364CB25-658C-3BCC-945B-838601DC3781}"/>
              </a:ext>
            </a:extLst>
          </p:cNvPr>
          <p:cNvCxnSpPr/>
          <p:nvPr/>
        </p:nvCxnSpPr>
        <p:spPr>
          <a:xfrm>
            <a:off x="1728705" y="5856982"/>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25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9" y="1468239"/>
            <a:ext cx="5661172" cy="2798951"/>
          </a:xfrm>
        </p:spPr>
        <p:txBody>
          <a:bodyPr/>
          <a:lstStyle/>
          <a:p>
            <a:r>
              <a:rPr lang="es-ES" dirty="0"/>
              <a:t>¿De dónde viene el nombre supervisado?</a:t>
            </a:r>
          </a:p>
          <a:p>
            <a:r>
              <a:rPr lang="es-ES" dirty="0"/>
              <a:t>La respuesta es de la variable respuesta, esto porque con ella podemos </a:t>
            </a:r>
            <a:r>
              <a:rPr lang="es-ES" b="1" i="1" dirty="0"/>
              <a:t>medir y supervisar </a:t>
            </a:r>
            <a:r>
              <a:rPr lang="es-ES" dirty="0"/>
              <a:t>el aprendizaje del modelo, para poder ir guiando su entrenamiento acorde a ello.</a:t>
            </a:r>
          </a:p>
          <a:p>
            <a:r>
              <a:rPr lang="es-ES" dirty="0"/>
              <a:t>Esto se hace básicamente comparando las predicciones del modelo (variable respuesta predicha) con los valores reales (que por la naturaleza de los datos, es conocida!), permitiendo así medir el desempeño del modelo e ir haciendo las modificaciones necesarias, con el fin de obtener un mejor modelo.</a:t>
            </a:r>
            <a:endParaRPr lang="es-CL"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896067"/>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3074" name="Picture 2" descr="APRENDIZAJE SUPERVISADO EN MACHINE LEARNING - Todo lo que debes saber -  YouTube">
            <a:extLst>
              <a:ext uri="{FF2B5EF4-FFF2-40B4-BE49-F238E27FC236}">
                <a16:creationId xmlns:a16="http://schemas.microsoft.com/office/drawing/2014/main" id="{8E558F27-C143-ABE3-A533-45608D5ADB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750" t="3286" r="2061" b="5339"/>
          <a:stretch/>
        </p:blipFill>
        <p:spPr bwMode="auto">
          <a:xfrm>
            <a:off x="8109832" y="1487424"/>
            <a:ext cx="3222171" cy="4844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29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39"/>
            <a:ext cx="7586081" cy="2798951"/>
          </a:xfrm>
        </p:spPr>
        <p:txBody>
          <a:bodyPr/>
          <a:lstStyle/>
          <a:p>
            <a:r>
              <a:rPr lang="es-ES" b="1" dirty="0"/>
              <a:t>Machine Learning Pipeline</a:t>
            </a:r>
          </a:p>
          <a:p>
            <a:r>
              <a:rPr lang="es-ES" dirty="0"/>
              <a:t>Cuando estamos en un contexto de modelos supervisados debemos saber que existe un procedimiento, medianamente estandarizado, que debemos seguir para poder desarrollar un modelo de machine learning de manera exitosa.</a:t>
            </a:r>
          </a:p>
          <a:p>
            <a:r>
              <a:rPr lang="es-ES" dirty="0"/>
              <a:t>El proceso es como sigue:</a:t>
            </a:r>
          </a:p>
          <a:p>
            <a:pPr marL="285750" indent="-285750">
              <a:buFont typeface="Arial" panose="020B0604020202020204" pitchFamily="34" charset="0"/>
              <a:buChar char="•"/>
            </a:pPr>
            <a:r>
              <a:rPr lang="es-CL" dirty="0"/>
              <a:t>Preparación de datos</a:t>
            </a:r>
          </a:p>
          <a:p>
            <a:pPr marL="742950" lvl="1" indent="-285750">
              <a:buFont typeface="Arial" panose="020B0604020202020204" pitchFamily="34" charset="0"/>
              <a:buChar char="•"/>
            </a:pPr>
            <a:r>
              <a:rPr lang="es-CL" sz="1000" dirty="0">
                <a:solidFill>
                  <a:srgbClr val="6A6A69"/>
                </a:solidFill>
              </a:rPr>
              <a:t>Limpieza y formateo de datos</a:t>
            </a:r>
          </a:p>
          <a:p>
            <a:pPr marL="742950" lvl="1" indent="-285750">
              <a:buFont typeface="Arial" panose="020B0604020202020204" pitchFamily="34" charset="0"/>
              <a:buChar char="•"/>
            </a:pPr>
            <a:r>
              <a:rPr lang="es-CL" sz="1000" dirty="0" err="1">
                <a:solidFill>
                  <a:srgbClr val="6A6A69"/>
                </a:solidFill>
              </a:rPr>
              <a:t>Feature</a:t>
            </a:r>
            <a:r>
              <a:rPr lang="es-CL" sz="1000" dirty="0">
                <a:solidFill>
                  <a:srgbClr val="6A6A69"/>
                </a:solidFill>
              </a:rPr>
              <a:t> </a:t>
            </a:r>
            <a:r>
              <a:rPr lang="es-CL" sz="1000" dirty="0" err="1">
                <a:solidFill>
                  <a:srgbClr val="6A6A69"/>
                </a:solidFill>
              </a:rPr>
              <a:t>selection</a:t>
            </a:r>
            <a:r>
              <a:rPr lang="es-CL" sz="1000" dirty="0">
                <a:solidFill>
                  <a:srgbClr val="6A6A69"/>
                </a:solidFill>
              </a:rPr>
              <a:t>, </a:t>
            </a:r>
            <a:r>
              <a:rPr lang="es-CL" sz="1000" dirty="0" err="1">
                <a:solidFill>
                  <a:srgbClr val="6A6A69"/>
                </a:solidFill>
              </a:rPr>
              <a:t>extraction</a:t>
            </a:r>
            <a:r>
              <a:rPr lang="es-CL" sz="1000" dirty="0">
                <a:solidFill>
                  <a:srgbClr val="6A6A69"/>
                </a:solidFill>
              </a:rPr>
              <a:t> and </a:t>
            </a:r>
            <a:r>
              <a:rPr lang="es-CL" sz="1000" dirty="0" err="1">
                <a:solidFill>
                  <a:srgbClr val="6A6A69"/>
                </a:solidFill>
              </a:rPr>
              <a:t>engineering</a:t>
            </a:r>
            <a:endParaRPr lang="es-CL" sz="1000" dirty="0">
              <a:solidFill>
                <a:srgbClr val="6A6A69"/>
              </a:solidFill>
            </a:endParaRPr>
          </a:p>
          <a:p>
            <a:pPr marL="742950" lvl="1" indent="-285750">
              <a:buFont typeface="Arial" panose="020B0604020202020204" pitchFamily="34" charset="0"/>
              <a:buChar char="•"/>
            </a:pPr>
            <a:r>
              <a:rPr lang="es-CL" sz="1000" dirty="0">
                <a:solidFill>
                  <a:srgbClr val="6A6A69"/>
                </a:solidFill>
              </a:rPr>
              <a:t>Train y test </a:t>
            </a:r>
            <a:r>
              <a:rPr lang="es-CL" sz="1000" dirty="0" err="1">
                <a:solidFill>
                  <a:srgbClr val="6A6A69"/>
                </a:solidFill>
              </a:rPr>
              <a:t>split</a:t>
            </a:r>
            <a:endParaRPr lang="es-CL" sz="1000" dirty="0">
              <a:solidFill>
                <a:srgbClr val="6A6A69"/>
              </a:solidFill>
            </a:endParaRPr>
          </a:p>
          <a:p>
            <a:pPr marL="742950" lvl="1" indent="-285750">
              <a:buFont typeface="Arial" panose="020B0604020202020204" pitchFamily="34" charset="0"/>
              <a:buChar char="•"/>
            </a:pPr>
            <a:r>
              <a:rPr lang="es-CL" sz="1000" dirty="0">
                <a:solidFill>
                  <a:srgbClr val="6A6A69"/>
                </a:solidFill>
              </a:rPr>
              <a:t>Balanceo de clases</a:t>
            </a:r>
          </a:p>
          <a:p>
            <a:pPr marL="285750" indent="-285750">
              <a:buFont typeface="Arial" panose="020B0604020202020204" pitchFamily="34" charset="0"/>
              <a:buChar char="•"/>
            </a:pPr>
            <a:r>
              <a:rPr lang="es-CL" dirty="0"/>
              <a:t>Entrenamiento del modelo</a:t>
            </a:r>
          </a:p>
          <a:p>
            <a:pPr marL="285750" indent="-285750">
              <a:buFont typeface="Arial" panose="020B0604020202020204" pitchFamily="34" charset="0"/>
              <a:buChar char="•"/>
            </a:pPr>
            <a:r>
              <a:rPr lang="es-CL" dirty="0"/>
              <a:t>Optimización</a:t>
            </a:r>
          </a:p>
          <a:p>
            <a:pPr marL="742950" lvl="1" indent="-285750">
              <a:buFont typeface="Arial" panose="020B0604020202020204" pitchFamily="34" charset="0"/>
              <a:buChar char="•"/>
            </a:pPr>
            <a:r>
              <a:rPr lang="es-CL" sz="1000" dirty="0">
                <a:solidFill>
                  <a:srgbClr val="6A6A69"/>
                </a:solidFill>
              </a:rPr>
              <a:t>Optimización de </a:t>
            </a:r>
            <a:r>
              <a:rPr lang="es-CL" sz="1000" dirty="0" err="1">
                <a:solidFill>
                  <a:srgbClr val="6A6A69"/>
                </a:solidFill>
              </a:rPr>
              <a:t>hiperparámetros</a:t>
            </a:r>
            <a:endParaRPr lang="es-CL" sz="1000" dirty="0">
              <a:solidFill>
                <a:srgbClr val="6A6A69"/>
              </a:solidFill>
            </a:endParaRPr>
          </a:p>
          <a:p>
            <a:pPr marL="285750" indent="-285750">
              <a:buFont typeface="Arial" panose="020B0604020202020204" pitchFamily="34" charset="0"/>
              <a:buChar char="•"/>
            </a:pPr>
            <a:r>
              <a:rPr lang="es-CL" dirty="0"/>
              <a:t>Evaluación del modelo</a:t>
            </a:r>
          </a:p>
          <a:p>
            <a:pPr marL="285750" indent="-285750">
              <a:buFont typeface="Arial" panose="020B0604020202020204" pitchFamily="34" charset="0"/>
              <a:buChar char="•"/>
            </a:pPr>
            <a:r>
              <a:rPr lang="es-CL" dirty="0"/>
              <a:t>Comunicación de resultados</a:t>
            </a:r>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896067"/>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Curved Left Arrow 1">
            <a:extLst>
              <a:ext uri="{FF2B5EF4-FFF2-40B4-BE49-F238E27FC236}">
                <a16:creationId xmlns:a16="http://schemas.microsoft.com/office/drawing/2014/main" id="{52463C75-F726-5299-860C-525B0AB72A8B}"/>
              </a:ext>
            </a:extLst>
          </p:cNvPr>
          <p:cNvSpPr/>
          <p:nvPr/>
        </p:nvSpPr>
        <p:spPr>
          <a:xfrm flipV="1">
            <a:off x="4775946" y="4313575"/>
            <a:ext cx="1072763" cy="1239489"/>
          </a:xfrm>
          <a:prstGeom prst="curvedLeftArrow">
            <a:avLst>
              <a:gd name="adj1" fmla="val 11926"/>
              <a:gd name="adj2" fmla="val 32138"/>
              <a:gd name="adj3" fmla="val 274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solidFill>
            </a:endParaRPr>
          </a:p>
        </p:txBody>
      </p:sp>
      <p:pic>
        <p:nvPicPr>
          <p:cNvPr id="9" name="Picture 2" descr="How to Build a Better Machine Learning Pipeline">
            <a:extLst>
              <a:ext uri="{FF2B5EF4-FFF2-40B4-BE49-F238E27FC236}">
                <a16:creationId xmlns:a16="http://schemas.microsoft.com/office/drawing/2014/main" id="{B046D42A-BD37-E605-75B3-AC072C4957D9}"/>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1899"/>
          <a:stretch/>
        </p:blipFill>
        <p:spPr bwMode="auto">
          <a:xfrm>
            <a:off x="6478128" y="3079309"/>
            <a:ext cx="5099027" cy="2394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88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39"/>
            <a:ext cx="7586081" cy="2798951"/>
          </a:xfrm>
        </p:spPr>
        <p:txBody>
          <a:bodyPr/>
          <a:lstStyle/>
          <a:p>
            <a:r>
              <a:rPr lang="es-ES" b="1" dirty="0"/>
              <a:t>Train/Test Split – Validación cruzada</a:t>
            </a:r>
          </a:p>
          <a:p>
            <a:r>
              <a:rPr lang="es-ES" dirty="0"/>
              <a:t>Existen distintas divisiones que se realizan en el </a:t>
            </a:r>
            <a:r>
              <a:rPr lang="es-ES" dirty="0" err="1"/>
              <a:t>dataset</a:t>
            </a:r>
            <a:r>
              <a:rPr lang="es-ES" dirty="0"/>
              <a:t> con distintos fines</a:t>
            </a:r>
          </a:p>
          <a:p>
            <a:pPr marL="285750" indent="-285750">
              <a:buFont typeface="Arial" panose="020B0604020202020204" pitchFamily="34" charset="0"/>
              <a:buChar char="•"/>
            </a:pPr>
            <a:r>
              <a:rPr lang="es-ES" b="1" dirty="0"/>
              <a:t>Train/test Split: </a:t>
            </a:r>
            <a:r>
              <a:rPr lang="es-ES" dirty="0"/>
              <a:t>Sirven para entrenar y evaluar el modelos</a:t>
            </a:r>
          </a:p>
          <a:p>
            <a:pPr marL="285750" indent="-285750">
              <a:buFont typeface="Arial" panose="020B0604020202020204" pitchFamily="34" charset="0"/>
              <a:buChar char="•"/>
            </a:pPr>
            <a:r>
              <a:rPr lang="es-ES" b="1" dirty="0"/>
              <a:t>K-</a:t>
            </a:r>
            <a:r>
              <a:rPr lang="es-ES" b="1" dirty="0" err="1"/>
              <a:t>folds</a:t>
            </a:r>
            <a:r>
              <a:rPr lang="es-ES" b="1" dirty="0"/>
              <a:t>: </a:t>
            </a:r>
            <a:r>
              <a:rPr lang="es-ES" dirty="0"/>
              <a:t>Sirven para realizar validación cruzada, que es utilizada para optimizar modelos o para validarlos.</a:t>
            </a:r>
            <a:endParaRPr lang="es-CL" b="1"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1" name="Picture 2" descr="K-Fold Cross Validation for Deep Learning Models using Keras | by  Siladittya Manna | The Owl | Medium">
            <a:extLst>
              <a:ext uri="{FF2B5EF4-FFF2-40B4-BE49-F238E27FC236}">
                <a16:creationId xmlns:a16="http://schemas.microsoft.com/office/drawing/2014/main" id="{DC48307B-5AC8-10C1-F878-52F73AB3FF5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543" t="3346" r="2896" b="2514"/>
          <a:stretch/>
        </p:blipFill>
        <p:spPr bwMode="auto">
          <a:xfrm>
            <a:off x="3326082" y="3270456"/>
            <a:ext cx="5199912" cy="3142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5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39"/>
            <a:ext cx="7586081" cy="2798951"/>
          </a:xfrm>
        </p:spPr>
        <p:txBody>
          <a:bodyPr/>
          <a:lstStyle/>
          <a:p>
            <a:r>
              <a:rPr lang="es-ES" b="1" dirty="0"/>
              <a:t>Métricas de desempeño</a:t>
            </a:r>
          </a:p>
          <a:p>
            <a:r>
              <a:rPr lang="es-ES" dirty="0"/>
              <a:t>Para evaluar nuestros modelos, existen diversas métricas para hacerlo, que se puede ocupar de manera individual o conjunta, dependiendo de cada caso.</a:t>
            </a:r>
            <a:endParaRPr lang="es-CL" b="1"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11D4064A-3727-2198-8E9D-7ED0F28A41F9}"/>
              </a:ext>
            </a:extLst>
          </p:cNvPr>
          <p:cNvSpPr/>
          <p:nvPr/>
        </p:nvSpPr>
        <p:spPr>
          <a:xfrm>
            <a:off x="2699658" y="2735395"/>
            <a:ext cx="3396343" cy="31786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Rounded Rectangle 7">
            <a:extLst>
              <a:ext uri="{FF2B5EF4-FFF2-40B4-BE49-F238E27FC236}">
                <a16:creationId xmlns:a16="http://schemas.microsoft.com/office/drawing/2014/main" id="{5914C79C-AA67-F13F-1AB3-BF30E7ED1100}"/>
              </a:ext>
            </a:extLst>
          </p:cNvPr>
          <p:cNvSpPr/>
          <p:nvPr/>
        </p:nvSpPr>
        <p:spPr>
          <a:xfrm>
            <a:off x="2699657" y="2735395"/>
            <a:ext cx="3396343" cy="1055914"/>
          </a:xfrm>
          <a:prstGeom prst="roundRect">
            <a:avLst>
              <a:gd name="adj" fmla="val 50000"/>
            </a:avLst>
          </a:prstGeom>
          <a:solidFill>
            <a:schemeClr val="accent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Modelos de</a:t>
            </a:r>
          </a:p>
          <a:p>
            <a:pPr algn="ctr"/>
            <a:r>
              <a:rPr lang="es-ES_tradnl" dirty="0"/>
              <a:t>Clasificación</a:t>
            </a:r>
          </a:p>
        </p:txBody>
      </p:sp>
      <p:sp>
        <p:nvSpPr>
          <p:cNvPr id="9" name="Rounded Rectangle 8">
            <a:extLst>
              <a:ext uri="{FF2B5EF4-FFF2-40B4-BE49-F238E27FC236}">
                <a16:creationId xmlns:a16="http://schemas.microsoft.com/office/drawing/2014/main" id="{1B81C5CF-48BE-D9C8-0B98-BF30E3FE8297}"/>
              </a:ext>
            </a:extLst>
          </p:cNvPr>
          <p:cNvSpPr/>
          <p:nvPr/>
        </p:nvSpPr>
        <p:spPr>
          <a:xfrm>
            <a:off x="6988629" y="2735395"/>
            <a:ext cx="3396343" cy="31786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Rounded Rectangle 11">
            <a:extLst>
              <a:ext uri="{FF2B5EF4-FFF2-40B4-BE49-F238E27FC236}">
                <a16:creationId xmlns:a16="http://schemas.microsoft.com/office/drawing/2014/main" id="{01F6EC3B-B395-609A-FA2A-95E22911F043}"/>
              </a:ext>
            </a:extLst>
          </p:cNvPr>
          <p:cNvSpPr/>
          <p:nvPr/>
        </p:nvSpPr>
        <p:spPr>
          <a:xfrm>
            <a:off x="6988628" y="2735395"/>
            <a:ext cx="3396343" cy="1055914"/>
          </a:xfrm>
          <a:prstGeom prst="roundRect">
            <a:avLst>
              <a:gd name="adj" fmla="val 50000"/>
            </a:avLst>
          </a:prstGeom>
          <a:solidFill>
            <a:schemeClr val="accent2"/>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t>Modelos de </a:t>
            </a:r>
          </a:p>
          <a:p>
            <a:pPr algn="ctr"/>
            <a:r>
              <a:rPr lang="es-ES_tradnl" dirty="0"/>
              <a:t>Regresión</a:t>
            </a:r>
          </a:p>
        </p:txBody>
      </p:sp>
      <p:sp>
        <p:nvSpPr>
          <p:cNvPr id="13" name="TextBox 12">
            <a:extLst>
              <a:ext uri="{FF2B5EF4-FFF2-40B4-BE49-F238E27FC236}">
                <a16:creationId xmlns:a16="http://schemas.microsoft.com/office/drawing/2014/main" id="{3416D32D-2C20-5A35-A799-B0551553AF19}"/>
              </a:ext>
            </a:extLst>
          </p:cNvPr>
          <p:cNvSpPr txBox="1"/>
          <p:nvPr/>
        </p:nvSpPr>
        <p:spPr>
          <a:xfrm>
            <a:off x="3600975" y="3996189"/>
            <a:ext cx="1593706" cy="1477328"/>
          </a:xfrm>
          <a:prstGeom prst="rect">
            <a:avLst/>
          </a:prstGeom>
          <a:noFill/>
        </p:spPr>
        <p:txBody>
          <a:bodyPr wrap="none" rtlCol="0">
            <a:spAutoFit/>
          </a:bodyPr>
          <a:lstStyle/>
          <a:p>
            <a:pPr marL="285750" indent="-285750">
              <a:buClr>
                <a:schemeClr val="accent1"/>
              </a:buClr>
              <a:buFont typeface="Wingdings" pitchFamily="2" charset="2"/>
              <a:buChar char="ü"/>
            </a:pPr>
            <a:r>
              <a:rPr lang="es-ES_tradnl" dirty="0" err="1">
                <a:solidFill>
                  <a:srgbClr val="6A6A69"/>
                </a:solidFill>
              </a:rPr>
              <a:t>Accuracy</a:t>
            </a:r>
            <a:endParaRPr lang="es-ES_tradnl" dirty="0">
              <a:solidFill>
                <a:srgbClr val="6A6A69"/>
              </a:solidFill>
            </a:endParaRPr>
          </a:p>
          <a:p>
            <a:pPr marL="285750" indent="-285750">
              <a:buClr>
                <a:schemeClr val="accent1"/>
              </a:buClr>
              <a:buFont typeface="Wingdings" pitchFamily="2" charset="2"/>
              <a:buChar char="ü"/>
            </a:pPr>
            <a:r>
              <a:rPr lang="es-ES_tradnl" dirty="0" err="1">
                <a:solidFill>
                  <a:srgbClr val="6A6A69"/>
                </a:solidFill>
              </a:rPr>
              <a:t>Recall</a:t>
            </a:r>
            <a:endParaRPr lang="es-ES_tradnl" dirty="0">
              <a:solidFill>
                <a:srgbClr val="6A6A69"/>
              </a:solidFill>
            </a:endParaRPr>
          </a:p>
          <a:p>
            <a:pPr marL="285750" indent="-285750">
              <a:buClr>
                <a:schemeClr val="accent1"/>
              </a:buClr>
              <a:buFont typeface="Wingdings" pitchFamily="2" charset="2"/>
              <a:buChar char="ü"/>
            </a:pPr>
            <a:r>
              <a:rPr lang="es-ES_tradnl" dirty="0" err="1">
                <a:solidFill>
                  <a:srgbClr val="6A6A69"/>
                </a:solidFill>
              </a:rPr>
              <a:t>Precision</a:t>
            </a:r>
            <a:endParaRPr lang="es-ES_tradnl" dirty="0">
              <a:solidFill>
                <a:srgbClr val="6A6A69"/>
              </a:solidFill>
            </a:endParaRPr>
          </a:p>
          <a:p>
            <a:pPr marL="285750" indent="-285750">
              <a:buClr>
                <a:schemeClr val="accent1"/>
              </a:buClr>
              <a:buFont typeface="Wingdings" pitchFamily="2" charset="2"/>
              <a:buChar char="ü"/>
            </a:pPr>
            <a:r>
              <a:rPr lang="es-ES_tradnl" dirty="0">
                <a:solidFill>
                  <a:srgbClr val="6A6A69"/>
                </a:solidFill>
              </a:rPr>
              <a:t>F1 Score</a:t>
            </a:r>
          </a:p>
          <a:p>
            <a:pPr marL="285750" indent="-285750">
              <a:buClr>
                <a:schemeClr val="accent1"/>
              </a:buClr>
              <a:buFont typeface="Wingdings" pitchFamily="2" charset="2"/>
              <a:buChar char="ü"/>
            </a:pPr>
            <a:r>
              <a:rPr lang="es-ES_tradnl" dirty="0">
                <a:solidFill>
                  <a:srgbClr val="6A6A69"/>
                </a:solidFill>
              </a:rPr>
              <a:t>ROC - AUC</a:t>
            </a:r>
          </a:p>
        </p:txBody>
      </p:sp>
      <p:sp>
        <p:nvSpPr>
          <p:cNvPr id="14" name="TextBox 13">
            <a:extLst>
              <a:ext uri="{FF2B5EF4-FFF2-40B4-BE49-F238E27FC236}">
                <a16:creationId xmlns:a16="http://schemas.microsoft.com/office/drawing/2014/main" id="{7B5F033A-1CC4-091A-E4BC-5F5E4E8B8FC7}"/>
              </a:ext>
            </a:extLst>
          </p:cNvPr>
          <p:cNvSpPr txBox="1"/>
          <p:nvPr/>
        </p:nvSpPr>
        <p:spPr>
          <a:xfrm>
            <a:off x="7908284" y="4000559"/>
            <a:ext cx="1557029" cy="1477328"/>
          </a:xfrm>
          <a:prstGeom prst="rect">
            <a:avLst/>
          </a:prstGeom>
          <a:noFill/>
        </p:spPr>
        <p:txBody>
          <a:bodyPr wrap="none" rtlCol="0">
            <a:spAutoFit/>
          </a:bodyPr>
          <a:lstStyle/>
          <a:p>
            <a:pPr marL="285750" indent="-285750">
              <a:buClr>
                <a:schemeClr val="accent1"/>
              </a:buClr>
              <a:buFont typeface="Wingdings" pitchFamily="2" charset="2"/>
              <a:buChar char="ü"/>
            </a:pPr>
            <a:r>
              <a:rPr lang="es-ES_tradnl" dirty="0">
                <a:solidFill>
                  <a:srgbClr val="6A6A69"/>
                </a:solidFill>
              </a:rPr>
              <a:t>MAE</a:t>
            </a:r>
          </a:p>
          <a:p>
            <a:pPr marL="285750" indent="-285750">
              <a:buClr>
                <a:schemeClr val="accent1"/>
              </a:buClr>
              <a:buFont typeface="Wingdings" pitchFamily="2" charset="2"/>
              <a:buChar char="ü"/>
            </a:pPr>
            <a:r>
              <a:rPr lang="es-ES_tradnl" dirty="0">
                <a:solidFill>
                  <a:srgbClr val="6A6A69"/>
                </a:solidFill>
              </a:rPr>
              <a:t>RMSE</a:t>
            </a:r>
          </a:p>
          <a:p>
            <a:pPr marL="285750" indent="-285750">
              <a:buClr>
                <a:schemeClr val="accent1"/>
              </a:buClr>
              <a:buFont typeface="Wingdings" pitchFamily="2" charset="2"/>
              <a:buChar char="ü"/>
            </a:pPr>
            <a:r>
              <a:rPr lang="es-ES_tradnl" dirty="0">
                <a:solidFill>
                  <a:srgbClr val="6A6A69"/>
                </a:solidFill>
              </a:rPr>
              <a:t>MSE</a:t>
            </a:r>
          </a:p>
          <a:p>
            <a:pPr marL="285750" indent="-285750">
              <a:buClr>
                <a:schemeClr val="accent1"/>
              </a:buClr>
              <a:buFont typeface="Wingdings" pitchFamily="2" charset="2"/>
              <a:buChar char="ü"/>
            </a:pPr>
            <a:r>
              <a:rPr lang="es-ES_tradnl" dirty="0">
                <a:solidFill>
                  <a:srgbClr val="6A6A69"/>
                </a:solidFill>
              </a:rPr>
              <a:t>R </a:t>
            </a:r>
            <a:r>
              <a:rPr lang="es-ES_tradnl" dirty="0" err="1">
                <a:solidFill>
                  <a:srgbClr val="6A6A69"/>
                </a:solidFill>
              </a:rPr>
              <a:t>squared</a:t>
            </a:r>
            <a:endParaRPr lang="es-ES_tradnl" dirty="0">
              <a:solidFill>
                <a:srgbClr val="6A6A69"/>
              </a:solidFill>
            </a:endParaRPr>
          </a:p>
          <a:p>
            <a:pPr marL="285750" indent="-285750">
              <a:buClr>
                <a:schemeClr val="accent1"/>
              </a:buClr>
              <a:buFont typeface="Wingdings" pitchFamily="2" charset="2"/>
              <a:buChar char="ü"/>
            </a:pPr>
            <a:r>
              <a:rPr lang="es-ES_tradnl" dirty="0">
                <a:solidFill>
                  <a:srgbClr val="6A6A69"/>
                </a:solidFill>
              </a:rPr>
              <a:t>MAPE</a:t>
            </a:r>
          </a:p>
        </p:txBody>
      </p:sp>
    </p:spTree>
    <p:extLst>
      <p:ext uri="{BB962C8B-B14F-4D97-AF65-F5344CB8AC3E}">
        <p14:creationId xmlns:p14="http://schemas.microsoft.com/office/powerpoint/2010/main" val="2157288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39"/>
            <a:ext cx="7586081" cy="2798951"/>
          </a:xfrm>
        </p:spPr>
        <p:txBody>
          <a:bodyPr/>
          <a:lstStyle/>
          <a:p>
            <a:r>
              <a:rPr lang="es-ES" b="1" dirty="0" err="1"/>
              <a:t>Under</a:t>
            </a:r>
            <a:r>
              <a:rPr lang="es-ES" b="1" dirty="0"/>
              <a:t>/</a:t>
            </a:r>
            <a:r>
              <a:rPr lang="es-ES" b="1" dirty="0" err="1"/>
              <a:t>Over</a:t>
            </a:r>
            <a:r>
              <a:rPr lang="es-ES" b="1" dirty="0"/>
              <a:t> – </a:t>
            </a:r>
            <a:r>
              <a:rPr lang="es-ES" b="1" dirty="0" err="1"/>
              <a:t>fitting</a:t>
            </a:r>
            <a:r>
              <a:rPr lang="es-ES" b="1" dirty="0"/>
              <a:t> </a:t>
            </a:r>
          </a:p>
          <a:p>
            <a:r>
              <a:rPr lang="es-ES" dirty="0"/>
              <a:t>Este es uno de los problemas bien clásicos a los que uno puede enfrentarse al momento de entrenar modelos de machine learning</a:t>
            </a:r>
            <a:endParaRPr lang="es-CL" b="1"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1" name="Picture 2" descr="What is underfitting and overfitting in machine learning and how to deal  with it. | by Anup Bhande | GreyAtom | Medium">
            <a:extLst>
              <a:ext uri="{FF2B5EF4-FFF2-40B4-BE49-F238E27FC236}">
                <a16:creationId xmlns:a16="http://schemas.microsoft.com/office/drawing/2014/main" id="{A86A10BF-AAA5-5D06-A607-2C9D9B9586C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6961" y="2931767"/>
            <a:ext cx="7685314" cy="2670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21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39"/>
            <a:ext cx="7586081" cy="2798951"/>
          </a:xfrm>
        </p:spPr>
        <p:txBody>
          <a:bodyPr/>
          <a:lstStyle/>
          <a:p>
            <a:r>
              <a:rPr lang="es-ES" b="1" dirty="0" err="1"/>
              <a:t>Under</a:t>
            </a:r>
            <a:r>
              <a:rPr lang="es-ES" b="1" dirty="0"/>
              <a:t>/</a:t>
            </a:r>
            <a:r>
              <a:rPr lang="es-ES" b="1" dirty="0" err="1"/>
              <a:t>Over</a:t>
            </a:r>
            <a:r>
              <a:rPr lang="es-ES" b="1" dirty="0"/>
              <a:t> – </a:t>
            </a:r>
            <a:r>
              <a:rPr lang="es-ES" b="1" dirty="0" err="1"/>
              <a:t>fitting</a:t>
            </a:r>
            <a:r>
              <a:rPr lang="es-ES" b="1" dirty="0"/>
              <a:t> </a:t>
            </a:r>
          </a:p>
          <a:p>
            <a:r>
              <a:rPr lang="es-ES" dirty="0"/>
              <a:t>¿Cómo determinarlo?</a:t>
            </a:r>
            <a:endParaRPr lang="es-CL" b="1"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11832" y="2036096"/>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3CDEB138-C36F-F5B6-81EE-1D6FF96A10D5}"/>
              </a:ext>
            </a:extLst>
          </p:cNvPr>
          <p:cNvGrpSpPr/>
          <p:nvPr/>
        </p:nvGrpSpPr>
        <p:grpSpPr>
          <a:xfrm>
            <a:off x="3935250" y="2242948"/>
            <a:ext cx="4504595" cy="3770375"/>
            <a:chOff x="3935250" y="2242948"/>
            <a:chExt cx="4504595" cy="3770375"/>
          </a:xfrm>
        </p:grpSpPr>
        <p:cxnSp>
          <p:nvCxnSpPr>
            <p:cNvPr id="9" name="Straight Connector 8">
              <a:extLst>
                <a:ext uri="{FF2B5EF4-FFF2-40B4-BE49-F238E27FC236}">
                  <a16:creationId xmlns:a16="http://schemas.microsoft.com/office/drawing/2014/main" id="{F092F511-BE1E-C83F-A678-B7EFFFC6E7E2}"/>
                </a:ext>
              </a:extLst>
            </p:cNvPr>
            <p:cNvCxnSpPr/>
            <p:nvPr/>
          </p:nvCxnSpPr>
          <p:spPr>
            <a:xfrm>
              <a:off x="4382219" y="5581291"/>
              <a:ext cx="3657600" cy="0"/>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763B872-0811-B964-2842-84BEF5C9A12A}"/>
                </a:ext>
              </a:extLst>
            </p:cNvPr>
            <p:cNvCxnSpPr/>
            <p:nvPr/>
          </p:nvCxnSpPr>
          <p:spPr>
            <a:xfrm flipV="1">
              <a:off x="4382219" y="2320506"/>
              <a:ext cx="0" cy="3260785"/>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41B28-8777-8F13-7853-6D9BFE2434C7}"/>
                </a:ext>
              </a:extLst>
            </p:cNvPr>
            <p:cNvCxnSpPr/>
            <p:nvPr/>
          </p:nvCxnSpPr>
          <p:spPr>
            <a:xfrm>
              <a:off x="6262777" y="2320506"/>
              <a:ext cx="0" cy="326078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 name="Freeform 15">
              <a:extLst>
                <a:ext uri="{FF2B5EF4-FFF2-40B4-BE49-F238E27FC236}">
                  <a16:creationId xmlns:a16="http://schemas.microsoft.com/office/drawing/2014/main" id="{4149056D-62F8-8E66-CC48-B6C64E7B7402}"/>
                </a:ext>
              </a:extLst>
            </p:cNvPr>
            <p:cNvSpPr/>
            <p:nvPr/>
          </p:nvSpPr>
          <p:spPr>
            <a:xfrm>
              <a:off x="4537494" y="2812211"/>
              <a:ext cx="3252159" cy="2639683"/>
            </a:xfrm>
            <a:custGeom>
              <a:avLst/>
              <a:gdLst>
                <a:gd name="connsiteX0" fmla="*/ 0 w 3252159"/>
                <a:gd name="connsiteY0" fmla="*/ 0 h 2639683"/>
                <a:gd name="connsiteX1" fmla="*/ 1078302 w 3252159"/>
                <a:gd name="connsiteY1" fmla="*/ 2147978 h 2639683"/>
                <a:gd name="connsiteX2" fmla="*/ 3252159 w 3252159"/>
                <a:gd name="connsiteY2" fmla="*/ 2639683 h 2639683"/>
              </a:gdLst>
              <a:ahLst/>
              <a:cxnLst>
                <a:cxn ang="0">
                  <a:pos x="connsiteX0" y="connsiteY0"/>
                </a:cxn>
                <a:cxn ang="0">
                  <a:pos x="connsiteX1" y="connsiteY1"/>
                </a:cxn>
                <a:cxn ang="0">
                  <a:pos x="connsiteX2" y="connsiteY2"/>
                </a:cxn>
              </a:cxnLst>
              <a:rect l="l" t="t" r="r" b="b"/>
              <a:pathLst>
                <a:path w="3252159" h="2639683">
                  <a:moveTo>
                    <a:pt x="0" y="0"/>
                  </a:moveTo>
                  <a:cubicBezTo>
                    <a:pt x="268138" y="854015"/>
                    <a:pt x="536276" y="1708031"/>
                    <a:pt x="1078302" y="2147978"/>
                  </a:cubicBezTo>
                  <a:cubicBezTo>
                    <a:pt x="1620328" y="2587925"/>
                    <a:pt x="2436243" y="2613804"/>
                    <a:pt x="3252159" y="2639683"/>
                  </a:cubicBezTo>
                </a:path>
              </a:pathLst>
            </a:custGeom>
            <a:noFill/>
            <a:ln w="285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Freeform 16">
              <a:extLst>
                <a:ext uri="{FF2B5EF4-FFF2-40B4-BE49-F238E27FC236}">
                  <a16:creationId xmlns:a16="http://schemas.microsoft.com/office/drawing/2014/main" id="{9F67E0D2-78B3-EE7D-CBD8-0038DD952AC1}"/>
                </a:ext>
              </a:extLst>
            </p:cNvPr>
            <p:cNvSpPr/>
            <p:nvPr/>
          </p:nvSpPr>
          <p:spPr>
            <a:xfrm>
              <a:off x="4632385" y="2846717"/>
              <a:ext cx="3269411" cy="1406114"/>
            </a:xfrm>
            <a:custGeom>
              <a:avLst/>
              <a:gdLst>
                <a:gd name="connsiteX0" fmla="*/ 0 w 3269411"/>
                <a:gd name="connsiteY0" fmla="*/ 0 h 1406114"/>
                <a:gd name="connsiteX1" fmla="*/ 1656272 w 3269411"/>
                <a:gd name="connsiteY1" fmla="*/ 1406106 h 1406114"/>
                <a:gd name="connsiteX2" fmla="*/ 3269411 w 3269411"/>
                <a:gd name="connsiteY2" fmla="*/ 17253 h 1406114"/>
              </a:gdLst>
              <a:ahLst/>
              <a:cxnLst>
                <a:cxn ang="0">
                  <a:pos x="connsiteX0" y="connsiteY0"/>
                </a:cxn>
                <a:cxn ang="0">
                  <a:pos x="connsiteX1" y="connsiteY1"/>
                </a:cxn>
                <a:cxn ang="0">
                  <a:pos x="connsiteX2" y="connsiteY2"/>
                </a:cxn>
              </a:cxnLst>
              <a:rect l="l" t="t" r="r" b="b"/>
              <a:pathLst>
                <a:path w="3269411" h="1406114">
                  <a:moveTo>
                    <a:pt x="0" y="0"/>
                  </a:moveTo>
                  <a:cubicBezTo>
                    <a:pt x="555685" y="701615"/>
                    <a:pt x="1111370" y="1403231"/>
                    <a:pt x="1656272" y="1406106"/>
                  </a:cubicBezTo>
                  <a:cubicBezTo>
                    <a:pt x="2201174" y="1408981"/>
                    <a:pt x="2735292" y="713117"/>
                    <a:pt x="3269411" y="17253"/>
                  </a:cubicBezTo>
                </a:path>
              </a:pathLst>
            </a:custGeom>
            <a:noFill/>
            <a:ln w="285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 name="TextBox 17">
              <a:extLst>
                <a:ext uri="{FF2B5EF4-FFF2-40B4-BE49-F238E27FC236}">
                  <a16:creationId xmlns:a16="http://schemas.microsoft.com/office/drawing/2014/main" id="{86C2DAA2-B500-9C4B-4209-411DD8616352}"/>
                </a:ext>
              </a:extLst>
            </p:cNvPr>
            <p:cNvSpPr txBox="1"/>
            <p:nvPr/>
          </p:nvSpPr>
          <p:spPr>
            <a:xfrm rot="16200000">
              <a:off x="3754175" y="2424023"/>
              <a:ext cx="731482" cy="369332"/>
            </a:xfrm>
            <a:prstGeom prst="rect">
              <a:avLst/>
            </a:prstGeom>
            <a:noFill/>
          </p:spPr>
          <p:txBody>
            <a:bodyPr wrap="none" rtlCol="0">
              <a:spAutoFit/>
            </a:bodyPr>
            <a:lstStyle/>
            <a:p>
              <a:r>
                <a:rPr lang="es-ES_tradnl" dirty="0">
                  <a:solidFill>
                    <a:srgbClr val="6A6A69"/>
                  </a:solidFill>
                </a:rPr>
                <a:t>Error</a:t>
              </a:r>
            </a:p>
          </p:txBody>
        </p:sp>
        <p:sp>
          <p:nvSpPr>
            <p:cNvPr id="19" name="TextBox 18">
              <a:extLst>
                <a:ext uri="{FF2B5EF4-FFF2-40B4-BE49-F238E27FC236}">
                  <a16:creationId xmlns:a16="http://schemas.microsoft.com/office/drawing/2014/main" id="{C6228A0F-A18C-1604-D3B7-83DAB0D1D3F7}"/>
                </a:ext>
              </a:extLst>
            </p:cNvPr>
            <p:cNvSpPr txBox="1"/>
            <p:nvPr/>
          </p:nvSpPr>
          <p:spPr>
            <a:xfrm>
              <a:off x="6654312" y="5643991"/>
              <a:ext cx="1385507" cy="369332"/>
            </a:xfrm>
            <a:prstGeom prst="rect">
              <a:avLst/>
            </a:prstGeom>
            <a:noFill/>
          </p:spPr>
          <p:txBody>
            <a:bodyPr wrap="none" rtlCol="0">
              <a:spAutoFit/>
            </a:bodyPr>
            <a:lstStyle/>
            <a:p>
              <a:r>
                <a:rPr lang="es-ES_tradnl" dirty="0" err="1">
                  <a:solidFill>
                    <a:srgbClr val="6A6A69"/>
                  </a:solidFill>
                </a:rPr>
                <a:t>Complexity</a:t>
              </a:r>
              <a:endParaRPr lang="es-ES_tradnl" dirty="0">
                <a:solidFill>
                  <a:srgbClr val="6A6A69"/>
                </a:solidFill>
              </a:endParaRPr>
            </a:p>
          </p:txBody>
        </p:sp>
        <p:sp>
          <p:nvSpPr>
            <p:cNvPr id="20" name="TextBox 19">
              <a:extLst>
                <a:ext uri="{FF2B5EF4-FFF2-40B4-BE49-F238E27FC236}">
                  <a16:creationId xmlns:a16="http://schemas.microsoft.com/office/drawing/2014/main" id="{611FB83A-6EAE-0385-FD8A-BACB5EEED4B6}"/>
                </a:ext>
              </a:extLst>
            </p:cNvPr>
            <p:cNvSpPr txBox="1"/>
            <p:nvPr/>
          </p:nvSpPr>
          <p:spPr>
            <a:xfrm>
              <a:off x="7067059" y="5124178"/>
              <a:ext cx="952505" cy="261610"/>
            </a:xfrm>
            <a:prstGeom prst="rect">
              <a:avLst/>
            </a:prstGeom>
            <a:noFill/>
          </p:spPr>
          <p:txBody>
            <a:bodyPr wrap="none" rtlCol="0">
              <a:spAutoFit/>
            </a:bodyPr>
            <a:lstStyle/>
            <a:p>
              <a:r>
                <a:rPr lang="es-ES_tradnl" sz="1100" dirty="0">
                  <a:solidFill>
                    <a:srgbClr val="6A6A69"/>
                  </a:solidFill>
                </a:rPr>
                <a:t>Training set</a:t>
              </a:r>
            </a:p>
          </p:txBody>
        </p:sp>
        <p:sp>
          <p:nvSpPr>
            <p:cNvPr id="21" name="TextBox 20">
              <a:extLst>
                <a:ext uri="{FF2B5EF4-FFF2-40B4-BE49-F238E27FC236}">
                  <a16:creationId xmlns:a16="http://schemas.microsoft.com/office/drawing/2014/main" id="{0DE7C8CE-472E-954F-D08C-03FBFCB82B58}"/>
                </a:ext>
              </a:extLst>
            </p:cNvPr>
            <p:cNvSpPr txBox="1"/>
            <p:nvPr/>
          </p:nvSpPr>
          <p:spPr>
            <a:xfrm>
              <a:off x="7748630" y="3037994"/>
              <a:ext cx="691215" cy="261610"/>
            </a:xfrm>
            <a:prstGeom prst="rect">
              <a:avLst/>
            </a:prstGeom>
            <a:noFill/>
          </p:spPr>
          <p:txBody>
            <a:bodyPr wrap="none" rtlCol="0">
              <a:spAutoFit/>
            </a:bodyPr>
            <a:lstStyle/>
            <a:p>
              <a:r>
                <a:rPr lang="es-ES_tradnl" sz="1100" dirty="0">
                  <a:solidFill>
                    <a:srgbClr val="6A6A69"/>
                  </a:solidFill>
                </a:rPr>
                <a:t>Test set</a:t>
              </a:r>
            </a:p>
          </p:txBody>
        </p:sp>
        <p:sp>
          <p:nvSpPr>
            <p:cNvPr id="22" name="TextBox 21">
              <a:extLst>
                <a:ext uri="{FF2B5EF4-FFF2-40B4-BE49-F238E27FC236}">
                  <a16:creationId xmlns:a16="http://schemas.microsoft.com/office/drawing/2014/main" id="{10C3D191-6286-9E4B-F7F7-07E064C883AA}"/>
                </a:ext>
              </a:extLst>
            </p:cNvPr>
            <p:cNvSpPr txBox="1"/>
            <p:nvPr/>
          </p:nvSpPr>
          <p:spPr>
            <a:xfrm>
              <a:off x="4811737" y="5217778"/>
              <a:ext cx="998991" cy="261610"/>
            </a:xfrm>
            <a:prstGeom prst="rect">
              <a:avLst/>
            </a:prstGeom>
            <a:noFill/>
          </p:spPr>
          <p:txBody>
            <a:bodyPr wrap="none" rtlCol="0">
              <a:spAutoFit/>
            </a:bodyPr>
            <a:lstStyle/>
            <a:p>
              <a:r>
                <a:rPr lang="es-ES_tradnl" sz="1100" dirty="0">
                  <a:solidFill>
                    <a:srgbClr val="6A6A69"/>
                  </a:solidFill>
                </a:rPr>
                <a:t>“</a:t>
              </a:r>
              <a:r>
                <a:rPr lang="es-ES_tradnl" sz="1100" dirty="0" err="1">
                  <a:solidFill>
                    <a:srgbClr val="6A6A69"/>
                  </a:solidFill>
                </a:rPr>
                <a:t>sweet</a:t>
              </a:r>
              <a:r>
                <a:rPr lang="es-ES_tradnl" sz="1100" dirty="0">
                  <a:solidFill>
                    <a:srgbClr val="6A6A69"/>
                  </a:solidFill>
                </a:rPr>
                <a:t> spot”</a:t>
              </a:r>
            </a:p>
          </p:txBody>
        </p:sp>
        <p:sp>
          <p:nvSpPr>
            <p:cNvPr id="23" name="TextBox 22">
              <a:extLst>
                <a:ext uri="{FF2B5EF4-FFF2-40B4-BE49-F238E27FC236}">
                  <a16:creationId xmlns:a16="http://schemas.microsoft.com/office/drawing/2014/main" id="{4BCF00E5-A225-BE22-4270-444CDCB03663}"/>
                </a:ext>
              </a:extLst>
            </p:cNvPr>
            <p:cNvSpPr txBox="1"/>
            <p:nvPr/>
          </p:nvSpPr>
          <p:spPr>
            <a:xfrm>
              <a:off x="6501763" y="2567769"/>
              <a:ext cx="928459" cy="261610"/>
            </a:xfrm>
            <a:prstGeom prst="rect">
              <a:avLst/>
            </a:prstGeom>
            <a:noFill/>
          </p:spPr>
          <p:txBody>
            <a:bodyPr wrap="none" rtlCol="0">
              <a:spAutoFit/>
            </a:bodyPr>
            <a:lstStyle/>
            <a:p>
              <a:r>
                <a:rPr lang="es-ES_tradnl" sz="1100" dirty="0" err="1">
                  <a:solidFill>
                    <a:srgbClr val="6A6A69"/>
                  </a:solidFill>
                </a:rPr>
                <a:t>Over-fitting</a:t>
              </a:r>
              <a:endParaRPr lang="es-ES_tradnl" sz="1100" dirty="0">
                <a:solidFill>
                  <a:srgbClr val="6A6A69"/>
                </a:solidFill>
              </a:endParaRPr>
            </a:p>
          </p:txBody>
        </p:sp>
        <p:sp>
          <p:nvSpPr>
            <p:cNvPr id="24" name="TextBox 23">
              <a:extLst>
                <a:ext uri="{FF2B5EF4-FFF2-40B4-BE49-F238E27FC236}">
                  <a16:creationId xmlns:a16="http://schemas.microsoft.com/office/drawing/2014/main" id="{32D7DB37-8353-D4CB-9E53-CCFDC0A41860}"/>
                </a:ext>
              </a:extLst>
            </p:cNvPr>
            <p:cNvSpPr txBox="1"/>
            <p:nvPr/>
          </p:nvSpPr>
          <p:spPr>
            <a:xfrm>
              <a:off x="4976847" y="2568286"/>
              <a:ext cx="1059906" cy="261610"/>
            </a:xfrm>
            <a:prstGeom prst="rect">
              <a:avLst/>
            </a:prstGeom>
            <a:noFill/>
          </p:spPr>
          <p:txBody>
            <a:bodyPr wrap="none" rtlCol="0">
              <a:spAutoFit/>
            </a:bodyPr>
            <a:lstStyle/>
            <a:p>
              <a:r>
                <a:rPr lang="es-ES_tradnl" sz="1100" dirty="0" err="1">
                  <a:solidFill>
                    <a:srgbClr val="6A6A69"/>
                  </a:solidFill>
                </a:rPr>
                <a:t>Under-fitting</a:t>
              </a:r>
              <a:endParaRPr lang="es-ES_tradnl" sz="1100" dirty="0">
                <a:solidFill>
                  <a:srgbClr val="6A6A69"/>
                </a:solidFill>
              </a:endParaRPr>
            </a:p>
          </p:txBody>
        </p:sp>
        <p:cxnSp>
          <p:nvCxnSpPr>
            <p:cNvPr id="27" name="Straight Connector 26">
              <a:extLst>
                <a:ext uri="{FF2B5EF4-FFF2-40B4-BE49-F238E27FC236}">
                  <a16:creationId xmlns:a16="http://schemas.microsoft.com/office/drawing/2014/main" id="{AFF0982B-24D0-39E8-D465-75B8EE37EBFB}"/>
                </a:ext>
              </a:extLst>
            </p:cNvPr>
            <p:cNvCxnSpPr>
              <a:stCxn id="22" idx="3"/>
            </p:cNvCxnSpPr>
            <p:nvPr/>
          </p:nvCxnSpPr>
          <p:spPr>
            <a:xfrm>
              <a:off x="5810728" y="5348583"/>
              <a:ext cx="400291" cy="103311"/>
            </a:xfrm>
            <a:prstGeom prst="line">
              <a:avLst/>
            </a:prstGeom>
            <a:ln w="19050">
              <a:solidFill>
                <a:srgbClr val="00CAF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8583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a:t>K-</a:t>
            </a:r>
            <a:r>
              <a:rPr lang="es-CL" dirty="0" err="1"/>
              <a:t>Nearest</a:t>
            </a:r>
            <a:r>
              <a:rPr lang="es-CL" dirty="0"/>
              <a:t> </a:t>
            </a:r>
            <a:r>
              <a:rPr lang="es-CL" dirty="0" err="1"/>
              <a:t>Neighbors</a:t>
            </a:r>
            <a:endParaRPr lang="es-CL" dirty="0"/>
          </a:p>
        </p:txBody>
      </p:sp>
      <p:sp>
        <p:nvSpPr>
          <p:cNvPr id="7" name="Marcador de texto 6">
            <a:extLst>
              <a:ext uri="{FF2B5EF4-FFF2-40B4-BE49-F238E27FC236}">
                <a16:creationId xmlns:a16="http://schemas.microsoft.com/office/drawing/2014/main" id="{50E61DFC-E956-40DF-A7D2-AD0910771388}"/>
              </a:ext>
            </a:extLst>
          </p:cNvPr>
          <p:cNvSpPr>
            <a:spLocks noGrp="1"/>
          </p:cNvSpPr>
          <p:nvPr>
            <p:ph type="body" sz="quarter" idx="26"/>
          </p:nvPr>
        </p:nvSpPr>
        <p:spPr/>
        <p:txBody>
          <a:bodyPr/>
          <a:lstStyle/>
          <a:p>
            <a:r>
              <a:rPr lang="es-CL" dirty="0"/>
              <a:t>01</a:t>
            </a:r>
          </a:p>
        </p:txBody>
      </p:sp>
    </p:spTree>
    <p:extLst>
      <p:ext uri="{BB962C8B-B14F-4D97-AF65-F5344CB8AC3E}">
        <p14:creationId xmlns:p14="http://schemas.microsoft.com/office/powerpoint/2010/main" val="2663389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087262" cy="391824"/>
          </a:xfrm>
        </p:spPr>
        <p:txBody>
          <a:bodyPr/>
          <a:lstStyle/>
          <a:p>
            <a:r>
              <a:rPr lang="es-CL" dirty="0"/>
              <a:t>K-</a:t>
            </a:r>
            <a:r>
              <a:rPr lang="es-CL" dirty="0" err="1"/>
              <a:t>Nearest</a:t>
            </a:r>
            <a:r>
              <a:rPr lang="es-CL" dirty="0"/>
              <a:t> </a:t>
            </a:r>
            <a:r>
              <a:rPr lang="es-CL" dirty="0" err="1"/>
              <a:t>Neighbors</a:t>
            </a:r>
            <a:endParaRPr lang="es-CL" dirty="0"/>
          </a:p>
        </p:txBody>
      </p:sp>
      <p:sp>
        <p:nvSpPr>
          <p:cNvPr id="4" name="Marcador de texto 3"/>
          <p:cNvSpPr>
            <a:spLocks noGrp="1"/>
          </p:cNvSpPr>
          <p:nvPr>
            <p:ph type="body" sz="quarter" idx="21"/>
          </p:nvPr>
        </p:nvSpPr>
        <p:spPr>
          <a:xfrm>
            <a:off x="2132998" y="1468240"/>
            <a:ext cx="7608383" cy="2168337"/>
          </a:xfrm>
        </p:spPr>
        <p:txBody>
          <a:bodyPr/>
          <a:lstStyle/>
          <a:p>
            <a:r>
              <a:rPr lang="es-CL" dirty="0"/>
              <a:t>K-</a:t>
            </a:r>
            <a:r>
              <a:rPr lang="es-CL" dirty="0" err="1"/>
              <a:t>nearest</a:t>
            </a:r>
            <a:r>
              <a:rPr lang="es-CL" dirty="0"/>
              <a:t> </a:t>
            </a:r>
            <a:r>
              <a:rPr lang="es-CL" dirty="0" err="1"/>
              <a:t>neighbors</a:t>
            </a:r>
            <a:r>
              <a:rPr lang="es-CL" dirty="0"/>
              <a:t> o K-vecinos más cercanos es una técnica de clasificación supervisada que se basa en calcular las K observaciones más cercanas según algún tipo de distancia (K vecinos), y asume la clasificación dependiendo de estos vecinos. En este sentido, no se construye un modelo global, si no que uno local.</a:t>
            </a:r>
          </a:p>
          <a:p>
            <a:r>
              <a:rPr lang="es-CL" dirty="0"/>
              <a:t>Es un modelo completamente basado en distancias, por lo tanto puede ser necesario estandarizar las variables para obtener buenos resultados. Por otro lado, el hecho de estar basado en distancias hace que sea un modelo simple, pero más costoso computacionalmente.</a:t>
            </a:r>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783924"/>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0" name="Picture 9" descr="Chart, scatter chart&#10;&#10;Description automatically generated">
            <a:extLst>
              <a:ext uri="{FF2B5EF4-FFF2-40B4-BE49-F238E27FC236}">
                <a16:creationId xmlns:a16="http://schemas.microsoft.com/office/drawing/2014/main" id="{D44A84F9-ABBE-75EC-C06D-4576E932FC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5073" y="3884164"/>
            <a:ext cx="2212316" cy="2637506"/>
          </a:xfrm>
          <a:prstGeom prst="rect">
            <a:avLst/>
          </a:prstGeom>
        </p:spPr>
      </p:pic>
      <p:pic>
        <p:nvPicPr>
          <p:cNvPr id="12" name="Picture 11" descr="Chart, scatter chart&#10;&#10;Description automatically generated">
            <a:extLst>
              <a:ext uri="{FF2B5EF4-FFF2-40B4-BE49-F238E27FC236}">
                <a16:creationId xmlns:a16="http://schemas.microsoft.com/office/drawing/2014/main" id="{4F03EA51-B903-995D-ABB9-B68195BD2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6813" y="3889003"/>
            <a:ext cx="3443233" cy="2632667"/>
          </a:xfrm>
          <a:prstGeom prst="rect">
            <a:avLst/>
          </a:prstGeom>
        </p:spPr>
      </p:pic>
    </p:spTree>
    <p:extLst>
      <p:ext uri="{BB962C8B-B14F-4D97-AF65-F5344CB8AC3E}">
        <p14:creationId xmlns:p14="http://schemas.microsoft.com/office/powerpoint/2010/main" val="427359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087262" cy="391824"/>
          </a:xfrm>
        </p:spPr>
        <p:txBody>
          <a:bodyPr/>
          <a:lstStyle/>
          <a:p>
            <a:r>
              <a:rPr lang="es-CL" dirty="0"/>
              <a:t>K-</a:t>
            </a:r>
            <a:r>
              <a:rPr lang="es-CL" dirty="0" err="1"/>
              <a:t>Nearest</a:t>
            </a:r>
            <a:r>
              <a:rPr lang="es-CL" dirty="0"/>
              <a:t> </a:t>
            </a:r>
            <a:r>
              <a:rPr lang="es-CL" dirty="0" err="1"/>
              <a:t>Neighbors</a:t>
            </a: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1" name="Retângulo 2">
            <a:extLst>
              <a:ext uri="{FF2B5EF4-FFF2-40B4-BE49-F238E27FC236}">
                <a16:creationId xmlns:a16="http://schemas.microsoft.com/office/drawing/2014/main" id="{DEC4498B-3D6B-F845-3A5D-FA6747227C5F}"/>
              </a:ext>
            </a:extLst>
          </p:cNvPr>
          <p:cNvSpPr/>
          <p:nvPr/>
        </p:nvSpPr>
        <p:spPr>
          <a:xfrm>
            <a:off x="3883711" y="2119050"/>
            <a:ext cx="5267464" cy="338554"/>
          </a:xfrm>
          <a:prstGeom prst="rect">
            <a:avLst/>
          </a:prstGeom>
        </p:spPr>
        <p:txBody>
          <a:bodyPr wrap="square">
            <a:spAutoFit/>
          </a:bodyPr>
          <a:lstStyle/>
          <a:p>
            <a:pPr algn="just"/>
            <a:r>
              <a:rPr lang="es-ES" sz="1600" dirty="0">
                <a:solidFill>
                  <a:srgbClr val="757575"/>
                </a:solidFill>
                <a:latin typeface="+mj-lt"/>
              </a:rPr>
              <a:t>Se busca K tal que acierte en un mayor porcentaje.</a:t>
            </a:r>
          </a:p>
        </p:txBody>
      </p:sp>
      <p:sp>
        <p:nvSpPr>
          <p:cNvPr id="13" name="Retângulo 3">
            <a:extLst>
              <a:ext uri="{FF2B5EF4-FFF2-40B4-BE49-F238E27FC236}">
                <a16:creationId xmlns:a16="http://schemas.microsoft.com/office/drawing/2014/main" id="{5C2D81A9-75CB-3753-F92B-C5AC89673174}"/>
              </a:ext>
            </a:extLst>
          </p:cNvPr>
          <p:cNvSpPr/>
          <p:nvPr/>
        </p:nvSpPr>
        <p:spPr>
          <a:xfrm>
            <a:off x="1763833" y="3661968"/>
            <a:ext cx="1501537" cy="307777"/>
          </a:xfrm>
          <a:prstGeom prst="rect">
            <a:avLst/>
          </a:prstGeom>
        </p:spPr>
        <p:txBody>
          <a:bodyPr wrap="square">
            <a:spAutoFit/>
          </a:bodyPr>
          <a:lstStyle/>
          <a:p>
            <a:pPr algn="just"/>
            <a:r>
              <a:rPr lang="pt-BR" sz="1400" b="1" dirty="0" err="1">
                <a:solidFill>
                  <a:srgbClr val="757575"/>
                </a:solidFill>
                <a:latin typeface="+mj-lt"/>
              </a:rPr>
              <a:t>En</a:t>
            </a:r>
            <a:r>
              <a:rPr lang="pt-BR" sz="1400" b="1" dirty="0">
                <a:solidFill>
                  <a:srgbClr val="757575"/>
                </a:solidFill>
                <a:latin typeface="+mj-lt"/>
              </a:rPr>
              <a:t> general:</a:t>
            </a:r>
          </a:p>
        </p:txBody>
      </p:sp>
      <p:sp>
        <p:nvSpPr>
          <p:cNvPr id="14" name="Retângulo 4">
            <a:extLst>
              <a:ext uri="{FF2B5EF4-FFF2-40B4-BE49-F238E27FC236}">
                <a16:creationId xmlns:a16="http://schemas.microsoft.com/office/drawing/2014/main" id="{F9076FE6-5954-0A61-2992-A6128ADE5A46}"/>
              </a:ext>
            </a:extLst>
          </p:cNvPr>
          <p:cNvSpPr/>
          <p:nvPr/>
        </p:nvSpPr>
        <p:spPr>
          <a:xfrm>
            <a:off x="1985046" y="4063951"/>
            <a:ext cx="5765720" cy="307777"/>
          </a:xfrm>
          <a:prstGeom prst="rect">
            <a:avLst/>
          </a:prstGeom>
        </p:spPr>
        <p:txBody>
          <a:bodyPr wrap="square">
            <a:spAutoFit/>
          </a:bodyPr>
          <a:lstStyle/>
          <a:p>
            <a:pPr algn="just"/>
            <a:r>
              <a:rPr lang="es-ES" sz="1400" dirty="0">
                <a:solidFill>
                  <a:srgbClr val="757575"/>
                </a:solidFill>
                <a:latin typeface="+mj-lt"/>
              </a:rPr>
              <a:t>K=1: si hay ruido, producen mucha influencia.</a:t>
            </a:r>
          </a:p>
        </p:txBody>
      </p:sp>
      <p:sp>
        <p:nvSpPr>
          <p:cNvPr id="15" name="Retângulo 5">
            <a:extLst>
              <a:ext uri="{FF2B5EF4-FFF2-40B4-BE49-F238E27FC236}">
                <a16:creationId xmlns:a16="http://schemas.microsoft.com/office/drawing/2014/main" id="{A996334C-ACE2-531E-D528-0D8013798A36}"/>
              </a:ext>
            </a:extLst>
          </p:cNvPr>
          <p:cNvSpPr/>
          <p:nvPr/>
        </p:nvSpPr>
        <p:spPr>
          <a:xfrm>
            <a:off x="1985046" y="4465934"/>
            <a:ext cx="4572000" cy="307777"/>
          </a:xfrm>
          <a:prstGeom prst="rect">
            <a:avLst/>
          </a:prstGeom>
        </p:spPr>
        <p:txBody>
          <a:bodyPr>
            <a:spAutoFit/>
          </a:bodyPr>
          <a:lstStyle/>
          <a:p>
            <a:pPr algn="just"/>
            <a:r>
              <a:rPr lang="pt-BR" sz="1400" dirty="0">
                <a:solidFill>
                  <a:srgbClr val="757575"/>
                </a:solidFill>
                <a:latin typeface="+mj-lt"/>
              </a:rPr>
              <a:t>K</a:t>
            </a:r>
            <a:r>
              <a:rPr lang="pt-BR" sz="1400" i="1" dirty="0">
                <a:solidFill>
                  <a:srgbClr val="757575"/>
                </a:solidFill>
                <a:latin typeface="+mj-lt"/>
              </a:rPr>
              <a:t>&gt;</a:t>
            </a:r>
            <a:r>
              <a:rPr lang="pt-BR" sz="1400" dirty="0">
                <a:solidFill>
                  <a:srgbClr val="757575"/>
                </a:solidFill>
                <a:latin typeface="+mj-lt"/>
              </a:rPr>
              <a:t>1: </a:t>
            </a:r>
            <a:r>
              <a:rPr lang="pt-BR" sz="1400" dirty="0" err="1">
                <a:solidFill>
                  <a:srgbClr val="757575"/>
                </a:solidFill>
                <a:latin typeface="+mj-lt"/>
              </a:rPr>
              <a:t>poca</a:t>
            </a:r>
            <a:r>
              <a:rPr lang="pt-BR" sz="1400" dirty="0">
                <a:solidFill>
                  <a:srgbClr val="757575"/>
                </a:solidFill>
                <a:latin typeface="+mj-lt"/>
              </a:rPr>
              <a:t> influencia de </a:t>
            </a:r>
            <a:r>
              <a:rPr lang="pt-BR" sz="1400" dirty="0" err="1">
                <a:solidFill>
                  <a:srgbClr val="757575"/>
                </a:solidFill>
                <a:latin typeface="+mj-lt"/>
              </a:rPr>
              <a:t>ruido</a:t>
            </a:r>
            <a:r>
              <a:rPr lang="pt-BR" sz="1400" dirty="0">
                <a:solidFill>
                  <a:srgbClr val="757575"/>
                </a:solidFill>
                <a:latin typeface="+mj-lt"/>
              </a:rPr>
              <a:t>.</a:t>
            </a:r>
          </a:p>
        </p:txBody>
      </p:sp>
      <p:sp>
        <p:nvSpPr>
          <p:cNvPr id="16" name="Retângulo 6">
            <a:extLst>
              <a:ext uri="{FF2B5EF4-FFF2-40B4-BE49-F238E27FC236}">
                <a16:creationId xmlns:a16="http://schemas.microsoft.com/office/drawing/2014/main" id="{52E973B7-56C0-320D-54CA-5E7261ED1764}"/>
              </a:ext>
            </a:extLst>
          </p:cNvPr>
          <p:cNvSpPr/>
          <p:nvPr/>
        </p:nvSpPr>
        <p:spPr>
          <a:xfrm>
            <a:off x="1985046" y="4867917"/>
            <a:ext cx="3904467" cy="307777"/>
          </a:xfrm>
          <a:prstGeom prst="rect">
            <a:avLst/>
          </a:prstGeom>
        </p:spPr>
        <p:txBody>
          <a:bodyPr wrap="none">
            <a:spAutoFit/>
          </a:bodyPr>
          <a:lstStyle/>
          <a:p>
            <a:pPr algn="just"/>
            <a:r>
              <a:rPr lang="es-ES" sz="1400" dirty="0">
                <a:solidFill>
                  <a:srgbClr val="757575"/>
                </a:solidFill>
                <a:latin typeface="+mj-lt"/>
              </a:rPr>
              <a:t>K muy grande: se pierde la idea de localidad.</a:t>
            </a:r>
            <a:endParaRPr lang="pt-BR" sz="1400" dirty="0">
              <a:solidFill>
                <a:srgbClr val="757575"/>
              </a:solidFill>
              <a:latin typeface="+mj-lt"/>
            </a:endParaRPr>
          </a:p>
        </p:txBody>
      </p:sp>
      <p:sp>
        <p:nvSpPr>
          <p:cNvPr id="17" name="Retângulo 7">
            <a:extLst>
              <a:ext uri="{FF2B5EF4-FFF2-40B4-BE49-F238E27FC236}">
                <a16:creationId xmlns:a16="http://schemas.microsoft.com/office/drawing/2014/main" id="{3648BB20-FDDF-A807-F176-60DAAC3526CA}"/>
              </a:ext>
            </a:extLst>
          </p:cNvPr>
          <p:cNvSpPr/>
          <p:nvPr/>
        </p:nvSpPr>
        <p:spPr>
          <a:xfrm>
            <a:off x="5220076" y="1719594"/>
            <a:ext cx="2582883" cy="369332"/>
          </a:xfrm>
          <a:prstGeom prst="rect">
            <a:avLst/>
          </a:prstGeom>
        </p:spPr>
        <p:txBody>
          <a:bodyPr wrap="square">
            <a:spAutoFit/>
          </a:bodyPr>
          <a:lstStyle/>
          <a:p>
            <a:r>
              <a:rPr lang="pt-BR" b="1" dirty="0">
                <a:solidFill>
                  <a:srgbClr val="757575"/>
                </a:solidFill>
                <a:latin typeface="+mj-lt"/>
              </a:rPr>
              <a:t>¿Valor óptimo de K?</a:t>
            </a:r>
          </a:p>
        </p:txBody>
      </p:sp>
      <p:pic>
        <p:nvPicPr>
          <p:cNvPr id="18" name="Picture 7" descr="knn">
            <a:extLst>
              <a:ext uri="{FF2B5EF4-FFF2-40B4-BE49-F238E27FC236}">
                <a16:creationId xmlns:a16="http://schemas.microsoft.com/office/drawing/2014/main" id="{F3753E34-6EDE-7F8E-3CDA-3460186200D3}"/>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4358" y="3806752"/>
            <a:ext cx="3515105" cy="2413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76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P spid="16"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087262" cy="391824"/>
          </a:xfrm>
        </p:spPr>
        <p:txBody>
          <a:bodyPr/>
          <a:lstStyle/>
          <a:p>
            <a:r>
              <a:rPr lang="es-CL" dirty="0"/>
              <a:t>K-</a:t>
            </a:r>
            <a:r>
              <a:rPr lang="es-CL" dirty="0" err="1"/>
              <a:t>Nearest</a:t>
            </a:r>
            <a:r>
              <a:rPr lang="es-CL" dirty="0"/>
              <a:t> </a:t>
            </a:r>
            <a:r>
              <a:rPr lang="es-CL" dirty="0" err="1"/>
              <a:t>Neighbors</a:t>
            </a: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7" name="Retângulo 7">
            <a:extLst>
              <a:ext uri="{FF2B5EF4-FFF2-40B4-BE49-F238E27FC236}">
                <a16:creationId xmlns:a16="http://schemas.microsoft.com/office/drawing/2014/main" id="{3648BB20-FDDF-A807-F176-60DAAC3526CA}"/>
              </a:ext>
            </a:extLst>
          </p:cNvPr>
          <p:cNvSpPr/>
          <p:nvPr/>
        </p:nvSpPr>
        <p:spPr>
          <a:xfrm>
            <a:off x="2100263" y="1477831"/>
            <a:ext cx="2582883" cy="369332"/>
          </a:xfrm>
          <a:prstGeom prst="rect">
            <a:avLst/>
          </a:prstGeom>
        </p:spPr>
        <p:txBody>
          <a:bodyPr wrap="square">
            <a:spAutoFit/>
          </a:bodyPr>
          <a:lstStyle/>
          <a:p>
            <a:r>
              <a:rPr lang="pt-BR" b="1" dirty="0" err="1">
                <a:solidFill>
                  <a:srgbClr val="757575"/>
                </a:solidFill>
                <a:latin typeface="+mj-lt"/>
              </a:rPr>
              <a:t>Ejemplo</a:t>
            </a:r>
            <a:endParaRPr lang="pt-BR" b="1" dirty="0">
              <a:solidFill>
                <a:srgbClr val="757575"/>
              </a:solidFill>
              <a:latin typeface="+mj-lt"/>
            </a:endParaRPr>
          </a:p>
        </p:txBody>
      </p:sp>
      <p:pic>
        <p:nvPicPr>
          <p:cNvPr id="2" name="Picture 3">
            <a:extLst>
              <a:ext uri="{FF2B5EF4-FFF2-40B4-BE49-F238E27FC236}">
                <a16:creationId xmlns:a16="http://schemas.microsoft.com/office/drawing/2014/main" id="{8A83034A-60D3-BCFC-C6F4-269BAB61B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352" y="2648260"/>
            <a:ext cx="2315257" cy="210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4">
            <a:extLst>
              <a:ext uri="{FF2B5EF4-FFF2-40B4-BE49-F238E27FC236}">
                <a16:creationId xmlns:a16="http://schemas.microsoft.com/office/drawing/2014/main" id="{6F3DAECD-0F85-0753-0E74-EC863E843C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6369" y="2759296"/>
            <a:ext cx="2334794" cy="19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a:extLst>
              <a:ext uri="{FF2B5EF4-FFF2-40B4-BE49-F238E27FC236}">
                <a16:creationId xmlns:a16="http://schemas.microsoft.com/office/drawing/2014/main" id="{AB9715F0-C0EE-4780-627D-01BC8564FF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4735" y="2759296"/>
            <a:ext cx="23431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319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087262" cy="391824"/>
          </a:xfrm>
        </p:spPr>
        <p:txBody>
          <a:bodyPr/>
          <a:lstStyle/>
          <a:p>
            <a:r>
              <a:rPr lang="es-CL" dirty="0"/>
              <a:t>K-</a:t>
            </a:r>
            <a:r>
              <a:rPr lang="es-CL" dirty="0" err="1"/>
              <a:t>Nearest</a:t>
            </a:r>
            <a:r>
              <a:rPr lang="es-CL" dirty="0"/>
              <a:t> </a:t>
            </a:r>
            <a:r>
              <a:rPr lang="es-CL" dirty="0" err="1"/>
              <a:t>Neighbors</a:t>
            </a:r>
            <a:endParaRPr lang="es-CL" dirty="0"/>
          </a:p>
        </p:txBody>
      </p:sp>
      <p:sp>
        <p:nvSpPr>
          <p:cNvPr id="4" name="Marcador de texto 3"/>
          <p:cNvSpPr>
            <a:spLocks noGrp="1"/>
          </p:cNvSpPr>
          <p:nvPr>
            <p:ph type="body" sz="quarter" idx="21"/>
          </p:nvPr>
        </p:nvSpPr>
        <p:spPr>
          <a:xfrm>
            <a:off x="2132998" y="1468240"/>
            <a:ext cx="7608383" cy="2168337"/>
          </a:xfrm>
        </p:spPr>
        <p:txBody>
          <a:bodyPr/>
          <a:lstStyle/>
          <a:p>
            <a:r>
              <a:rPr lang="es-CL" dirty="0"/>
              <a:t>Dado que ya estamos en los modelos supervisados, entonces es necesario conocer algunos de los hiper-parámetros que podemos modificar, con el fin de optimizar el modelo en términos de desempeño. Estos parámetros son:</a:t>
            </a:r>
          </a:p>
          <a:p>
            <a:pPr marL="285750" indent="-285750">
              <a:buFont typeface="Arial" panose="020B0604020202020204" pitchFamily="34" charset="0"/>
              <a:buChar char="•"/>
            </a:pPr>
            <a:r>
              <a:rPr lang="es-CL" b="1" dirty="0" err="1"/>
              <a:t>N_neighbors</a:t>
            </a:r>
            <a:r>
              <a:rPr lang="es-CL" b="1" dirty="0"/>
              <a:t>: </a:t>
            </a:r>
            <a:r>
              <a:rPr lang="es-CL" dirty="0"/>
              <a:t>Es el número de vecinos que será considerados en el modelo.</a:t>
            </a:r>
            <a:endParaRPr lang="es-CL" b="1" dirty="0"/>
          </a:p>
          <a:p>
            <a:pPr marL="285750" indent="-285750">
              <a:buFont typeface="Arial" panose="020B0604020202020204" pitchFamily="34" charset="0"/>
              <a:buChar char="•"/>
            </a:pPr>
            <a:r>
              <a:rPr lang="es-CL" b="1" dirty="0" err="1"/>
              <a:t>Weights</a:t>
            </a:r>
            <a:r>
              <a:rPr lang="es-CL" b="1" dirty="0"/>
              <a:t>: </a:t>
            </a:r>
            <a:r>
              <a:rPr lang="es-CL" dirty="0"/>
              <a:t>Función de pesos que se utilizar de los vecinos según distancia. Posibles valores son:</a:t>
            </a:r>
          </a:p>
          <a:p>
            <a:pPr marL="742950" lvl="1" indent="-285750">
              <a:buFont typeface="Arial" panose="020B0604020202020204" pitchFamily="34" charset="0"/>
              <a:buChar char="•"/>
            </a:pPr>
            <a:r>
              <a:rPr lang="es-CL" b="1" dirty="0" err="1">
                <a:solidFill>
                  <a:srgbClr val="6A6A69"/>
                </a:solidFill>
              </a:rPr>
              <a:t>Uniform</a:t>
            </a:r>
            <a:r>
              <a:rPr lang="es-CL" b="1" dirty="0">
                <a:solidFill>
                  <a:srgbClr val="6A6A69"/>
                </a:solidFill>
              </a:rPr>
              <a:t>:</a:t>
            </a:r>
            <a:r>
              <a:rPr lang="es-CL" dirty="0">
                <a:solidFill>
                  <a:srgbClr val="6A6A69"/>
                </a:solidFill>
              </a:rPr>
              <a:t> Todos los puntos tienen el mismo peso</a:t>
            </a:r>
          </a:p>
          <a:p>
            <a:pPr marL="742950" lvl="1" indent="-285750">
              <a:buFont typeface="Arial" panose="020B0604020202020204" pitchFamily="34" charset="0"/>
              <a:buChar char="•"/>
            </a:pPr>
            <a:r>
              <a:rPr lang="es-CL" b="1" dirty="0" err="1">
                <a:solidFill>
                  <a:srgbClr val="6A6A69"/>
                </a:solidFill>
              </a:rPr>
              <a:t>Distance</a:t>
            </a:r>
            <a:r>
              <a:rPr lang="es-CL" b="1" dirty="0">
                <a:solidFill>
                  <a:srgbClr val="6A6A69"/>
                </a:solidFill>
              </a:rPr>
              <a:t>:</a:t>
            </a:r>
            <a:r>
              <a:rPr lang="es-CL" dirty="0">
                <a:solidFill>
                  <a:srgbClr val="6A6A69"/>
                </a:solidFill>
              </a:rPr>
              <a:t> Los pesos son inversos a su distancia, mientras más cerca más influyentes son en la clasificación. </a:t>
            </a:r>
          </a:p>
          <a:p>
            <a:pPr marL="285750" indent="-285750">
              <a:buFont typeface="Arial" panose="020B0604020202020204" pitchFamily="34" charset="0"/>
              <a:buChar char="•"/>
            </a:pPr>
            <a:r>
              <a:rPr lang="es-CL" b="1" dirty="0" err="1"/>
              <a:t>Metric</a:t>
            </a:r>
            <a:r>
              <a:rPr lang="es-CL" b="1" dirty="0"/>
              <a:t>: </a:t>
            </a:r>
            <a:r>
              <a:rPr lang="es-CL" dirty="0"/>
              <a:t>Es la distancia que se utilizará para realizar los cómputos. Estas puede ser alguna de las siguientes:</a:t>
            </a:r>
          </a:p>
          <a:p>
            <a:pPr marL="742950" lvl="1" indent="-285750">
              <a:buFont typeface="Arial" panose="020B0604020202020204" pitchFamily="34" charset="0"/>
              <a:buChar char="•"/>
            </a:pPr>
            <a:r>
              <a:rPr lang="es-CL" b="1" dirty="0">
                <a:solidFill>
                  <a:srgbClr val="6A6A69"/>
                </a:solidFill>
              </a:rPr>
              <a:t>Minkowski</a:t>
            </a:r>
          </a:p>
          <a:p>
            <a:pPr marL="742950" lvl="1" indent="-285750">
              <a:buFont typeface="Arial" panose="020B0604020202020204" pitchFamily="34" charset="0"/>
              <a:buChar char="•"/>
            </a:pPr>
            <a:r>
              <a:rPr lang="es-CL" b="1" dirty="0" err="1">
                <a:solidFill>
                  <a:srgbClr val="6A6A69"/>
                </a:solidFill>
              </a:rPr>
              <a:t>Euclidean</a:t>
            </a:r>
            <a:endParaRPr lang="es-CL" b="1" dirty="0">
              <a:solidFill>
                <a:srgbClr val="6A6A69"/>
              </a:solidFill>
            </a:endParaRPr>
          </a:p>
          <a:p>
            <a:pPr marL="742950" lvl="1" indent="-285750">
              <a:buFont typeface="Arial" panose="020B0604020202020204" pitchFamily="34" charset="0"/>
              <a:buChar char="•"/>
            </a:pPr>
            <a:r>
              <a:rPr lang="es-CL" b="1" dirty="0">
                <a:solidFill>
                  <a:srgbClr val="6A6A69"/>
                </a:solidFill>
              </a:rPr>
              <a:t>Manhattan</a:t>
            </a:r>
          </a:p>
          <a:p>
            <a:pPr marL="742950" lvl="1" indent="-285750">
              <a:buFont typeface="Arial" panose="020B0604020202020204" pitchFamily="34" charset="0"/>
              <a:buChar char="•"/>
            </a:pPr>
            <a:r>
              <a:rPr lang="es-CL" b="1" dirty="0">
                <a:solidFill>
                  <a:srgbClr val="6A6A69"/>
                </a:solidFill>
              </a:rPr>
              <a:t>L1</a:t>
            </a:r>
          </a:p>
          <a:p>
            <a:pPr marL="742950" lvl="1" indent="-285750">
              <a:buFont typeface="Arial" panose="020B0604020202020204" pitchFamily="34" charset="0"/>
              <a:buChar char="•"/>
            </a:pPr>
            <a:r>
              <a:rPr lang="es-CL" b="1" dirty="0">
                <a:solidFill>
                  <a:srgbClr val="6A6A69"/>
                </a:solidFill>
              </a:rPr>
              <a:t>L2</a:t>
            </a:r>
          </a:p>
          <a:p>
            <a:r>
              <a:rPr lang="es-CL" dirty="0">
                <a:solidFill>
                  <a:srgbClr val="6A6A69"/>
                </a:solidFill>
              </a:rPr>
              <a:t>Existen más hiper-parámetros, los cuales pueden encontrar en el siguiente link:</a:t>
            </a:r>
          </a:p>
          <a:p>
            <a:pPr algn="ctr"/>
            <a:r>
              <a:rPr lang="es-CL" sz="1100" dirty="0">
                <a:solidFill>
                  <a:srgbClr val="6A6A69"/>
                </a:solidFill>
                <a:hlinkClick r:id="rId3"/>
              </a:rPr>
              <a:t>https://</a:t>
            </a:r>
            <a:r>
              <a:rPr lang="es-CL" sz="1100" dirty="0" err="1">
                <a:solidFill>
                  <a:srgbClr val="6A6A69"/>
                </a:solidFill>
                <a:hlinkClick r:id="rId3"/>
              </a:rPr>
              <a:t>scikit-learn.org</a:t>
            </a:r>
            <a:r>
              <a:rPr lang="es-CL" sz="1100" dirty="0">
                <a:solidFill>
                  <a:srgbClr val="6A6A69"/>
                </a:solidFill>
                <a:hlinkClick r:id="rId3"/>
              </a:rPr>
              <a:t>/</a:t>
            </a:r>
            <a:r>
              <a:rPr lang="es-CL" sz="1100" dirty="0" err="1">
                <a:solidFill>
                  <a:srgbClr val="6A6A69"/>
                </a:solidFill>
                <a:hlinkClick r:id="rId3"/>
              </a:rPr>
              <a:t>stable</a:t>
            </a:r>
            <a:r>
              <a:rPr lang="es-CL" sz="1100" dirty="0">
                <a:solidFill>
                  <a:srgbClr val="6A6A69"/>
                </a:solidFill>
                <a:hlinkClick r:id="rId3"/>
              </a:rPr>
              <a:t>/modules/</a:t>
            </a:r>
            <a:r>
              <a:rPr lang="es-CL" sz="1100" dirty="0" err="1">
                <a:solidFill>
                  <a:srgbClr val="6A6A69"/>
                </a:solidFill>
                <a:hlinkClick r:id="rId3"/>
              </a:rPr>
              <a:t>generated</a:t>
            </a:r>
            <a:r>
              <a:rPr lang="es-CL" sz="1100" dirty="0">
                <a:solidFill>
                  <a:srgbClr val="6A6A69"/>
                </a:solidFill>
                <a:hlinkClick r:id="rId3"/>
              </a:rPr>
              <a:t>/</a:t>
            </a:r>
            <a:r>
              <a:rPr lang="es-CL" sz="1100" dirty="0" err="1">
                <a:solidFill>
                  <a:srgbClr val="6A6A69"/>
                </a:solidFill>
                <a:hlinkClick r:id="rId3"/>
              </a:rPr>
              <a:t>sklearn.neighbors.KNeighborsClassifier.html</a:t>
            </a:r>
            <a:endParaRPr lang="es-CL" sz="1100" dirty="0">
              <a:solidFill>
                <a:srgbClr val="6A6A69"/>
              </a:solidFill>
            </a:endParaRPr>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2639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err="1"/>
              <a:t>Naive</a:t>
            </a:r>
            <a:r>
              <a:rPr lang="es-CL" dirty="0"/>
              <a:t> Bayes</a:t>
            </a:r>
          </a:p>
        </p:txBody>
      </p:sp>
      <p:sp>
        <p:nvSpPr>
          <p:cNvPr id="7" name="Marcador de texto 6">
            <a:extLst>
              <a:ext uri="{FF2B5EF4-FFF2-40B4-BE49-F238E27FC236}">
                <a16:creationId xmlns:a16="http://schemas.microsoft.com/office/drawing/2014/main" id="{50E61DFC-E956-40DF-A7D2-AD0910771388}"/>
              </a:ext>
            </a:extLst>
          </p:cNvPr>
          <p:cNvSpPr>
            <a:spLocks noGrp="1"/>
          </p:cNvSpPr>
          <p:nvPr>
            <p:ph type="body" sz="quarter" idx="26"/>
          </p:nvPr>
        </p:nvSpPr>
        <p:spPr/>
        <p:txBody>
          <a:bodyPr/>
          <a:lstStyle/>
          <a:p>
            <a:r>
              <a:rPr lang="es-CL" dirty="0"/>
              <a:t>02</a:t>
            </a:r>
          </a:p>
        </p:txBody>
      </p:sp>
    </p:spTree>
    <p:extLst>
      <p:ext uri="{BB962C8B-B14F-4D97-AF65-F5344CB8AC3E}">
        <p14:creationId xmlns:p14="http://schemas.microsoft.com/office/powerpoint/2010/main" val="4131163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3" y="444789"/>
            <a:ext cx="4850477" cy="391824"/>
          </a:xfrm>
        </p:spPr>
        <p:txBody>
          <a:bodyPr/>
          <a:lstStyle/>
          <a:p>
            <a:r>
              <a:rPr lang="es-CL" dirty="0" err="1"/>
              <a:t>Naive</a:t>
            </a:r>
            <a:r>
              <a:rPr lang="es-CL" dirty="0"/>
              <a:t> Bayes</a:t>
            </a:r>
          </a:p>
        </p:txBody>
      </p:sp>
      <p:sp>
        <p:nvSpPr>
          <p:cNvPr id="4" name="Marcador de texto 3"/>
          <p:cNvSpPr>
            <a:spLocks noGrp="1"/>
          </p:cNvSpPr>
          <p:nvPr>
            <p:ph type="body" sz="quarter" idx="21"/>
          </p:nvPr>
        </p:nvSpPr>
        <p:spPr>
          <a:xfrm>
            <a:off x="2132998" y="1468240"/>
            <a:ext cx="7586081" cy="4857143"/>
          </a:xfrm>
        </p:spPr>
        <p:txBody>
          <a:bodyPr/>
          <a:lstStyle/>
          <a:p>
            <a:r>
              <a:rPr lang="es-CL" sz="1600" dirty="0" err="1"/>
              <a:t>Naive</a:t>
            </a:r>
            <a:r>
              <a:rPr lang="es-CL" sz="1600" dirty="0"/>
              <a:t> Bayes o Bayes ingenuo corresponde a una técnica de machine learning supervisado, que es conocido como un clasificador estadístico, dado que se basa en el famoso Teorema de Bayes, que predice la probabilidad de pertenecer a las distintas clases, y luego predica la clase dependiendo de cuál es más probable.</a:t>
            </a:r>
          </a:p>
        </p:txBody>
      </p:sp>
      <p:sp>
        <p:nvSpPr>
          <p:cNvPr id="5" name="Marcador de texto 4"/>
          <p:cNvSpPr>
            <a:spLocks noGrp="1"/>
          </p:cNvSpPr>
          <p:nvPr>
            <p:ph type="body" sz="quarter" idx="25"/>
          </p:nvPr>
        </p:nvSpPr>
        <p:spPr/>
        <p:txBody>
          <a:bodyPr/>
          <a:lstStyle/>
          <a:p>
            <a:r>
              <a:rPr lang="es-CL" dirty="0"/>
              <a:t>02</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Conector recto de flecha 6">
            <a:extLst>
              <a:ext uri="{FF2B5EF4-FFF2-40B4-BE49-F238E27FC236}">
                <a16:creationId xmlns:a16="http://schemas.microsoft.com/office/drawing/2014/main" id="{59086EDA-071F-4423-9140-6636099AD9DB}"/>
              </a:ext>
            </a:extLst>
          </p:cNvPr>
          <p:cNvCxnSpPr/>
          <p:nvPr/>
        </p:nvCxnSpPr>
        <p:spPr>
          <a:xfrm>
            <a:off x="1728705" y="3029988"/>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2" name="Picture 2">
            <a:hlinkClick r:id="rId3"/>
            <a:extLst>
              <a:ext uri="{FF2B5EF4-FFF2-40B4-BE49-F238E27FC236}">
                <a16:creationId xmlns:a16="http://schemas.microsoft.com/office/drawing/2014/main" id="{06F3D6CD-7A10-9B88-8C27-ABA8FF3843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2668" y="2944013"/>
            <a:ext cx="4829978" cy="3469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Marcador de texto 3">
            <a:extLst>
              <a:ext uri="{FF2B5EF4-FFF2-40B4-BE49-F238E27FC236}">
                <a16:creationId xmlns:a16="http://schemas.microsoft.com/office/drawing/2014/main" id="{9EC4EC9B-937A-B27E-ABE0-2166F3F0D8F5}"/>
              </a:ext>
            </a:extLst>
          </p:cNvPr>
          <p:cNvSpPr txBox="1">
            <a:spLocks/>
          </p:cNvSpPr>
          <p:nvPr/>
        </p:nvSpPr>
        <p:spPr>
          <a:xfrm>
            <a:off x="2132998" y="2858290"/>
            <a:ext cx="3379281" cy="4857143"/>
          </a:xfrm>
          <a:prstGeom prst="rect">
            <a:avLst/>
          </a:prstGeom>
        </p:spPr>
        <p:txBody>
          <a:bodyPr lIns="0"/>
          <a:lstStyle>
            <a:lvl1pPr marL="0" indent="0" algn="just" defTabSz="914400" rtl="0" eaLnBrk="1" latinLnBrk="0" hangingPunct="1">
              <a:lnSpc>
                <a:spcPts val="2000"/>
              </a:lnSpc>
              <a:spcBef>
                <a:spcPts val="1000"/>
              </a:spcBef>
              <a:buClr>
                <a:schemeClr val="accent1"/>
              </a:buClr>
              <a:buSzPct val="150000"/>
              <a:buFont typeface="Cambria" panose="02040503050406030204" pitchFamily="18" charset="0"/>
              <a:buNone/>
              <a:defRPr sz="14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600" dirty="0"/>
              <a:t>Se llama Bayes ingenuo pues asume  independencia condicional entre los atributos del </a:t>
            </a:r>
            <a:r>
              <a:rPr lang="es-CL" sz="1600" dirty="0" err="1"/>
              <a:t>dataset</a:t>
            </a:r>
            <a:r>
              <a:rPr lang="es-CL" sz="1600" dirty="0"/>
              <a:t>, lo cual es muy poco frecuente de encontrar. Dentro de sus principales bondades esta que es fácil de construir y rápido para conjuntos de datos muy grandes.</a:t>
            </a:r>
            <a:endParaRPr lang="es-CL" dirty="0"/>
          </a:p>
        </p:txBody>
      </p:sp>
    </p:spTree>
    <p:extLst>
      <p:ext uri="{BB962C8B-B14F-4D97-AF65-F5344CB8AC3E}">
        <p14:creationId xmlns:p14="http://schemas.microsoft.com/office/powerpoint/2010/main" val="302237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3" y="444789"/>
            <a:ext cx="4850477" cy="391824"/>
          </a:xfrm>
        </p:spPr>
        <p:txBody>
          <a:bodyPr/>
          <a:lstStyle/>
          <a:p>
            <a:r>
              <a:rPr lang="es-CL" dirty="0" err="1"/>
              <a:t>Naive</a:t>
            </a:r>
            <a:r>
              <a:rPr lang="es-CL" dirty="0"/>
              <a:t> Bayes</a:t>
            </a:r>
          </a:p>
        </p:txBody>
      </p:sp>
      <p:sp>
        <p:nvSpPr>
          <p:cNvPr id="4" name="Marcador de texto 3"/>
          <p:cNvSpPr>
            <a:spLocks noGrp="1"/>
          </p:cNvSpPr>
          <p:nvPr>
            <p:ph type="body" sz="quarter" idx="21"/>
          </p:nvPr>
        </p:nvSpPr>
        <p:spPr>
          <a:xfrm>
            <a:off x="2132998" y="1468240"/>
            <a:ext cx="7586081" cy="4857143"/>
          </a:xfrm>
        </p:spPr>
        <p:txBody>
          <a:bodyPr/>
          <a:lstStyle/>
          <a:p>
            <a:r>
              <a:rPr lang="es-CL" sz="1600" b="1" dirty="0"/>
              <a:t>Algoritmo</a:t>
            </a:r>
          </a:p>
        </p:txBody>
      </p:sp>
      <p:sp>
        <p:nvSpPr>
          <p:cNvPr id="5" name="Marcador de texto 4"/>
          <p:cNvSpPr>
            <a:spLocks noGrp="1"/>
          </p:cNvSpPr>
          <p:nvPr>
            <p:ph type="body" sz="quarter" idx="25"/>
          </p:nvPr>
        </p:nvSpPr>
        <p:spPr/>
        <p:txBody>
          <a:bodyPr/>
          <a:lstStyle/>
          <a:p>
            <a:r>
              <a:rPr lang="es-CL" dirty="0"/>
              <a:t>02</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9" name="Seta entalhada para a direita 3">
            <a:extLst>
              <a:ext uri="{FF2B5EF4-FFF2-40B4-BE49-F238E27FC236}">
                <a16:creationId xmlns:a16="http://schemas.microsoft.com/office/drawing/2014/main" id="{C17300B6-A5C4-2E40-69C7-320EDBD6BBC0}"/>
              </a:ext>
            </a:extLst>
          </p:cNvPr>
          <p:cNvSpPr/>
          <p:nvPr/>
        </p:nvSpPr>
        <p:spPr>
          <a:xfrm>
            <a:off x="2467423" y="2607273"/>
            <a:ext cx="2024004" cy="1037691"/>
          </a:xfrm>
          <a:prstGeom prst="notchedRightArrow">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entalhada para a direita 7">
            <a:extLst>
              <a:ext uri="{FF2B5EF4-FFF2-40B4-BE49-F238E27FC236}">
                <a16:creationId xmlns:a16="http://schemas.microsoft.com/office/drawing/2014/main" id="{05F184DA-695B-706B-D3BB-0468168EB51D}"/>
              </a:ext>
            </a:extLst>
          </p:cNvPr>
          <p:cNvSpPr/>
          <p:nvPr/>
        </p:nvSpPr>
        <p:spPr>
          <a:xfrm>
            <a:off x="4428069" y="2607273"/>
            <a:ext cx="2024004" cy="1037691"/>
          </a:xfrm>
          <a:prstGeom prst="notched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eta entalhada para a direita 8">
            <a:extLst>
              <a:ext uri="{FF2B5EF4-FFF2-40B4-BE49-F238E27FC236}">
                <a16:creationId xmlns:a16="http://schemas.microsoft.com/office/drawing/2014/main" id="{1C14D118-9F18-3C9A-BA1F-825DD17A045A}"/>
              </a:ext>
            </a:extLst>
          </p:cNvPr>
          <p:cNvSpPr/>
          <p:nvPr/>
        </p:nvSpPr>
        <p:spPr>
          <a:xfrm>
            <a:off x="6410975" y="2607273"/>
            <a:ext cx="2024004" cy="1037691"/>
          </a:xfrm>
          <a:prstGeom prst="notch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entalhada para a direita 9">
            <a:extLst>
              <a:ext uri="{FF2B5EF4-FFF2-40B4-BE49-F238E27FC236}">
                <a16:creationId xmlns:a16="http://schemas.microsoft.com/office/drawing/2014/main" id="{A31BAC4D-BC8B-07B3-0D3B-1F3EFC6E41AD}"/>
              </a:ext>
            </a:extLst>
          </p:cNvPr>
          <p:cNvSpPr/>
          <p:nvPr/>
        </p:nvSpPr>
        <p:spPr>
          <a:xfrm>
            <a:off x="8393881" y="2607273"/>
            <a:ext cx="2024004" cy="1037691"/>
          </a:xfrm>
          <a:prstGeom prst="notched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4">
            <a:extLst>
              <a:ext uri="{FF2B5EF4-FFF2-40B4-BE49-F238E27FC236}">
                <a16:creationId xmlns:a16="http://schemas.microsoft.com/office/drawing/2014/main" id="{2BC1CEA7-F351-AE03-0721-2E409022BB7E}"/>
              </a:ext>
            </a:extLst>
          </p:cNvPr>
          <p:cNvSpPr/>
          <p:nvPr/>
        </p:nvSpPr>
        <p:spPr>
          <a:xfrm>
            <a:off x="2132998" y="3846225"/>
            <a:ext cx="2207059" cy="430887"/>
          </a:xfrm>
          <a:prstGeom prst="rect">
            <a:avLst/>
          </a:prstGeom>
        </p:spPr>
        <p:txBody>
          <a:bodyPr wrap="square">
            <a:spAutoFit/>
          </a:bodyPr>
          <a:lstStyle/>
          <a:p>
            <a:pPr algn="just"/>
            <a:r>
              <a:rPr lang="es-ES" sz="1100" dirty="0">
                <a:solidFill>
                  <a:srgbClr val="757575"/>
                </a:solidFill>
                <a:latin typeface="+mj-lt"/>
              </a:rPr>
              <a:t>Convertir el conjunto de datos en una tabla de frecuencias.</a:t>
            </a:r>
          </a:p>
        </p:txBody>
      </p:sp>
      <p:sp>
        <p:nvSpPr>
          <p:cNvPr id="15" name="Retângulo 10">
            <a:extLst>
              <a:ext uri="{FF2B5EF4-FFF2-40B4-BE49-F238E27FC236}">
                <a16:creationId xmlns:a16="http://schemas.microsoft.com/office/drawing/2014/main" id="{AEFC3B1E-ACB5-E631-B211-73876BFAC979}"/>
              </a:ext>
            </a:extLst>
          </p:cNvPr>
          <p:cNvSpPr/>
          <p:nvPr/>
        </p:nvSpPr>
        <p:spPr>
          <a:xfrm>
            <a:off x="4441226" y="3835034"/>
            <a:ext cx="1852620" cy="938719"/>
          </a:xfrm>
          <a:prstGeom prst="rect">
            <a:avLst/>
          </a:prstGeom>
        </p:spPr>
        <p:txBody>
          <a:bodyPr wrap="square">
            <a:spAutoFit/>
          </a:bodyPr>
          <a:lstStyle/>
          <a:p>
            <a:pPr algn="just"/>
            <a:r>
              <a:rPr lang="es-ES" sz="1100" dirty="0">
                <a:solidFill>
                  <a:srgbClr val="757575"/>
                </a:solidFill>
                <a:latin typeface="+mj-lt"/>
              </a:rPr>
              <a:t>Crear una tabla de probabilidad calculando las correspondientes a que ocurran los diversos eventos.</a:t>
            </a:r>
          </a:p>
        </p:txBody>
      </p:sp>
      <p:sp>
        <p:nvSpPr>
          <p:cNvPr id="16" name="Retângulo 11">
            <a:extLst>
              <a:ext uri="{FF2B5EF4-FFF2-40B4-BE49-F238E27FC236}">
                <a16:creationId xmlns:a16="http://schemas.microsoft.com/office/drawing/2014/main" id="{AA2A7578-6954-176D-BBC5-D8503E993280}"/>
              </a:ext>
            </a:extLst>
          </p:cNvPr>
          <p:cNvSpPr/>
          <p:nvPr/>
        </p:nvSpPr>
        <p:spPr>
          <a:xfrm>
            <a:off x="6527378" y="3833803"/>
            <a:ext cx="1759728" cy="769441"/>
          </a:xfrm>
          <a:prstGeom prst="rect">
            <a:avLst/>
          </a:prstGeom>
        </p:spPr>
        <p:txBody>
          <a:bodyPr wrap="square">
            <a:spAutoFit/>
          </a:bodyPr>
          <a:lstStyle/>
          <a:p>
            <a:pPr algn="just"/>
            <a:r>
              <a:rPr lang="es-ES" sz="1100" dirty="0">
                <a:solidFill>
                  <a:srgbClr val="757575"/>
                </a:solidFill>
                <a:latin typeface="+mj-lt"/>
              </a:rPr>
              <a:t>La ecuación </a:t>
            </a:r>
            <a:r>
              <a:rPr lang="es-ES" sz="1100" dirty="0" err="1">
                <a:solidFill>
                  <a:srgbClr val="757575"/>
                </a:solidFill>
                <a:latin typeface="+mj-lt"/>
              </a:rPr>
              <a:t>Naive</a:t>
            </a:r>
            <a:r>
              <a:rPr lang="es-ES" sz="1100" dirty="0">
                <a:solidFill>
                  <a:srgbClr val="757575"/>
                </a:solidFill>
                <a:latin typeface="+mj-lt"/>
              </a:rPr>
              <a:t>-Bayes se usa para calcular la probabilidad posterior de cada clase.</a:t>
            </a:r>
          </a:p>
        </p:txBody>
      </p:sp>
      <p:sp>
        <p:nvSpPr>
          <p:cNvPr id="17" name="Retângulo 12">
            <a:extLst>
              <a:ext uri="{FF2B5EF4-FFF2-40B4-BE49-F238E27FC236}">
                <a16:creationId xmlns:a16="http://schemas.microsoft.com/office/drawing/2014/main" id="{069D426F-F598-0116-8320-40E8BDD2C4AD}"/>
              </a:ext>
            </a:extLst>
          </p:cNvPr>
          <p:cNvSpPr/>
          <p:nvPr/>
        </p:nvSpPr>
        <p:spPr>
          <a:xfrm>
            <a:off x="8517209" y="3828728"/>
            <a:ext cx="1907884" cy="769441"/>
          </a:xfrm>
          <a:prstGeom prst="rect">
            <a:avLst/>
          </a:prstGeom>
        </p:spPr>
        <p:txBody>
          <a:bodyPr wrap="square">
            <a:spAutoFit/>
          </a:bodyPr>
          <a:lstStyle/>
          <a:p>
            <a:pPr algn="just"/>
            <a:r>
              <a:rPr lang="es-ES" sz="1100" dirty="0">
                <a:solidFill>
                  <a:srgbClr val="757575"/>
                </a:solidFill>
                <a:latin typeface="+mj-lt"/>
              </a:rPr>
              <a:t>La clase con la probabilidad posterior más alta es el resultado de la predicción.</a:t>
            </a:r>
          </a:p>
        </p:txBody>
      </p:sp>
    </p:spTree>
    <p:extLst>
      <p:ext uri="{BB962C8B-B14F-4D97-AF65-F5344CB8AC3E}">
        <p14:creationId xmlns:p14="http://schemas.microsoft.com/office/powerpoint/2010/main" val="113832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3" y="444789"/>
            <a:ext cx="4850477" cy="391824"/>
          </a:xfrm>
        </p:spPr>
        <p:txBody>
          <a:bodyPr/>
          <a:lstStyle/>
          <a:p>
            <a:r>
              <a:rPr lang="es-CL" dirty="0" err="1"/>
              <a:t>Naive</a:t>
            </a:r>
            <a:r>
              <a:rPr lang="es-CL" dirty="0"/>
              <a:t> Bayes</a:t>
            </a:r>
          </a:p>
        </p:txBody>
      </p:sp>
      <p:sp>
        <p:nvSpPr>
          <p:cNvPr id="4" name="Marcador de texto 3"/>
          <p:cNvSpPr>
            <a:spLocks noGrp="1"/>
          </p:cNvSpPr>
          <p:nvPr>
            <p:ph type="body" sz="quarter" idx="21"/>
          </p:nvPr>
        </p:nvSpPr>
        <p:spPr>
          <a:xfrm>
            <a:off x="2132998" y="1468240"/>
            <a:ext cx="7586081" cy="4857143"/>
          </a:xfrm>
        </p:spPr>
        <p:txBody>
          <a:bodyPr/>
          <a:lstStyle/>
          <a:p>
            <a:r>
              <a:rPr lang="es-CL" sz="1600" b="1" dirty="0"/>
              <a:t>Ejemplo</a:t>
            </a:r>
          </a:p>
        </p:txBody>
      </p:sp>
      <p:sp>
        <p:nvSpPr>
          <p:cNvPr id="5" name="Marcador de texto 4"/>
          <p:cNvSpPr>
            <a:spLocks noGrp="1"/>
          </p:cNvSpPr>
          <p:nvPr>
            <p:ph type="body" sz="quarter" idx="25"/>
          </p:nvPr>
        </p:nvSpPr>
        <p:spPr/>
        <p:txBody>
          <a:bodyPr/>
          <a:lstStyle/>
          <a:p>
            <a:r>
              <a:rPr lang="es-CL" dirty="0"/>
              <a:t>02</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2" name="Picture 5">
            <a:extLst>
              <a:ext uri="{FF2B5EF4-FFF2-40B4-BE49-F238E27FC236}">
                <a16:creationId xmlns:a16="http://schemas.microsoft.com/office/drawing/2014/main" id="{7F971ABC-296F-89B0-8831-D843E9A71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283" y="2354368"/>
            <a:ext cx="13335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D797B00E-76B4-F4B0-1397-C41E24E972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6013" y="2363671"/>
            <a:ext cx="21050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FAED0919-2CC8-0A01-3941-33730D9077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1004" y="2322469"/>
            <a:ext cx="3324225"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CaixaDeTexto 8">
            <a:extLst>
              <a:ext uri="{FF2B5EF4-FFF2-40B4-BE49-F238E27FC236}">
                <a16:creationId xmlns:a16="http://schemas.microsoft.com/office/drawing/2014/main" id="{665CBC16-CF43-CD4B-F2E4-A5E53C23D5C5}"/>
              </a:ext>
            </a:extLst>
          </p:cNvPr>
          <p:cNvSpPr txBox="1"/>
          <p:nvPr/>
        </p:nvSpPr>
        <p:spPr>
          <a:xfrm>
            <a:off x="3645942" y="2014692"/>
            <a:ext cx="712054" cy="307777"/>
          </a:xfrm>
          <a:prstGeom prst="rect">
            <a:avLst/>
          </a:prstGeom>
          <a:noFill/>
        </p:spPr>
        <p:txBody>
          <a:bodyPr wrap="none" rtlCol="0">
            <a:spAutoFit/>
          </a:bodyPr>
          <a:lstStyle/>
          <a:p>
            <a:r>
              <a:rPr lang="en-US" b="1" dirty="0">
                <a:solidFill>
                  <a:schemeClr val="accent2"/>
                </a:solidFill>
                <a:latin typeface="Lato" charset="0"/>
              </a:rPr>
              <a:t>Paso 1</a:t>
            </a:r>
            <a:endParaRPr lang="pt-BR" b="1" dirty="0">
              <a:solidFill>
                <a:schemeClr val="accent2"/>
              </a:solidFill>
              <a:latin typeface="Lato" charset="0"/>
            </a:endParaRPr>
          </a:p>
        </p:txBody>
      </p:sp>
      <p:sp>
        <p:nvSpPr>
          <p:cNvPr id="18" name="Elipse 10">
            <a:extLst>
              <a:ext uri="{FF2B5EF4-FFF2-40B4-BE49-F238E27FC236}">
                <a16:creationId xmlns:a16="http://schemas.microsoft.com/office/drawing/2014/main" id="{E25214AE-4C9C-59DD-48F9-44AEFDB8A9ED}"/>
              </a:ext>
            </a:extLst>
          </p:cNvPr>
          <p:cNvSpPr/>
          <p:nvPr/>
        </p:nvSpPr>
        <p:spPr>
          <a:xfrm>
            <a:off x="4062445" y="2083516"/>
            <a:ext cx="2892056" cy="1800606"/>
          </a:xfrm>
          <a:prstGeom prst="ellipse">
            <a:avLst/>
          </a:prstGeom>
          <a:noFill/>
          <a:ln w="38100">
            <a:solidFill>
              <a:srgbClr val="EC692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Elipse 36">
            <a:extLst>
              <a:ext uri="{FF2B5EF4-FFF2-40B4-BE49-F238E27FC236}">
                <a16:creationId xmlns:a16="http://schemas.microsoft.com/office/drawing/2014/main" id="{DF364F8C-EAFA-9DE6-0C5A-F56C7BA1FDEA}"/>
              </a:ext>
            </a:extLst>
          </p:cNvPr>
          <p:cNvSpPr/>
          <p:nvPr/>
        </p:nvSpPr>
        <p:spPr>
          <a:xfrm>
            <a:off x="7985872" y="3500386"/>
            <a:ext cx="1745560" cy="479433"/>
          </a:xfrm>
          <a:prstGeom prst="ellipse">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Elipse 38">
            <a:extLst>
              <a:ext uri="{FF2B5EF4-FFF2-40B4-BE49-F238E27FC236}">
                <a16:creationId xmlns:a16="http://schemas.microsoft.com/office/drawing/2014/main" id="{33FE237D-142D-CF48-3B02-C546689E8981}"/>
              </a:ext>
            </a:extLst>
          </p:cNvPr>
          <p:cNvSpPr/>
          <p:nvPr/>
        </p:nvSpPr>
        <p:spPr>
          <a:xfrm>
            <a:off x="9435485" y="2612010"/>
            <a:ext cx="1204710" cy="920275"/>
          </a:xfrm>
          <a:prstGeom prst="ellipse">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CaixaDeTexto 43">
            <a:extLst>
              <a:ext uri="{FF2B5EF4-FFF2-40B4-BE49-F238E27FC236}">
                <a16:creationId xmlns:a16="http://schemas.microsoft.com/office/drawing/2014/main" id="{23084CE3-5228-4A30-A4D4-D195DC2EFEB2}"/>
              </a:ext>
            </a:extLst>
          </p:cNvPr>
          <p:cNvSpPr txBox="1"/>
          <p:nvPr/>
        </p:nvSpPr>
        <p:spPr>
          <a:xfrm>
            <a:off x="9678267" y="3479120"/>
            <a:ext cx="712054" cy="307777"/>
          </a:xfrm>
          <a:prstGeom prst="rect">
            <a:avLst/>
          </a:prstGeom>
          <a:noFill/>
        </p:spPr>
        <p:txBody>
          <a:bodyPr wrap="none" rtlCol="0">
            <a:spAutoFit/>
          </a:bodyPr>
          <a:lstStyle/>
          <a:p>
            <a:r>
              <a:rPr lang="en-US" b="1" dirty="0">
                <a:solidFill>
                  <a:schemeClr val="accent1"/>
                </a:solidFill>
                <a:latin typeface="Lato" charset="0"/>
              </a:rPr>
              <a:t>Paso 2</a:t>
            </a:r>
            <a:endParaRPr lang="pt-BR" b="1" dirty="0">
              <a:solidFill>
                <a:schemeClr val="accent1"/>
              </a:solidFill>
              <a:latin typeface="Lato" charset="0"/>
            </a:endParaRPr>
          </a:p>
        </p:txBody>
      </p:sp>
      <p:sp>
        <p:nvSpPr>
          <p:cNvPr id="22" name="Elipse 45">
            <a:extLst>
              <a:ext uri="{FF2B5EF4-FFF2-40B4-BE49-F238E27FC236}">
                <a16:creationId xmlns:a16="http://schemas.microsoft.com/office/drawing/2014/main" id="{576E5F56-A680-77A2-4578-56ECC8D88948}"/>
              </a:ext>
            </a:extLst>
          </p:cNvPr>
          <p:cNvSpPr/>
          <p:nvPr/>
        </p:nvSpPr>
        <p:spPr>
          <a:xfrm>
            <a:off x="9009663" y="4458956"/>
            <a:ext cx="668625" cy="389800"/>
          </a:xfrm>
          <a:prstGeom prst="ellipse">
            <a:avLst/>
          </a:prstGeom>
          <a:noFill/>
          <a:ln w="38100">
            <a:solidFill>
              <a:srgbClr val="92D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400"/>
          </a:p>
        </p:txBody>
      </p:sp>
      <p:sp>
        <p:nvSpPr>
          <p:cNvPr id="23" name="CaixaDeTexto 46">
            <a:extLst>
              <a:ext uri="{FF2B5EF4-FFF2-40B4-BE49-F238E27FC236}">
                <a16:creationId xmlns:a16="http://schemas.microsoft.com/office/drawing/2014/main" id="{828ADC9B-0E07-2511-2761-C504F7792CE1}"/>
              </a:ext>
            </a:extLst>
          </p:cNvPr>
          <p:cNvSpPr txBox="1"/>
          <p:nvPr/>
        </p:nvSpPr>
        <p:spPr>
          <a:xfrm>
            <a:off x="9703139" y="4458956"/>
            <a:ext cx="715260" cy="307777"/>
          </a:xfrm>
          <a:prstGeom prst="rect">
            <a:avLst/>
          </a:prstGeom>
          <a:noFill/>
        </p:spPr>
        <p:txBody>
          <a:bodyPr wrap="none" rtlCol="0">
            <a:spAutoFit/>
          </a:bodyPr>
          <a:lstStyle/>
          <a:p>
            <a:r>
              <a:rPr lang="en-US" sz="1400" b="1" dirty="0">
                <a:solidFill>
                  <a:srgbClr val="92D050"/>
                </a:solidFill>
                <a:latin typeface="Lato" charset="0"/>
              </a:rPr>
              <a:t>Paso 4</a:t>
            </a:r>
            <a:endParaRPr lang="pt-BR" sz="1400" b="1" dirty="0">
              <a:solidFill>
                <a:srgbClr val="92D050"/>
              </a:solidFill>
              <a:latin typeface="Lato" charset="0"/>
            </a:endParaRPr>
          </a:p>
        </p:txBody>
      </p:sp>
      <mc:AlternateContent xmlns:mc="http://schemas.openxmlformats.org/markup-compatibility/2006" xmlns:a14="http://schemas.microsoft.com/office/drawing/2010/main">
        <mc:Choice Requires="a14">
          <p:sp>
            <p:nvSpPr>
              <p:cNvPr id="24" name="Retângulo 23">
                <a:extLst>
                  <a:ext uri="{FF2B5EF4-FFF2-40B4-BE49-F238E27FC236}">
                    <a16:creationId xmlns:a16="http://schemas.microsoft.com/office/drawing/2014/main" id="{9F136DD3-8D7A-1A3A-D57A-851FA15A0D0F}"/>
                  </a:ext>
                </a:extLst>
              </p:cNvPr>
              <p:cNvSpPr/>
              <p:nvPr/>
            </p:nvSpPr>
            <p:spPr>
              <a:xfrm>
                <a:off x="4097405" y="4396735"/>
                <a:ext cx="3572014" cy="4970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i="1" dirty="0" smtClean="0">
                          <a:latin typeface="Cambria Math"/>
                        </a:rPr>
                        <m:t>𝑌𝑒𝑠</m:t>
                      </m:r>
                      <m:r>
                        <a:rPr lang="en-US" sz="1400" i="1" dirty="0" smtClean="0">
                          <a:latin typeface="Cambria Math"/>
                        </a:rPr>
                        <m:t> | </m:t>
                      </m:r>
                      <m:r>
                        <a:rPr lang="en-US" sz="1400" b="0" i="1" dirty="0" smtClean="0">
                          <a:latin typeface="Cambria Math"/>
                        </a:rPr>
                        <m:t>𝑅𝑎𝑖𝑛𝑦</m:t>
                      </m:r>
                      <m:r>
                        <a:rPr lang="en-US" sz="1400" i="1" dirty="0" smtClean="0">
                          <a:latin typeface="Cambria Math"/>
                        </a:rPr>
                        <m:t>] = </m:t>
                      </m:r>
                      <m:f>
                        <m:fPr>
                          <m:ctrlPr>
                            <a:rPr lang="en-US" sz="1400" i="1" dirty="0" smtClean="0">
                              <a:latin typeface="Cambria Math" panose="02040503050406030204" pitchFamily="18" charset="0"/>
                            </a:rPr>
                          </m:ctrlPr>
                        </m:fPr>
                        <m:num>
                          <m:r>
                            <a:rPr lang="en-US" sz="1400" i="1" dirty="0">
                              <a:latin typeface="Cambria Math"/>
                            </a:rPr>
                            <m:t>0.</m:t>
                          </m:r>
                          <m:r>
                            <a:rPr lang="en-US" sz="1400" b="0" i="1" dirty="0" smtClean="0">
                              <a:latin typeface="Cambria Math"/>
                            </a:rPr>
                            <m:t>22</m:t>
                          </m:r>
                          <m:r>
                            <a:rPr lang="en-US" sz="1400" i="1" dirty="0">
                              <a:latin typeface="Cambria Math"/>
                            </a:rPr>
                            <m:t> ∗ 0.64</m:t>
                          </m:r>
                        </m:num>
                        <m:den>
                          <m:r>
                            <a:rPr lang="en-US" sz="1400" b="0" i="1" dirty="0" smtClean="0">
                              <a:latin typeface="Cambria Math"/>
                            </a:rPr>
                            <m:t>0.36</m:t>
                          </m:r>
                        </m:den>
                      </m:f>
                      <m:r>
                        <a:rPr lang="en-US" sz="1400" i="1" dirty="0">
                          <a:latin typeface="Cambria Math"/>
                        </a:rPr>
                        <m:t> = </m:t>
                      </m:r>
                      <m:r>
                        <a:rPr lang="en-US" sz="1400" i="1" dirty="0" smtClean="0">
                          <a:latin typeface="Cambria Math"/>
                        </a:rPr>
                        <m:t>0.</m:t>
                      </m:r>
                      <m:r>
                        <a:rPr lang="en-US" sz="1400" b="0" i="1" dirty="0" smtClean="0">
                          <a:latin typeface="Cambria Math"/>
                        </a:rPr>
                        <m:t>4</m:t>
                      </m:r>
                      <m:r>
                        <a:rPr lang="en-US" sz="1400" i="1" dirty="0" smtClean="0">
                          <a:latin typeface="Cambria Math"/>
                        </a:rPr>
                        <m:t>0</m:t>
                      </m:r>
                    </m:oMath>
                  </m:oMathPara>
                </a14:m>
                <a:endParaRPr lang="pt-BR" sz="1400" dirty="0"/>
              </a:p>
            </p:txBody>
          </p:sp>
        </mc:Choice>
        <mc:Fallback xmlns="">
          <p:sp>
            <p:nvSpPr>
              <p:cNvPr id="24" name="Retângulo 23">
                <a:extLst>
                  <a:ext uri="{FF2B5EF4-FFF2-40B4-BE49-F238E27FC236}">
                    <a16:creationId xmlns:a16="http://schemas.microsoft.com/office/drawing/2014/main" id="{9F136DD3-8D7A-1A3A-D57A-851FA15A0D0F}"/>
                  </a:ext>
                </a:extLst>
              </p:cNvPr>
              <p:cNvSpPr>
                <a:spLocks noRot="1" noChangeAspect="1" noMove="1" noResize="1" noEditPoints="1" noAdjustHandles="1" noChangeArrowheads="1" noChangeShapeType="1" noTextEdit="1"/>
              </p:cNvSpPr>
              <p:nvPr/>
            </p:nvSpPr>
            <p:spPr>
              <a:xfrm>
                <a:off x="4097405" y="4396735"/>
                <a:ext cx="3572014" cy="497059"/>
              </a:xfrm>
              <a:prstGeom prst="rect">
                <a:avLst/>
              </a:prstGeom>
              <a:blipFill>
                <a:blip r:embed="rId6"/>
                <a:stretch>
                  <a:fillRect b="-2500"/>
                </a:stretch>
              </a:blipFill>
            </p:spPr>
            <p:txBody>
              <a:bodyPr/>
              <a:lstStyle/>
              <a:p>
                <a:r>
                  <a:rPr lang="es-ES_tradnl">
                    <a:noFill/>
                  </a:rPr>
                  <a:t> </a:t>
                </a:r>
              </a:p>
            </p:txBody>
          </p:sp>
        </mc:Fallback>
      </mc:AlternateContent>
      <p:sp>
        <p:nvSpPr>
          <p:cNvPr id="25" name="CaixaDeTexto 47">
            <a:extLst>
              <a:ext uri="{FF2B5EF4-FFF2-40B4-BE49-F238E27FC236}">
                <a16:creationId xmlns:a16="http://schemas.microsoft.com/office/drawing/2014/main" id="{616EA07A-C930-1D75-77F3-AA0DF4941CEC}"/>
              </a:ext>
            </a:extLst>
          </p:cNvPr>
          <p:cNvSpPr txBox="1"/>
          <p:nvPr/>
        </p:nvSpPr>
        <p:spPr>
          <a:xfrm>
            <a:off x="9577970" y="5573517"/>
            <a:ext cx="802629" cy="307777"/>
          </a:xfrm>
          <a:prstGeom prst="rect">
            <a:avLst/>
          </a:prstGeom>
          <a:noFill/>
        </p:spPr>
        <p:txBody>
          <a:bodyPr wrap="square" rtlCol="0">
            <a:spAutoFit/>
          </a:bodyPr>
          <a:lstStyle/>
          <a:p>
            <a:r>
              <a:rPr lang="en-US" sz="1400" b="1" dirty="0">
                <a:solidFill>
                  <a:srgbClr val="FFFF00"/>
                </a:solidFill>
                <a:latin typeface="Lato" charset="0"/>
              </a:rPr>
              <a:t>Paso 3</a:t>
            </a:r>
            <a:endParaRPr lang="pt-BR" sz="1400" b="1" dirty="0">
              <a:solidFill>
                <a:srgbClr val="FFFF00"/>
              </a:solidFill>
              <a:latin typeface="Lato" charset="0"/>
            </a:endParaRPr>
          </a:p>
        </p:txBody>
      </p:sp>
      <p:sp>
        <p:nvSpPr>
          <p:cNvPr id="26" name="Elipse 48">
            <a:extLst>
              <a:ext uri="{FF2B5EF4-FFF2-40B4-BE49-F238E27FC236}">
                <a16:creationId xmlns:a16="http://schemas.microsoft.com/office/drawing/2014/main" id="{A3B5532F-3974-A3E3-8943-08C4A6F3A6E0}"/>
              </a:ext>
            </a:extLst>
          </p:cNvPr>
          <p:cNvSpPr/>
          <p:nvPr/>
        </p:nvSpPr>
        <p:spPr>
          <a:xfrm>
            <a:off x="3755313" y="4213915"/>
            <a:ext cx="6240341" cy="1848735"/>
          </a:xfrm>
          <a:prstGeom prst="ellipse">
            <a:avLst/>
          </a:prstGeom>
          <a:noFill/>
          <a:ln w="38100">
            <a:solidFill>
              <a:srgbClr val="FFFF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Retângulo 4">
                <a:extLst>
                  <a:ext uri="{FF2B5EF4-FFF2-40B4-BE49-F238E27FC236}">
                    <a16:creationId xmlns:a16="http://schemas.microsoft.com/office/drawing/2014/main" id="{159655CA-CFE4-A081-60C3-73854E3DEDA0}"/>
                  </a:ext>
                </a:extLst>
              </p:cNvPr>
              <p:cNvSpPr/>
              <p:nvPr/>
            </p:nvSpPr>
            <p:spPr>
              <a:xfrm>
                <a:off x="4086771" y="5373169"/>
                <a:ext cx="3572015" cy="4970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i="1" dirty="0" smtClean="0">
                          <a:latin typeface="Cambria Math"/>
                        </a:rPr>
                        <m:t>𝑌𝑒𝑠</m:t>
                      </m:r>
                      <m:r>
                        <a:rPr lang="en-US" sz="1400" i="1" dirty="0" smtClean="0">
                          <a:latin typeface="Cambria Math"/>
                        </a:rPr>
                        <m:t> | </m:t>
                      </m:r>
                      <m:r>
                        <a:rPr lang="en-US" sz="1400" i="1" dirty="0" smtClean="0">
                          <a:latin typeface="Cambria Math"/>
                        </a:rPr>
                        <m:t>𝑆𝑢𝑛𝑛𝑦</m:t>
                      </m:r>
                      <m:r>
                        <a:rPr lang="en-US" sz="1400" i="1" dirty="0" smtClean="0">
                          <a:latin typeface="Cambria Math"/>
                        </a:rPr>
                        <m:t>] = </m:t>
                      </m:r>
                      <m:f>
                        <m:fPr>
                          <m:ctrlPr>
                            <a:rPr lang="en-US" sz="1400" i="1" dirty="0">
                              <a:latin typeface="Cambria Math" panose="02040503050406030204" pitchFamily="18" charset="0"/>
                            </a:rPr>
                          </m:ctrlPr>
                        </m:fPr>
                        <m:num>
                          <m:r>
                            <a:rPr lang="en-US" sz="1400" i="1" dirty="0">
                              <a:latin typeface="Cambria Math"/>
                            </a:rPr>
                            <m:t>0.33 ∗ 0.64</m:t>
                          </m:r>
                        </m:num>
                        <m:den>
                          <m:r>
                            <a:rPr lang="en-US" sz="1400" i="1" dirty="0">
                              <a:latin typeface="Cambria Math"/>
                            </a:rPr>
                            <m:t>0.36</m:t>
                          </m:r>
                        </m:den>
                      </m:f>
                      <m:r>
                        <a:rPr lang="en-US" sz="1400" i="1" dirty="0">
                          <a:latin typeface="Cambria Math"/>
                        </a:rPr>
                        <m:t> = 0.</m:t>
                      </m:r>
                      <m:r>
                        <a:rPr lang="en-US" sz="1400" b="0" i="1" dirty="0" smtClean="0">
                          <a:latin typeface="Cambria Math"/>
                        </a:rPr>
                        <m:t>59</m:t>
                      </m:r>
                    </m:oMath>
                  </m:oMathPara>
                </a14:m>
                <a:endParaRPr lang="pt-BR" sz="1400" dirty="0"/>
              </a:p>
            </p:txBody>
          </p:sp>
        </mc:Choice>
        <mc:Fallback xmlns="">
          <p:sp>
            <p:nvSpPr>
              <p:cNvPr id="27" name="Retângulo 4">
                <a:extLst>
                  <a:ext uri="{FF2B5EF4-FFF2-40B4-BE49-F238E27FC236}">
                    <a16:creationId xmlns:a16="http://schemas.microsoft.com/office/drawing/2014/main" id="{159655CA-CFE4-A081-60C3-73854E3DEDA0}"/>
                  </a:ext>
                </a:extLst>
              </p:cNvPr>
              <p:cNvSpPr>
                <a:spLocks noRot="1" noChangeAspect="1" noMove="1" noResize="1" noEditPoints="1" noAdjustHandles="1" noChangeArrowheads="1" noChangeShapeType="1" noTextEdit="1"/>
              </p:cNvSpPr>
              <p:nvPr/>
            </p:nvSpPr>
            <p:spPr>
              <a:xfrm>
                <a:off x="4086771" y="5373169"/>
                <a:ext cx="3572015" cy="497059"/>
              </a:xfrm>
              <a:prstGeom prst="rect">
                <a:avLst/>
              </a:prstGeom>
              <a:blipFill>
                <a:blip r:embed="rId7"/>
                <a:stretch>
                  <a:fillRect b="-243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8" name="Retângulo 22">
                <a:extLst>
                  <a:ext uri="{FF2B5EF4-FFF2-40B4-BE49-F238E27FC236}">
                    <a16:creationId xmlns:a16="http://schemas.microsoft.com/office/drawing/2014/main" id="{3552539C-0B77-369D-2882-C841C0C7C898}"/>
                  </a:ext>
                </a:extLst>
              </p:cNvPr>
              <p:cNvSpPr/>
              <p:nvPr/>
            </p:nvSpPr>
            <p:spPr>
              <a:xfrm>
                <a:off x="3959177" y="4893054"/>
                <a:ext cx="3572013" cy="4970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i="1" dirty="0" smtClean="0">
                          <a:latin typeface="Cambria Math"/>
                        </a:rPr>
                        <m:t>𝑌𝑒𝑠</m:t>
                      </m:r>
                      <m:r>
                        <a:rPr lang="en-US" sz="1400" i="1" dirty="0" smtClean="0">
                          <a:latin typeface="Cambria Math"/>
                        </a:rPr>
                        <m:t> | </m:t>
                      </m:r>
                      <m:r>
                        <a:rPr lang="en-US" sz="1400" b="0" i="1" dirty="0" smtClean="0">
                          <a:latin typeface="Cambria Math"/>
                        </a:rPr>
                        <m:t>𝑂𝑣𝑒𝑟𝑐𝑎𝑠𝑡</m:t>
                      </m:r>
                      <m:r>
                        <a:rPr lang="en-US" sz="1400" i="1" dirty="0" smtClean="0">
                          <a:latin typeface="Cambria Math"/>
                        </a:rPr>
                        <m:t>] = </m:t>
                      </m:r>
                      <m:f>
                        <m:fPr>
                          <m:ctrlPr>
                            <a:rPr lang="en-US" sz="1400" i="1" dirty="0" smtClean="0">
                              <a:latin typeface="Cambria Math" panose="02040503050406030204" pitchFamily="18" charset="0"/>
                            </a:rPr>
                          </m:ctrlPr>
                        </m:fPr>
                        <m:num>
                          <m:r>
                            <a:rPr lang="en-US" sz="1400" i="1" dirty="0">
                              <a:latin typeface="Cambria Math"/>
                            </a:rPr>
                            <m:t>0.</m:t>
                          </m:r>
                          <m:r>
                            <a:rPr lang="en-US" sz="1400" b="0" i="1" dirty="0" smtClean="0">
                              <a:latin typeface="Cambria Math"/>
                            </a:rPr>
                            <m:t>44</m:t>
                          </m:r>
                          <m:r>
                            <a:rPr lang="en-US" sz="1400" i="1" dirty="0">
                              <a:latin typeface="Cambria Math"/>
                            </a:rPr>
                            <m:t> ∗ 0.64</m:t>
                          </m:r>
                        </m:num>
                        <m:den>
                          <m:r>
                            <a:rPr lang="en-US" sz="1400" b="0" i="1" dirty="0" smtClean="0">
                              <a:latin typeface="Cambria Math"/>
                            </a:rPr>
                            <m:t>0.29</m:t>
                          </m:r>
                        </m:den>
                      </m:f>
                      <m:r>
                        <a:rPr lang="en-US" sz="1400" i="1" dirty="0">
                          <a:latin typeface="Cambria Math"/>
                        </a:rPr>
                        <m:t> = </m:t>
                      </m:r>
                      <m:r>
                        <a:rPr lang="en-US" sz="1400" i="1" dirty="0" smtClean="0">
                          <a:latin typeface="Cambria Math"/>
                        </a:rPr>
                        <m:t>0.</m:t>
                      </m:r>
                      <m:r>
                        <a:rPr lang="en-US" sz="1400" b="0" i="1" dirty="0" smtClean="0">
                          <a:latin typeface="Cambria Math"/>
                        </a:rPr>
                        <m:t>98</m:t>
                      </m:r>
                    </m:oMath>
                  </m:oMathPara>
                </a14:m>
                <a:endParaRPr lang="pt-BR" sz="1400" dirty="0"/>
              </a:p>
            </p:txBody>
          </p:sp>
        </mc:Choice>
        <mc:Fallback xmlns="">
          <p:sp>
            <p:nvSpPr>
              <p:cNvPr id="28" name="Retângulo 22">
                <a:extLst>
                  <a:ext uri="{FF2B5EF4-FFF2-40B4-BE49-F238E27FC236}">
                    <a16:creationId xmlns:a16="http://schemas.microsoft.com/office/drawing/2014/main" id="{3552539C-0B77-369D-2882-C841C0C7C898}"/>
                  </a:ext>
                </a:extLst>
              </p:cNvPr>
              <p:cNvSpPr>
                <a:spLocks noRot="1" noChangeAspect="1" noMove="1" noResize="1" noEditPoints="1" noAdjustHandles="1" noChangeArrowheads="1" noChangeShapeType="1" noTextEdit="1"/>
              </p:cNvSpPr>
              <p:nvPr/>
            </p:nvSpPr>
            <p:spPr>
              <a:xfrm>
                <a:off x="3959177" y="4893054"/>
                <a:ext cx="3572013" cy="497059"/>
              </a:xfrm>
              <a:prstGeom prst="rect">
                <a:avLst/>
              </a:prstGeom>
              <a:blipFill>
                <a:blip r:embed="rId8"/>
                <a:stretch>
                  <a:fillRect b="-25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tângulo 7">
                <a:extLst>
                  <a:ext uri="{FF2B5EF4-FFF2-40B4-BE49-F238E27FC236}">
                    <a16:creationId xmlns:a16="http://schemas.microsoft.com/office/drawing/2014/main" id="{9416933C-4AD8-DB00-B34D-C3B0E80342E7}"/>
                  </a:ext>
                </a:extLst>
              </p:cNvPr>
              <p:cNvSpPr/>
              <p:nvPr/>
            </p:nvSpPr>
            <p:spPr>
              <a:xfrm>
                <a:off x="7452184" y="4985653"/>
                <a:ext cx="214379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b="0" i="1" dirty="0" smtClean="0">
                          <a:latin typeface="Cambria Math"/>
                        </a:rPr>
                        <m:t>𝑁𝑜</m:t>
                      </m:r>
                      <m:r>
                        <a:rPr lang="en-US" sz="1400" i="1" dirty="0">
                          <a:latin typeface="Cambria Math"/>
                        </a:rPr>
                        <m:t> | </m:t>
                      </m:r>
                      <m:r>
                        <a:rPr lang="en-US" sz="1400" i="1" dirty="0">
                          <a:latin typeface="Cambria Math"/>
                        </a:rPr>
                        <m:t>𝑂𝑣𝑒𝑟𝑐𝑎𝑠𝑡</m:t>
                      </m:r>
                      <m:r>
                        <a:rPr lang="en-US" sz="1400" i="1" dirty="0">
                          <a:latin typeface="Cambria Math"/>
                        </a:rPr>
                        <m:t>]=0.02</m:t>
                      </m:r>
                    </m:oMath>
                  </m:oMathPara>
                </a14:m>
                <a:endParaRPr lang="pt-BR" sz="1400" dirty="0"/>
              </a:p>
            </p:txBody>
          </p:sp>
        </mc:Choice>
        <mc:Fallback xmlns="">
          <p:sp>
            <p:nvSpPr>
              <p:cNvPr id="29" name="Retângulo 7">
                <a:extLst>
                  <a:ext uri="{FF2B5EF4-FFF2-40B4-BE49-F238E27FC236}">
                    <a16:creationId xmlns:a16="http://schemas.microsoft.com/office/drawing/2014/main" id="{9416933C-4AD8-DB00-B34D-C3B0E80342E7}"/>
                  </a:ext>
                </a:extLst>
              </p:cNvPr>
              <p:cNvSpPr>
                <a:spLocks noRot="1" noChangeAspect="1" noMove="1" noResize="1" noEditPoints="1" noAdjustHandles="1" noChangeArrowheads="1" noChangeShapeType="1" noTextEdit="1"/>
              </p:cNvSpPr>
              <p:nvPr/>
            </p:nvSpPr>
            <p:spPr>
              <a:xfrm>
                <a:off x="7452184" y="4985653"/>
                <a:ext cx="2143792" cy="307777"/>
              </a:xfrm>
              <a:prstGeom prst="rect">
                <a:avLst/>
              </a:prstGeom>
              <a:blipFill>
                <a:blip r:embed="rId9"/>
                <a:stretch>
                  <a:fillRect b="-12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Retângulo 25">
                <a:extLst>
                  <a:ext uri="{FF2B5EF4-FFF2-40B4-BE49-F238E27FC236}">
                    <a16:creationId xmlns:a16="http://schemas.microsoft.com/office/drawing/2014/main" id="{B94A8F4B-5AD3-F708-23ED-B850FA05E9EC}"/>
                  </a:ext>
                </a:extLst>
              </p:cNvPr>
              <p:cNvSpPr/>
              <p:nvPr/>
            </p:nvSpPr>
            <p:spPr>
              <a:xfrm>
                <a:off x="7738559" y="4510600"/>
                <a:ext cx="188442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b="0" i="1" dirty="0" smtClean="0">
                          <a:latin typeface="Cambria Math"/>
                        </a:rPr>
                        <m:t>𝑁𝑜</m:t>
                      </m:r>
                      <m:r>
                        <a:rPr lang="en-US" sz="1400" i="1" dirty="0">
                          <a:latin typeface="Cambria Math"/>
                        </a:rPr>
                        <m:t> | </m:t>
                      </m:r>
                      <m:r>
                        <a:rPr lang="en-US" sz="1400" b="0" i="1" dirty="0" smtClean="0">
                          <a:latin typeface="Cambria Math"/>
                        </a:rPr>
                        <m:t>𝑅𝑎𝑖𝑛𝑦</m:t>
                      </m:r>
                      <m:r>
                        <a:rPr lang="en-US" sz="1400" i="1" dirty="0">
                          <a:latin typeface="Cambria Math"/>
                        </a:rPr>
                        <m:t>]</m:t>
                      </m:r>
                      <m:r>
                        <a:rPr lang="en-US" sz="1400" b="0" i="1" dirty="0" smtClean="0">
                          <a:latin typeface="Cambria Math"/>
                        </a:rPr>
                        <m:t>=0.60</m:t>
                      </m:r>
                    </m:oMath>
                  </m:oMathPara>
                </a14:m>
                <a:endParaRPr lang="pt-BR" sz="1400" dirty="0"/>
              </a:p>
            </p:txBody>
          </p:sp>
        </mc:Choice>
        <mc:Fallback xmlns="">
          <p:sp>
            <p:nvSpPr>
              <p:cNvPr id="30" name="Retângulo 25">
                <a:extLst>
                  <a:ext uri="{FF2B5EF4-FFF2-40B4-BE49-F238E27FC236}">
                    <a16:creationId xmlns:a16="http://schemas.microsoft.com/office/drawing/2014/main" id="{B94A8F4B-5AD3-F708-23ED-B850FA05E9EC}"/>
                  </a:ext>
                </a:extLst>
              </p:cNvPr>
              <p:cNvSpPr>
                <a:spLocks noRot="1" noChangeAspect="1" noMove="1" noResize="1" noEditPoints="1" noAdjustHandles="1" noChangeArrowheads="1" noChangeShapeType="1" noTextEdit="1"/>
              </p:cNvSpPr>
              <p:nvPr/>
            </p:nvSpPr>
            <p:spPr>
              <a:xfrm>
                <a:off x="7738559" y="4510600"/>
                <a:ext cx="1884426" cy="307777"/>
              </a:xfrm>
              <a:prstGeom prst="rect">
                <a:avLst/>
              </a:prstGeom>
              <a:blipFill>
                <a:blip r:embed="rId10"/>
                <a:stretch>
                  <a:fillRect b="-12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1" name="Retângulo 26">
                <a:extLst>
                  <a:ext uri="{FF2B5EF4-FFF2-40B4-BE49-F238E27FC236}">
                    <a16:creationId xmlns:a16="http://schemas.microsoft.com/office/drawing/2014/main" id="{A549CBF4-F9C6-7AA3-9454-4ECBDC68399D}"/>
                  </a:ext>
                </a:extLst>
              </p:cNvPr>
              <p:cNvSpPr/>
              <p:nvPr/>
            </p:nvSpPr>
            <p:spPr>
              <a:xfrm>
                <a:off x="7706659" y="5489075"/>
                <a:ext cx="191488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a:rPr>
                        <m:t>𝑃</m:t>
                      </m:r>
                      <m:r>
                        <a:rPr lang="en-US" sz="1400" i="1" dirty="0" smtClean="0">
                          <a:latin typeface="Cambria Math"/>
                        </a:rPr>
                        <m:t>[</m:t>
                      </m:r>
                      <m:r>
                        <a:rPr lang="en-US" sz="1400" b="0" i="1" dirty="0" smtClean="0">
                          <a:latin typeface="Cambria Math"/>
                        </a:rPr>
                        <m:t>𝑁𝑜</m:t>
                      </m:r>
                      <m:r>
                        <a:rPr lang="en-US" sz="1400" i="1" dirty="0">
                          <a:latin typeface="Cambria Math"/>
                        </a:rPr>
                        <m:t> | </m:t>
                      </m:r>
                      <m:r>
                        <a:rPr lang="en-US" sz="1400" b="0" i="1" dirty="0" smtClean="0">
                          <a:latin typeface="Cambria Math"/>
                        </a:rPr>
                        <m:t>𝑆𝑢𝑛𝑛𝑦</m:t>
                      </m:r>
                      <m:r>
                        <a:rPr lang="en-US" sz="1400" i="1" dirty="0">
                          <a:latin typeface="Cambria Math"/>
                        </a:rPr>
                        <m:t>]</m:t>
                      </m:r>
                      <m:r>
                        <a:rPr lang="en-US" sz="1400" b="0" i="1" dirty="0" smtClean="0">
                          <a:latin typeface="Cambria Math"/>
                        </a:rPr>
                        <m:t>=0.41</m:t>
                      </m:r>
                    </m:oMath>
                  </m:oMathPara>
                </a14:m>
                <a:endParaRPr lang="pt-BR" sz="1400" dirty="0"/>
              </a:p>
            </p:txBody>
          </p:sp>
        </mc:Choice>
        <mc:Fallback xmlns="">
          <p:sp>
            <p:nvSpPr>
              <p:cNvPr id="31" name="Retângulo 26">
                <a:extLst>
                  <a:ext uri="{FF2B5EF4-FFF2-40B4-BE49-F238E27FC236}">
                    <a16:creationId xmlns:a16="http://schemas.microsoft.com/office/drawing/2014/main" id="{A549CBF4-F9C6-7AA3-9454-4ECBDC68399D}"/>
                  </a:ext>
                </a:extLst>
              </p:cNvPr>
              <p:cNvSpPr>
                <a:spLocks noRot="1" noChangeAspect="1" noMove="1" noResize="1" noEditPoints="1" noAdjustHandles="1" noChangeArrowheads="1" noChangeShapeType="1" noTextEdit="1"/>
              </p:cNvSpPr>
              <p:nvPr/>
            </p:nvSpPr>
            <p:spPr>
              <a:xfrm>
                <a:off x="7706659" y="5489075"/>
                <a:ext cx="1914883" cy="307777"/>
              </a:xfrm>
              <a:prstGeom prst="rect">
                <a:avLst/>
              </a:prstGeom>
              <a:blipFill>
                <a:blip r:embed="rId11"/>
                <a:stretch>
                  <a:fillRect b="-12000"/>
                </a:stretch>
              </a:blipFill>
            </p:spPr>
            <p:txBody>
              <a:bodyPr/>
              <a:lstStyle/>
              <a:p>
                <a:r>
                  <a:rPr lang="es-ES_tradnl">
                    <a:noFill/>
                  </a:rPr>
                  <a:t> </a:t>
                </a:r>
              </a:p>
            </p:txBody>
          </p:sp>
        </mc:Fallback>
      </mc:AlternateContent>
      <p:sp>
        <p:nvSpPr>
          <p:cNvPr id="32" name="Elipse 28">
            <a:extLst>
              <a:ext uri="{FF2B5EF4-FFF2-40B4-BE49-F238E27FC236}">
                <a16:creationId xmlns:a16="http://schemas.microsoft.com/office/drawing/2014/main" id="{5D35CF7A-9707-AF04-382B-92A33EEC2248}"/>
              </a:ext>
            </a:extLst>
          </p:cNvPr>
          <p:cNvSpPr/>
          <p:nvPr/>
        </p:nvSpPr>
        <p:spPr>
          <a:xfrm>
            <a:off x="6862565" y="4959539"/>
            <a:ext cx="668625" cy="389800"/>
          </a:xfrm>
          <a:prstGeom prst="ellipse">
            <a:avLst/>
          </a:prstGeom>
          <a:noFill/>
          <a:ln w="38100">
            <a:solidFill>
              <a:srgbClr val="92D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400"/>
          </a:p>
        </p:txBody>
      </p:sp>
      <p:sp>
        <p:nvSpPr>
          <p:cNvPr id="33" name="Elipse 30">
            <a:extLst>
              <a:ext uri="{FF2B5EF4-FFF2-40B4-BE49-F238E27FC236}">
                <a16:creationId xmlns:a16="http://schemas.microsoft.com/office/drawing/2014/main" id="{DAEE6DB8-3BF9-E0E2-E6DC-A8B42D2F8F1C}"/>
              </a:ext>
            </a:extLst>
          </p:cNvPr>
          <p:cNvSpPr/>
          <p:nvPr/>
        </p:nvSpPr>
        <p:spPr>
          <a:xfrm>
            <a:off x="6875484" y="5454314"/>
            <a:ext cx="668625" cy="389800"/>
          </a:xfrm>
          <a:prstGeom prst="ellipse">
            <a:avLst/>
          </a:prstGeom>
          <a:noFill/>
          <a:ln w="38100">
            <a:solidFill>
              <a:srgbClr val="92D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400"/>
          </a:p>
        </p:txBody>
      </p:sp>
      <p:pic>
        <p:nvPicPr>
          <p:cNvPr id="34" name="Picture 7">
            <a:hlinkClick r:id="rId12"/>
            <a:extLst>
              <a:ext uri="{FF2B5EF4-FFF2-40B4-BE49-F238E27FC236}">
                <a16:creationId xmlns:a16="http://schemas.microsoft.com/office/drawing/2014/main" id="{7D67684C-AED5-2ABD-7BC3-3ECDB1FDB71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20001" y="1198080"/>
            <a:ext cx="678578" cy="847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a:extLst>
              <a:ext uri="{FF2B5EF4-FFF2-40B4-BE49-F238E27FC236}">
                <a16:creationId xmlns:a16="http://schemas.microsoft.com/office/drawing/2014/main" id="{54110CBF-7529-3E1D-01BA-F040A4217766}"/>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8837643" y="1333797"/>
            <a:ext cx="2192293" cy="623859"/>
          </a:xfrm>
          <a:prstGeom prst="rect">
            <a:avLst/>
          </a:prstGeom>
        </p:spPr>
      </p:pic>
    </p:spTree>
    <p:extLst>
      <p:ext uri="{BB962C8B-B14F-4D97-AF65-F5344CB8AC3E}">
        <p14:creationId xmlns:p14="http://schemas.microsoft.com/office/powerpoint/2010/main" val="87475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animBg="1"/>
      <p:bldP spid="19" grpId="0" animBg="1"/>
      <p:bldP spid="20" grpId="0" animBg="1"/>
      <p:bldP spid="21" grpId="0"/>
      <p:bldP spid="22" grpId="0" animBg="1"/>
      <p:bldP spid="23" grpId="0"/>
      <p:bldP spid="24" grpId="0"/>
      <p:bldP spid="25" grpId="0"/>
      <p:bldP spid="26" grpId="0" animBg="1"/>
      <p:bldP spid="27" grpId="0"/>
      <p:bldP spid="28" grpId="0"/>
      <p:bldP spid="29" grpId="0"/>
      <p:bldP spid="30" grpId="0"/>
      <p:bldP spid="31" grpId="0"/>
      <p:bldP spid="32" grpId="0"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3" y="444789"/>
            <a:ext cx="4850477" cy="391824"/>
          </a:xfrm>
        </p:spPr>
        <p:txBody>
          <a:bodyPr/>
          <a:lstStyle/>
          <a:p>
            <a:r>
              <a:rPr lang="es-CL" dirty="0" err="1"/>
              <a:t>Naive</a:t>
            </a:r>
            <a:r>
              <a:rPr lang="es-CL" dirty="0"/>
              <a:t> Bayes</a:t>
            </a:r>
          </a:p>
        </p:txBody>
      </p:sp>
      <p:sp>
        <p:nvSpPr>
          <p:cNvPr id="4" name="Marcador de texto 3"/>
          <p:cNvSpPr>
            <a:spLocks noGrp="1"/>
          </p:cNvSpPr>
          <p:nvPr>
            <p:ph type="body" sz="quarter" idx="21"/>
          </p:nvPr>
        </p:nvSpPr>
        <p:spPr>
          <a:xfrm>
            <a:off x="2132998" y="1468240"/>
            <a:ext cx="7586081" cy="4857143"/>
          </a:xfrm>
        </p:spPr>
        <p:txBody>
          <a:bodyPr/>
          <a:lstStyle/>
          <a:p>
            <a:r>
              <a:rPr lang="es-CL" sz="1600" b="1" dirty="0"/>
              <a:t>Matemáticamente</a:t>
            </a:r>
          </a:p>
          <a:p>
            <a:pPr marL="285750" indent="-285750">
              <a:buFont typeface="Arial" panose="020B0604020202020204" pitchFamily="34" charset="0"/>
              <a:buChar char="•"/>
            </a:pPr>
            <a:r>
              <a:rPr lang="es-CL" sz="1600" dirty="0"/>
              <a:t>La idea es encontrar:</a:t>
            </a:r>
          </a:p>
          <a:p>
            <a:pPr marL="285750" indent="-285750">
              <a:buFont typeface="Arial" panose="020B0604020202020204" pitchFamily="34" charset="0"/>
              <a:buChar char="•"/>
            </a:pPr>
            <a:r>
              <a:rPr lang="es-CL" sz="1600" dirty="0"/>
              <a:t>Usando el teorema de Bayes y el supuesto de independencia condicional, tenemos que:</a:t>
            </a:r>
          </a:p>
          <a:p>
            <a:pPr marL="285750" indent="-285750">
              <a:buFont typeface="Arial" panose="020B0604020202020204" pitchFamily="34" charset="0"/>
              <a:buChar char="•"/>
            </a:pPr>
            <a:endParaRPr lang="es-CL" sz="1600" dirty="0"/>
          </a:p>
          <a:p>
            <a:pPr marL="285750" indent="-285750">
              <a:buFont typeface="Arial" panose="020B0604020202020204" pitchFamily="34" charset="0"/>
              <a:buChar char="•"/>
            </a:pPr>
            <a:endParaRPr lang="es-CL" sz="1600" dirty="0"/>
          </a:p>
          <a:p>
            <a:pPr marL="285750" indent="-285750">
              <a:buFont typeface="Arial" panose="020B0604020202020204" pitchFamily="34" charset="0"/>
              <a:buChar char="•"/>
            </a:pPr>
            <a:endParaRPr lang="es-CL" sz="1600" dirty="0"/>
          </a:p>
          <a:p>
            <a:pPr marL="285750" indent="-285750">
              <a:buFont typeface="Arial" panose="020B0604020202020204" pitchFamily="34" charset="0"/>
              <a:buChar char="•"/>
            </a:pPr>
            <a:endParaRPr lang="es-CL" sz="1600" dirty="0"/>
          </a:p>
          <a:p>
            <a:r>
              <a:rPr lang="es-CL" sz="1600" dirty="0"/>
              <a:t>Luego la predicción será la clase que maximiza la probabilidad condicional</a:t>
            </a:r>
          </a:p>
        </p:txBody>
      </p:sp>
      <p:sp>
        <p:nvSpPr>
          <p:cNvPr id="5" name="Marcador de texto 4"/>
          <p:cNvSpPr>
            <a:spLocks noGrp="1"/>
          </p:cNvSpPr>
          <p:nvPr>
            <p:ph type="body" sz="quarter" idx="25"/>
          </p:nvPr>
        </p:nvSpPr>
        <p:spPr/>
        <p:txBody>
          <a:bodyPr/>
          <a:lstStyle/>
          <a:p>
            <a:r>
              <a:rPr lang="es-CL" dirty="0"/>
              <a:t>02</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7497C3B-D7A9-98A1-2E41-92811CB6720B}"/>
              </a:ext>
            </a:extLst>
          </p:cNvPr>
          <p:cNvPicPr>
            <a:picLocks noChangeAspect="1"/>
          </p:cNvPicPr>
          <p:nvPr/>
        </p:nvPicPr>
        <p:blipFill>
          <a:blip r:embed="rId3">
            <a:clrChange>
              <a:clrFrom>
                <a:srgbClr val="43434C"/>
              </a:clrFrom>
              <a:clrTo>
                <a:srgbClr val="43434C">
                  <a:alpha val="0"/>
                </a:srgbClr>
              </a:clrTo>
            </a:clrChange>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3760268" y="2771842"/>
            <a:ext cx="4331539" cy="1477424"/>
          </a:xfrm>
          <a:prstGeom prst="rect">
            <a:avLst/>
          </a:prstGeom>
        </p:spPr>
      </p:pic>
      <p:pic>
        <p:nvPicPr>
          <p:cNvPr id="8" name="Picture 7" descr="Text&#10;&#10;Description automatically generated">
            <a:extLst>
              <a:ext uri="{FF2B5EF4-FFF2-40B4-BE49-F238E27FC236}">
                <a16:creationId xmlns:a16="http://schemas.microsoft.com/office/drawing/2014/main" id="{230BB2C5-20BC-7830-EE9E-712608962951}"/>
              </a:ext>
            </a:extLst>
          </p:cNvPr>
          <p:cNvPicPr>
            <a:picLocks noChangeAspect="1"/>
          </p:cNvPicPr>
          <p:nvPr/>
        </p:nvPicPr>
        <p:blipFill rotWithShape="1">
          <a:blip r:embed="rId3">
            <a:clrChange>
              <a:clrFrom>
                <a:srgbClr val="43434C"/>
              </a:clrFrom>
              <a:clrTo>
                <a:srgbClr val="43434C">
                  <a:alpha val="0"/>
                </a:srgbClr>
              </a:clrTo>
            </a:clrChange>
            <a:duotone>
              <a:prstClr val="black"/>
              <a:schemeClr val="accent6">
                <a:tint val="45000"/>
                <a:satMod val="400000"/>
              </a:schemeClr>
            </a:duotone>
            <a:extLst>
              <a:ext uri="{28A0092B-C50C-407E-A947-70E740481C1C}">
                <a14:useLocalDpi xmlns:a14="http://schemas.microsoft.com/office/drawing/2010/main" val="0"/>
              </a:ext>
            </a:extLst>
          </a:blip>
          <a:srcRect b="71966"/>
          <a:stretch/>
        </p:blipFill>
        <p:spPr>
          <a:xfrm>
            <a:off x="3760267" y="1817513"/>
            <a:ext cx="4331539" cy="414176"/>
          </a:xfrm>
          <a:prstGeom prst="rect">
            <a:avLst/>
          </a:prstGeom>
        </p:spPr>
      </p:pic>
      <p:pic>
        <p:nvPicPr>
          <p:cNvPr id="18" name="Picture 17" descr="Text&#10;&#10;Description automatically generated">
            <a:extLst>
              <a:ext uri="{FF2B5EF4-FFF2-40B4-BE49-F238E27FC236}">
                <a16:creationId xmlns:a16="http://schemas.microsoft.com/office/drawing/2014/main" id="{C1C41216-D8E8-87AD-1874-D3F7C78D3176}"/>
              </a:ext>
            </a:extLst>
          </p:cNvPr>
          <p:cNvPicPr>
            <a:picLocks noChangeAspect="1"/>
          </p:cNvPicPr>
          <p:nvPr/>
        </p:nvPicPr>
        <p:blipFill>
          <a:blip r:embed="rId4">
            <a:clrChange>
              <a:clrFrom>
                <a:srgbClr val="43434C"/>
              </a:clrFrom>
              <a:clrTo>
                <a:srgbClr val="43434C">
                  <a:alpha val="0"/>
                </a:srgbClr>
              </a:clrTo>
            </a:clrChange>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3440382" y="4931869"/>
            <a:ext cx="5311236" cy="851253"/>
          </a:xfrm>
          <a:prstGeom prst="rect">
            <a:avLst/>
          </a:prstGeom>
        </p:spPr>
      </p:pic>
    </p:spTree>
    <p:extLst>
      <p:ext uri="{BB962C8B-B14F-4D97-AF65-F5344CB8AC3E}">
        <p14:creationId xmlns:p14="http://schemas.microsoft.com/office/powerpoint/2010/main" val="1955259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err="1"/>
              <a:t>Support</a:t>
            </a:r>
            <a:r>
              <a:rPr lang="es-CL" dirty="0"/>
              <a:t> Vector Machine</a:t>
            </a:r>
          </a:p>
        </p:txBody>
      </p:sp>
      <p:sp>
        <p:nvSpPr>
          <p:cNvPr id="7" name="Marcador de texto 6">
            <a:extLst>
              <a:ext uri="{FF2B5EF4-FFF2-40B4-BE49-F238E27FC236}">
                <a16:creationId xmlns:a16="http://schemas.microsoft.com/office/drawing/2014/main" id="{50E61DFC-E956-40DF-A7D2-AD0910771388}"/>
              </a:ext>
            </a:extLst>
          </p:cNvPr>
          <p:cNvSpPr>
            <a:spLocks noGrp="1"/>
          </p:cNvSpPr>
          <p:nvPr>
            <p:ph type="body" sz="quarter" idx="26"/>
          </p:nvPr>
        </p:nvSpPr>
        <p:spPr/>
        <p:txBody>
          <a:bodyPr/>
          <a:lstStyle/>
          <a:p>
            <a:r>
              <a:rPr lang="es-CL" dirty="0"/>
              <a:t>03</a:t>
            </a:r>
          </a:p>
        </p:txBody>
      </p:sp>
    </p:spTree>
    <p:extLst>
      <p:ext uri="{BB962C8B-B14F-4D97-AF65-F5344CB8AC3E}">
        <p14:creationId xmlns:p14="http://schemas.microsoft.com/office/powerpoint/2010/main" val="3073257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360284" cy="391824"/>
          </a:xfrm>
        </p:spPr>
        <p:txBody>
          <a:bodyPr/>
          <a:lstStyle/>
          <a:p>
            <a:r>
              <a:rPr lang="es-CL" dirty="0" err="1"/>
              <a:t>Support</a:t>
            </a:r>
            <a:r>
              <a:rPr lang="es-CL" dirty="0"/>
              <a:t> Vector Machine</a:t>
            </a:r>
          </a:p>
        </p:txBody>
      </p:sp>
      <p:sp>
        <p:nvSpPr>
          <p:cNvPr id="5" name="Marcador de texto 4"/>
          <p:cNvSpPr>
            <a:spLocks noGrp="1"/>
          </p:cNvSpPr>
          <p:nvPr>
            <p:ph type="body" sz="quarter" idx="25"/>
          </p:nvPr>
        </p:nvSpPr>
        <p:spPr/>
        <p:txBody>
          <a:bodyPr/>
          <a:lstStyle/>
          <a:p>
            <a:r>
              <a:rPr lang="es-CL" dirty="0"/>
              <a:t>03</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1" name="Marcador de texto 3">
            <a:extLst>
              <a:ext uri="{FF2B5EF4-FFF2-40B4-BE49-F238E27FC236}">
                <a16:creationId xmlns:a16="http://schemas.microsoft.com/office/drawing/2014/main" id="{ABE43C69-0A90-3CDD-8D21-F0F735CBC908}"/>
              </a:ext>
            </a:extLst>
          </p:cNvPr>
          <p:cNvSpPr txBox="1">
            <a:spLocks/>
          </p:cNvSpPr>
          <p:nvPr/>
        </p:nvSpPr>
        <p:spPr>
          <a:xfrm>
            <a:off x="2132999" y="1468240"/>
            <a:ext cx="4802142" cy="4857143"/>
          </a:xfrm>
          <a:prstGeom prst="rect">
            <a:avLst/>
          </a:prstGeom>
        </p:spPr>
        <p:txBody>
          <a:bodyPr lIns="0"/>
          <a:lstStyle>
            <a:lvl1pPr marL="0" indent="0" algn="just" defTabSz="914400" rtl="0" eaLnBrk="1" latinLnBrk="0" hangingPunct="1">
              <a:lnSpc>
                <a:spcPts val="2000"/>
              </a:lnSpc>
              <a:spcBef>
                <a:spcPts val="1000"/>
              </a:spcBef>
              <a:buClr>
                <a:schemeClr val="accent1"/>
              </a:buClr>
              <a:buSzPct val="150000"/>
              <a:buFont typeface="Cambria" panose="02040503050406030204" pitchFamily="18" charset="0"/>
              <a:buNone/>
              <a:defRPr sz="14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600" dirty="0"/>
              <a:t>Corresponde a una técnica de Machine Learning de tipo supervisado principalmente, que permite hacer modelos de clasificación y regresión.</a:t>
            </a:r>
          </a:p>
          <a:p>
            <a:r>
              <a:rPr lang="es-CL" sz="1600" dirty="0"/>
              <a:t>La idea principal del </a:t>
            </a:r>
            <a:r>
              <a:rPr lang="es-CL" sz="1600" dirty="0" err="1"/>
              <a:t>support</a:t>
            </a:r>
            <a:r>
              <a:rPr lang="es-CL" sz="1600" dirty="0"/>
              <a:t> vector machine es encontrar un hiper-plano (plano en más de 3 dimensiones) que separe de la mejor manera dos categorías (aquí veremos el problema de clasificación), maximizando el margen de separación entre ellas.</a:t>
            </a:r>
          </a:p>
          <a:p>
            <a:r>
              <a:rPr lang="es-CL" sz="1600" dirty="0"/>
              <a:t>El margen de separación se define como la distancia perpendicular entre el hiperplano (decisión </a:t>
            </a:r>
            <a:r>
              <a:rPr lang="es-CL" sz="1600" dirty="0" err="1"/>
              <a:t>boundary</a:t>
            </a:r>
            <a:r>
              <a:rPr lang="es-CL" sz="1600" dirty="0"/>
              <a:t>) y los registros más cercanos a cada lado.</a:t>
            </a:r>
          </a:p>
          <a:p>
            <a:r>
              <a:rPr lang="es-CL" sz="1600" dirty="0"/>
              <a:t>La posición del hiperplano es definida por un número pequeño de observaciones, los cuales se llaman vectores de soporte, y dan el nombre al método.</a:t>
            </a:r>
            <a:endParaRPr lang="es-CL" dirty="0"/>
          </a:p>
        </p:txBody>
      </p:sp>
      <p:cxnSp>
        <p:nvCxnSpPr>
          <p:cNvPr id="12" name="Conector recto 5">
            <a:extLst>
              <a:ext uri="{FF2B5EF4-FFF2-40B4-BE49-F238E27FC236}">
                <a16:creationId xmlns:a16="http://schemas.microsoft.com/office/drawing/2014/main" id="{6B69176B-3B98-29CE-D209-B10AFB1FC60C}"/>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3" name="Conector recto de flecha 6">
            <a:extLst>
              <a:ext uri="{FF2B5EF4-FFF2-40B4-BE49-F238E27FC236}">
                <a16:creationId xmlns:a16="http://schemas.microsoft.com/office/drawing/2014/main" id="{2C890165-09F6-E3EE-BBE2-D17EBA7AE8AA}"/>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4" name="Picture 13" descr="Chart, scatter chart&#10;&#10;Description automatically generated">
            <a:extLst>
              <a:ext uri="{FF2B5EF4-FFF2-40B4-BE49-F238E27FC236}">
                <a16:creationId xmlns:a16="http://schemas.microsoft.com/office/drawing/2014/main" id="{EA372A4E-B6B6-97B5-D9C9-547D9656F9D4}"/>
              </a:ext>
            </a:extLst>
          </p:cNvPr>
          <p:cNvPicPr>
            <a:picLocks noChangeAspect="1"/>
          </p:cNvPicPr>
          <p:nvPr/>
        </p:nvPicPr>
        <p:blipFill>
          <a:blip r:embed="rId3">
            <a:clrChange>
              <a:clrFrom>
                <a:srgbClr val="95D1DF"/>
              </a:clrFrom>
              <a:clrTo>
                <a:srgbClr val="95D1DF">
                  <a:alpha val="0"/>
                </a:srgbClr>
              </a:clrTo>
            </a:clrChange>
            <a:extLst>
              <a:ext uri="{28A0092B-C50C-407E-A947-70E740481C1C}">
                <a14:useLocalDpi xmlns:a14="http://schemas.microsoft.com/office/drawing/2010/main" val="0"/>
              </a:ext>
            </a:extLst>
          </a:blip>
          <a:stretch>
            <a:fillRect/>
          </a:stretch>
        </p:blipFill>
        <p:spPr>
          <a:xfrm>
            <a:off x="6935140" y="1650591"/>
            <a:ext cx="4891687" cy="4081805"/>
          </a:xfrm>
          <a:prstGeom prst="rect">
            <a:avLst/>
          </a:prstGeom>
        </p:spPr>
      </p:pic>
      <p:cxnSp>
        <p:nvCxnSpPr>
          <p:cNvPr id="15" name="Conector recto de flecha 6">
            <a:extLst>
              <a:ext uri="{FF2B5EF4-FFF2-40B4-BE49-F238E27FC236}">
                <a16:creationId xmlns:a16="http://schemas.microsoft.com/office/drawing/2014/main" id="{5B93DCB4-C568-B351-1D7F-6BCC1AC65B93}"/>
              </a:ext>
            </a:extLst>
          </p:cNvPr>
          <p:cNvCxnSpPr/>
          <p:nvPr/>
        </p:nvCxnSpPr>
        <p:spPr>
          <a:xfrm>
            <a:off x="1728705" y="2538282"/>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Conector recto de flecha 6">
            <a:extLst>
              <a:ext uri="{FF2B5EF4-FFF2-40B4-BE49-F238E27FC236}">
                <a16:creationId xmlns:a16="http://schemas.microsoft.com/office/drawing/2014/main" id="{8AD04084-E9CD-17B2-4A80-F86AD571B8CE}"/>
              </a:ext>
            </a:extLst>
          </p:cNvPr>
          <p:cNvCxnSpPr/>
          <p:nvPr/>
        </p:nvCxnSpPr>
        <p:spPr>
          <a:xfrm>
            <a:off x="1728705" y="4178545"/>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recto de flecha 6">
            <a:extLst>
              <a:ext uri="{FF2B5EF4-FFF2-40B4-BE49-F238E27FC236}">
                <a16:creationId xmlns:a16="http://schemas.microsoft.com/office/drawing/2014/main" id="{ED67CA0A-5CE4-9856-53A2-A3CAF7E144DB}"/>
              </a:ext>
            </a:extLst>
          </p:cNvPr>
          <p:cNvCxnSpPr/>
          <p:nvPr/>
        </p:nvCxnSpPr>
        <p:spPr>
          <a:xfrm>
            <a:off x="1728705" y="5328615"/>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9746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360284" cy="391824"/>
          </a:xfrm>
        </p:spPr>
        <p:txBody>
          <a:bodyPr/>
          <a:lstStyle/>
          <a:p>
            <a:r>
              <a:rPr lang="es-CL" dirty="0" err="1"/>
              <a:t>Support</a:t>
            </a:r>
            <a:r>
              <a:rPr lang="es-CL" dirty="0"/>
              <a:t> Vector Machine</a:t>
            </a:r>
          </a:p>
        </p:txBody>
      </p:sp>
      <p:sp>
        <p:nvSpPr>
          <p:cNvPr id="5" name="Marcador de texto 4"/>
          <p:cNvSpPr>
            <a:spLocks noGrp="1"/>
          </p:cNvSpPr>
          <p:nvPr>
            <p:ph type="body" sz="quarter" idx="25"/>
          </p:nvPr>
        </p:nvSpPr>
        <p:spPr/>
        <p:txBody>
          <a:bodyPr/>
          <a:lstStyle/>
          <a:p>
            <a:r>
              <a:rPr lang="es-CL" dirty="0"/>
              <a:t>03</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2" name="Conector recto 5">
            <a:extLst>
              <a:ext uri="{FF2B5EF4-FFF2-40B4-BE49-F238E27FC236}">
                <a16:creationId xmlns:a16="http://schemas.microsoft.com/office/drawing/2014/main" id="{6B69176B-3B98-29CE-D209-B10AFB1FC60C}"/>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2" name="Imagen 2">
            <a:extLst>
              <a:ext uri="{FF2B5EF4-FFF2-40B4-BE49-F238E27FC236}">
                <a16:creationId xmlns:a16="http://schemas.microsoft.com/office/drawing/2014/main" id="{5F86CA34-10C5-A33B-A795-36F6397122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4836" y="2281700"/>
            <a:ext cx="2749796" cy="2692359"/>
          </a:xfrm>
          <a:prstGeom prst="rect">
            <a:avLst/>
          </a:prstGeom>
        </p:spPr>
      </p:pic>
      <p:pic>
        <p:nvPicPr>
          <p:cNvPr id="4" name="Imagen 3">
            <a:extLst>
              <a:ext uri="{FF2B5EF4-FFF2-40B4-BE49-F238E27FC236}">
                <a16:creationId xmlns:a16="http://schemas.microsoft.com/office/drawing/2014/main" id="{78550213-C3CF-AAA7-6552-F8103261ED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5513" y="2293575"/>
            <a:ext cx="2750523" cy="2693071"/>
          </a:xfrm>
          <a:prstGeom prst="rect">
            <a:avLst/>
          </a:prstGeom>
        </p:spPr>
      </p:pic>
      <p:pic>
        <p:nvPicPr>
          <p:cNvPr id="7" name="Imagen 5">
            <a:extLst>
              <a:ext uri="{FF2B5EF4-FFF2-40B4-BE49-F238E27FC236}">
                <a16:creationId xmlns:a16="http://schemas.microsoft.com/office/drawing/2014/main" id="{6B88878C-F1D1-E835-4F39-82F9F993C4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90966" y="2292748"/>
            <a:ext cx="2749796" cy="2692359"/>
          </a:xfrm>
          <a:prstGeom prst="rect">
            <a:avLst/>
          </a:prstGeom>
        </p:spPr>
      </p:pic>
    </p:spTree>
    <p:extLst>
      <p:ext uri="{BB962C8B-B14F-4D97-AF65-F5344CB8AC3E}">
        <p14:creationId xmlns:p14="http://schemas.microsoft.com/office/powerpoint/2010/main" val="91179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360284" cy="391824"/>
          </a:xfrm>
        </p:spPr>
        <p:txBody>
          <a:bodyPr/>
          <a:lstStyle/>
          <a:p>
            <a:r>
              <a:rPr lang="es-CL" dirty="0" err="1"/>
              <a:t>Support</a:t>
            </a:r>
            <a:r>
              <a:rPr lang="es-CL" dirty="0"/>
              <a:t> Vector Machine</a:t>
            </a:r>
          </a:p>
        </p:txBody>
      </p:sp>
      <p:sp>
        <p:nvSpPr>
          <p:cNvPr id="5" name="Marcador de texto 4"/>
          <p:cNvSpPr>
            <a:spLocks noGrp="1"/>
          </p:cNvSpPr>
          <p:nvPr>
            <p:ph type="body" sz="quarter" idx="25"/>
          </p:nvPr>
        </p:nvSpPr>
        <p:spPr/>
        <p:txBody>
          <a:bodyPr/>
          <a:lstStyle/>
          <a:p>
            <a:r>
              <a:rPr lang="es-CL" dirty="0"/>
              <a:t>03</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2" name="Conector recto 5">
            <a:extLst>
              <a:ext uri="{FF2B5EF4-FFF2-40B4-BE49-F238E27FC236}">
                <a16:creationId xmlns:a16="http://schemas.microsoft.com/office/drawing/2014/main" id="{6B69176B-3B98-29CE-D209-B10AFB1FC60C}"/>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8" name="Picture 4">
            <a:extLst>
              <a:ext uri="{FF2B5EF4-FFF2-40B4-BE49-F238E27FC236}">
                <a16:creationId xmlns:a16="http://schemas.microsoft.com/office/drawing/2014/main" id="{FB1E0BBF-D7BC-4D58-4B52-D0BEFF090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6788" y="1889781"/>
            <a:ext cx="4229006" cy="4523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a:extLst>
              <a:ext uri="{FF2B5EF4-FFF2-40B4-BE49-F238E27FC236}">
                <a16:creationId xmlns:a16="http://schemas.microsoft.com/office/drawing/2014/main" id="{9C477ABC-3C06-1C14-DF51-94135E16BF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383" y="1987152"/>
            <a:ext cx="3510954" cy="3852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65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360284" cy="391824"/>
          </a:xfrm>
        </p:spPr>
        <p:txBody>
          <a:bodyPr/>
          <a:lstStyle/>
          <a:p>
            <a:r>
              <a:rPr lang="es-CL" dirty="0" err="1"/>
              <a:t>Support</a:t>
            </a:r>
            <a:r>
              <a:rPr lang="es-CL" dirty="0"/>
              <a:t> Vector Machine</a:t>
            </a:r>
          </a:p>
        </p:txBody>
      </p:sp>
      <p:sp>
        <p:nvSpPr>
          <p:cNvPr id="5" name="Marcador de texto 4"/>
          <p:cNvSpPr>
            <a:spLocks noGrp="1"/>
          </p:cNvSpPr>
          <p:nvPr>
            <p:ph type="body" sz="quarter" idx="25"/>
          </p:nvPr>
        </p:nvSpPr>
        <p:spPr/>
        <p:txBody>
          <a:bodyPr/>
          <a:lstStyle/>
          <a:p>
            <a:r>
              <a:rPr lang="es-CL" dirty="0"/>
              <a:t>03</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2" name="Conector recto 5">
            <a:extLst>
              <a:ext uri="{FF2B5EF4-FFF2-40B4-BE49-F238E27FC236}">
                <a16:creationId xmlns:a16="http://schemas.microsoft.com/office/drawing/2014/main" id="{6B69176B-3B98-29CE-D209-B10AFB1FC60C}"/>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2" name="Marcador de texto 3">
            <a:extLst>
              <a:ext uri="{FF2B5EF4-FFF2-40B4-BE49-F238E27FC236}">
                <a16:creationId xmlns:a16="http://schemas.microsoft.com/office/drawing/2014/main" id="{763479E8-44C6-4CCD-0202-22E1AD63B5FC}"/>
              </a:ext>
            </a:extLst>
          </p:cNvPr>
          <p:cNvSpPr txBox="1">
            <a:spLocks/>
          </p:cNvSpPr>
          <p:nvPr/>
        </p:nvSpPr>
        <p:spPr>
          <a:xfrm>
            <a:off x="2132998" y="1468240"/>
            <a:ext cx="7586081" cy="4857143"/>
          </a:xfrm>
          <a:prstGeom prst="rect">
            <a:avLst/>
          </a:prstGeom>
        </p:spPr>
        <p:txBody>
          <a:bodyPr lIns="0"/>
          <a:lstStyle>
            <a:lvl1pPr marL="0" indent="0" algn="just" defTabSz="914400" rtl="0" eaLnBrk="1" latinLnBrk="0" hangingPunct="1">
              <a:lnSpc>
                <a:spcPts val="2000"/>
              </a:lnSpc>
              <a:spcBef>
                <a:spcPts val="1000"/>
              </a:spcBef>
              <a:buClr>
                <a:schemeClr val="accent1"/>
              </a:buClr>
              <a:buSzPct val="150000"/>
              <a:buFont typeface="Cambria" panose="02040503050406030204" pitchFamily="18" charset="0"/>
              <a:buNone/>
              <a:defRPr sz="14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600" dirty="0"/>
              <a:t>Los principales hiper-parámetros que podemos manipular en el modelo SVM, son los siguientes:</a:t>
            </a:r>
          </a:p>
          <a:p>
            <a:pPr marL="285750" indent="-285750">
              <a:buFont typeface="Arial" panose="020B0604020202020204" pitchFamily="34" charset="0"/>
              <a:buChar char="•"/>
            </a:pPr>
            <a:r>
              <a:rPr lang="es-CL" sz="1600" b="1" dirty="0"/>
              <a:t>C:</a:t>
            </a:r>
            <a:r>
              <a:rPr lang="es-CL" sz="1600" dirty="0"/>
              <a:t> Parámetro de regularización que permite mayor o menos errores de clasificación del modelo. A mayor valor de C, es menos tolerante a fallas.</a:t>
            </a:r>
          </a:p>
          <a:p>
            <a:pPr marL="285750" indent="-285750">
              <a:buFont typeface="Arial" panose="020B0604020202020204" pitchFamily="34" charset="0"/>
              <a:buChar char="•"/>
            </a:pPr>
            <a:endParaRPr lang="es-CL" sz="1600" b="1" dirty="0"/>
          </a:p>
          <a:p>
            <a:pPr marL="285750" indent="-285750">
              <a:buFont typeface="Arial" panose="020B0604020202020204" pitchFamily="34" charset="0"/>
              <a:buChar char="•"/>
            </a:pPr>
            <a:endParaRPr lang="es-CL" sz="1600" b="1" dirty="0"/>
          </a:p>
          <a:p>
            <a:pPr marL="285750" indent="-285750">
              <a:buFont typeface="Arial" panose="020B0604020202020204" pitchFamily="34" charset="0"/>
              <a:buChar char="•"/>
            </a:pPr>
            <a:endParaRPr lang="es-CL" sz="1600" b="1" dirty="0"/>
          </a:p>
          <a:p>
            <a:pPr marL="285750" indent="-285750">
              <a:buFont typeface="Arial" panose="020B0604020202020204" pitchFamily="34" charset="0"/>
              <a:buChar char="•"/>
            </a:pPr>
            <a:endParaRPr lang="es-CL" sz="1600" b="1" dirty="0"/>
          </a:p>
          <a:p>
            <a:pPr marL="285750" indent="-285750">
              <a:buFont typeface="Arial" panose="020B0604020202020204" pitchFamily="34" charset="0"/>
              <a:buChar char="•"/>
            </a:pPr>
            <a:r>
              <a:rPr lang="es-CL" sz="1600" b="1" dirty="0" err="1"/>
              <a:t>Kernel</a:t>
            </a:r>
            <a:r>
              <a:rPr lang="es-CL" sz="1600" b="1" dirty="0"/>
              <a:t>: </a:t>
            </a:r>
            <a:r>
              <a:rPr lang="es-CL" sz="1600" dirty="0"/>
              <a:t>Controla la forma en que se hará la separación del espacio para poder generar la clasificación.</a:t>
            </a:r>
            <a:endParaRPr lang="es-CL" sz="1600" b="1" dirty="0"/>
          </a:p>
          <a:p>
            <a:endParaRPr lang="es-CL" dirty="0"/>
          </a:p>
        </p:txBody>
      </p:sp>
      <p:pic>
        <p:nvPicPr>
          <p:cNvPr id="7" name="Picture 6" descr="Chart, scatter chart&#10;&#10;Description automatically generated">
            <a:extLst>
              <a:ext uri="{FF2B5EF4-FFF2-40B4-BE49-F238E27FC236}">
                <a16:creationId xmlns:a16="http://schemas.microsoft.com/office/drawing/2014/main" id="{F25A630F-7311-47B7-F909-52FD73F43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6307" y="2725108"/>
            <a:ext cx="3021037" cy="1517313"/>
          </a:xfrm>
          <a:prstGeom prst="rect">
            <a:avLst/>
          </a:prstGeom>
        </p:spPr>
      </p:pic>
      <p:pic>
        <p:nvPicPr>
          <p:cNvPr id="9" name="Picture 8" descr="Chart, scatter chart&#10;&#10;Description automatically generated">
            <a:extLst>
              <a:ext uri="{FF2B5EF4-FFF2-40B4-BE49-F238E27FC236}">
                <a16:creationId xmlns:a16="http://schemas.microsoft.com/office/drawing/2014/main" id="{C9ED82DB-A5FA-BE19-A250-6B8EDC4FAE9E}"/>
              </a:ext>
            </a:extLst>
          </p:cNvPr>
          <p:cNvPicPr>
            <a:picLocks noChangeAspect="1"/>
          </p:cNvPicPr>
          <p:nvPr/>
        </p:nvPicPr>
        <p:blipFill>
          <a:blip r:embed="rId4">
            <a:clrChange>
              <a:clrFrom>
                <a:srgbClr val="95D1DF"/>
              </a:clrFrom>
              <a:clrTo>
                <a:srgbClr val="95D1DF">
                  <a:alpha val="0"/>
                </a:srgbClr>
              </a:clrTo>
            </a:clrChange>
            <a:extLst>
              <a:ext uri="{28A0092B-C50C-407E-A947-70E740481C1C}">
                <a14:useLocalDpi xmlns:a14="http://schemas.microsoft.com/office/drawing/2010/main" val="0"/>
              </a:ext>
            </a:extLst>
          </a:blip>
          <a:stretch>
            <a:fillRect/>
          </a:stretch>
        </p:blipFill>
        <p:spPr>
          <a:xfrm>
            <a:off x="3915310" y="5192982"/>
            <a:ext cx="4775200" cy="1433791"/>
          </a:xfrm>
          <a:prstGeom prst="rect">
            <a:avLst/>
          </a:prstGeom>
        </p:spPr>
      </p:pic>
      <p:sp>
        <p:nvSpPr>
          <p:cNvPr id="10" name="TextBox 9">
            <a:extLst>
              <a:ext uri="{FF2B5EF4-FFF2-40B4-BE49-F238E27FC236}">
                <a16:creationId xmlns:a16="http://schemas.microsoft.com/office/drawing/2014/main" id="{11AB0556-BB2C-3970-3271-8270DD5D73D8}"/>
              </a:ext>
            </a:extLst>
          </p:cNvPr>
          <p:cNvSpPr txBox="1"/>
          <p:nvPr/>
        </p:nvSpPr>
        <p:spPr>
          <a:xfrm>
            <a:off x="4155010" y="4978926"/>
            <a:ext cx="1032655" cy="261610"/>
          </a:xfrm>
          <a:prstGeom prst="rect">
            <a:avLst/>
          </a:prstGeom>
          <a:noFill/>
        </p:spPr>
        <p:txBody>
          <a:bodyPr wrap="none" rtlCol="0">
            <a:spAutoFit/>
          </a:bodyPr>
          <a:lstStyle/>
          <a:p>
            <a:r>
              <a:rPr lang="es-ES_tradnl" sz="1100" dirty="0" err="1">
                <a:solidFill>
                  <a:srgbClr val="6A6A69"/>
                </a:solidFill>
              </a:rPr>
              <a:t>Kernel</a:t>
            </a:r>
            <a:r>
              <a:rPr lang="es-ES_tradnl" sz="1100" dirty="0">
                <a:solidFill>
                  <a:srgbClr val="6A6A69"/>
                </a:solidFill>
              </a:rPr>
              <a:t> Lineal</a:t>
            </a:r>
          </a:p>
        </p:txBody>
      </p:sp>
      <p:sp>
        <p:nvSpPr>
          <p:cNvPr id="18" name="TextBox 17">
            <a:extLst>
              <a:ext uri="{FF2B5EF4-FFF2-40B4-BE49-F238E27FC236}">
                <a16:creationId xmlns:a16="http://schemas.microsoft.com/office/drawing/2014/main" id="{AF775BD5-F44F-65E7-C89E-2378BAD40C9A}"/>
              </a:ext>
            </a:extLst>
          </p:cNvPr>
          <p:cNvSpPr txBox="1"/>
          <p:nvPr/>
        </p:nvSpPr>
        <p:spPr>
          <a:xfrm>
            <a:off x="5664495" y="4978926"/>
            <a:ext cx="1375698" cy="261610"/>
          </a:xfrm>
          <a:prstGeom prst="rect">
            <a:avLst/>
          </a:prstGeom>
          <a:noFill/>
        </p:spPr>
        <p:txBody>
          <a:bodyPr wrap="none" rtlCol="0">
            <a:spAutoFit/>
          </a:bodyPr>
          <a:lstStyle/>
          <a:p>
            <a:r>
              <a:rPr lang="es-ES_tradnl" sz="1100" dirty="0" err="1">
                <a:solidFill>
                  <a:srgbClr val="6A6A69"/>
                </a:solidFill>
              </a:rPr>
              <a:t>Kernel</a:t>
            </a:r>
            <a:r>
              <a:rPr lang="es-ES_tradnl" sz="1100" dirty="0">
                <a:solidFill>
                  <a:srgbClr val="6A6A69"/>
                </a:solidFill>
              </a:rPr>
              <a:t> Polinómico</a:t>
            </a:r>
          </a:p>
        </p:txBody>
      </p:sp>
      <p:sp>
        <p:nvSpPr>
          <p:cNvPr id="19" name="TextBox 18">
            <a:extLst>
              <a:ext uri="{FF2B5EF4-FFF2-40B4-BE49-F238E27FC236}">
                <a16:creationId xmlns:a16="http://schemas.microsoft.com/office/drawing/2014/main" id="{84349C74-C163-4C06-8F6D-30E46ED5E47B}"/>
              </a:ext>
            </a:extLst>
          </p:cNvPr>
          <p:cNvSpPr txBox="1"/>
          <p:nvPr/>
        </p:nvSpPr>
        <p:spPr>
          <a:xfrm>
            <a:off x="7359014" y="4978926"/>
            <a:ext cx="1332416" cy="261610"/>
          </a:xfrm>
          <a:prstGeom prst="rect">
            <a:avLst/>
          </a:prstGeom>
          <a:noFill/>
        </p:spPr>
        <p:txBody>
          <a:bodyPr wrap="none" rtlCol="0">
            <a:spAutoFit/>
          </a:bodyPr>
          <a:lstStyle/>
          <a:p>
            <a:r>
              <a:rPr lang="es-ES_tradnl" sz="1100" dirty="0" err="1">
                <a:solidFill>
                  <a:srgbClr val="6A6A69"/>
                </a:solidFill>
              </a:rPr>
              <a:t>Kernel</a:t>
            </a:r>
            <a:r>
              <a:rPr lang="es-ES_tradnl" sz="1100" dirty="0">
                <a:solidFill>
                  <a:srgbClr val="6A6A69"/>
                </a:solidFill>
              </a:rPr>
              <a:t> Gaussiano</a:t>
            </a:r>
          </a:p>
        </p:txBody>
      </p:sp>
    </p:spTree>
    <p:extLst>
      <p:ext uri="{BB962C8B-B14F-4D97-AF65-F5344CB8AC3E}">
        <p14:creationId xmlns:p14="http://schemas.microsoft.com/office/powerpoint/2010/main" val="980468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err="1"/>
              <a:t>Classification</a:t>
            </a:r>
            <a:r>
              <a:rPr lang="es-CL" dirty="0"/>
              <a:t> </a:t>
            </a:r>
            <a:r>
              <a:rPr lang="es-CL" dirty="0" err="1"/>
              <a:t>Trees</a:t>
            </a:r>
            <a:endParaRPr lang="es-CL" dirty="0"/>
          </a:p>
        </p:txBody>
      </p:sp>
      <p:sp>
        <p:nvSpPr>
          <p:cNvPr id="7" name="Marcador de texto 6">
            <a:extLst>
              <a:ext uri="{FF2B5EF4-FFF2-40B4-BE49-F238E27FC236}">
                <a16:creationId xmlns:a16="http://schemas.microsoft.com/office/drawing/2014/main" id="{50E61DFC-E956-40DF-A7D2-AD0910771388}"/>
              </a:ext>
            </a:extLst>
          </p:cNvPr>
          <p:cNvSpPr>
            <a:spLocks noGrp="1"/>
          </p:cNvSpPr>
          <p:nvPr>
            <p:ph type="body" sz="quarter" idx="26"/>
          </p:nvPr>
        </p:nvSpPr>
        <p:spPr/>
        <p:txBody>
          <a:bodyPr/>
          <a:lstStyle/>
          <a:p>
            <a:r>
              <a:rPr lang="es-CL" dirty="0"/>
              <a:t>04</a:t>
            </a:r>
          </a:p>
        </p:txBody>
      </p:sp>
    </p:spTree>
    <p:extLst>
      <p:ext uri="{BB962C8B-B14F-4D97-AF65-F5344CB8AC3E}">
        <p14:creationId xmlns:p14="http://schemas.microsoft.com/office/powerpoint/2010/main" val="2131731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err="1"/>
              <a:t>Classification</a:t>
            </a:r>
            <a:r>
              <a:rPr lang="es-CL" dirty="0"/>
              <a:t> </a:t>
            </a:r>
            <a:r>
              <a:rPr lang="es-CL" dirty="0" err="1"/>
              <a:t>Trees</a:t>
            </a:r>
            <a:endParaRPr lang="es-CL" dirty="0"/>
          </a:p>
        </p:txBody>
      </p:sp>
      <mc:AlternateContent xmlns:mc="http://schemas.openxmlformats.org/markup-compatibility/2006" xmlns:a14="http://schemas.microsoft.com/office/drawing/2010/main">
        <mc:Choice Requires="a14">
          <p:sp>
            <p:nvSpPr>
              <p:cNvPr id="4" name="Marcador de texto 3"/>
              <p:cNvSpPr>
                <a:spLocks noGrp="1"/>
              </p:cNvSpPr>
              <p:nvPr>
                <p:ph type="body" sz="quarter" idx="21"/>
              </p:nvPr>
            </p:nvSpPr>
            <p:spPr>
              <a:xfrm>
                <a:off x="2132998" y="1468240"/>
                <a:ext cx="7586081" cy="4397722"/>
              </a:xfrm>
            </p:spPr>
            <p:txBody>
              <a:bodyPr/>
              <a:lstStyle/>
              <a:p>
                <a:r>
                  <a:rPr lang="es-CL" sz="1600" dirty="0"/>
                  <a:t>Corresponde a un modelo de tipo supervisado que en base a ciertos indicadores, va dividiendo en grupos a los datos en base a preguntas. En este sentido, lo que uno obtiene con un árbol de clasificación (y también de regresión) es una secuencia de preguntas a los datos, que te llevan a un resultados específico o predicción.</a:t>
                </a:r>
              </a:p>
              <a:p>
                <a:r>
                  <a:rPr lang="es-CL" sz="1600" dirty="0"/>
                  <a:t>Dependiendo de la variable target </a:t>
                </a:r>
                <a14:m>
                  <m:oMath xmlns:m="http://schemas.openxmlformats.org/officeDocument/2006/math">
                    <m:r>
                      <a:rPr lang="es-ES" sz="1600" b="0" i="1" smtClean="0">
                        <a:latin typeface="Cambria Math" panose="02040503050406030204" pitchFamily="18" charset="0"/>
                      </a:rPr>
                      <m:t>𝑌</m:t>
                    </m:r>
                  </m:oMath>
                </a14:m>
                <a:r>
                  <a:rPr lang="es-CL" sz="1600" dirty="0"/>
                  <a:t>, el árbol será de regresión (</a:t>
                </a:r>
                <a14:m>
                  <m:oMath xmlns:m="http://schemas.openxmlformats.org/officeDocument/2006/math">
                    <m:r>
                      <a:rPr lang="es-ES" sz="1600" i="1">
                        <a:latin typeface="Cambria Math" panose="02040503050406030204" pitchFamily="18" charset="0"/>
                      </a:rPr>
                      <m:t>𝑌</m:t>
                    </m:r>
                  </m:oMath>
                </a14:m>
                <a:r>
                  <a:rPr lang="es-CL" sz="1600" dirty="0"/>
                  <a:t> continua) o será de clasificación (</a:t>
                </a:r>
                <a14:m>
                  <m:oMath xmlns:m="http://schemas.openxmlformats.org/officeDocument/2006/math">
                    <m:r>
                      <a:rPr lang="es-ES" sz="1600" i="1">
                        <a:latin typeface="Cambria Math" panose="02040503050406030204" pitchFamily="18" charset="0"/>
                      </a:rPr>
                      <m:t>𝑌</m:t>
                    </m:r>
                  </m:oMath>
                </a14:m>
                <a:r>
                  <a:rPr lang="es-CL" sz="1600" dirty="0"/>
                  <a:t> discreta). Para está clase nos enfocaremos solo en los de clasificación.</a:t>
                </a:r>
              </a:p>
              <a:p>
                <a:endParaRPr lang="es-CL" sz="1600" dirty="0"/>
              </a:p>
            </p:txBody>
          </p:sp>
        </mc:Choice>
        <mc:Fallback xmlns="">
          <p:sp>
            <p:nvSpPr>
              <p:cNvPr id="4" name="Marcador de texto 3"/>
              <p:cNvSpPr>
                <a:spLocks noGrp="1" noRot="1" noChangeAspect="1" noMove="1" noResize="1" noEditPoints="1" noAdjustHandles="1" noChangeArrowheads="1" noChangeShapeType="1" noTextEdit="1"/>
              </p:cNvSpPr>
              <p:nvPr>
                <p:ph type="body" sz="quarter" idx="21"/>
              </p:nvPr>
            </p:nvSpPr>
            <p:spPr>
              <a:xfrm>
                <a:off x="2132998" y="1468240"/>
                <a:ext cx="7586081" cy="4397722"/>
              </a:xfrm>
              <a:blipFill>
                <a:blip r:embed="rId3"/>
                <a:stretch>
                  <a:fillRect l="-1672" t="-288" r="-334"/>
                </a:stretch>
              </a:blipFill>
            </p:spPr>
            <p:txBody>
              <a:bodyPr/>
              <a:lstStyle/>
              <a:p>
                <a:r>
                  <a:rPr lang="es-ES_tradnl">
                    <a:noFill/>
                  </a:rPr>
                  <a:t> </a:t>
                </a:r>
              </a:p>
            </p:txBody>
          </p:sp>
        </mc:Fallback>
      </mc:AlternateContent>
      <p:sp>
        <p:nvSpPr>
          <p:cNvPr id="5" name="Marcador de texto 4"/>
          <p:cNvSpPr>
            <a:spLocks noGrp="1"/>
          </p:cNvSpPr>
          <p:nvPr>
            <p:ph type="body" sz="quarter" idx="25"/>
          </p:nvPr>
        </p:nvSpPr>
        <p:spPr/>
        <p:txBody>
          <a:bodyPr/>
          <a:lstStyle/>
          <a:p>
            <a:r>
              <a:rPr lang="es-CL" dirty="0"/>
              <a:t>04</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8" name="Picture 2" descr="El Machine learning en la industria | ATRIA Innovation">
            <a:extLst>
              <a:ext uri="{FF2B5EF4-FFF2-40B4-BE49-F238E27FC236}">
                <a16:creationId xmlns:a16="http://schemas.microsoft.com/office/drawing/2014/main" id="{1B6B5DC0-03C9-A624-E0C2-08D36B7BD76F}"/>
              </a:ext>
            </a:extLst>
          </p:cNvPr>
          <p:cNvPicPr>
            <a:picLocks noChangeAspect="1" noChangeArrowheads="1"/>
          </p:cNvPicPr>
          <p:nvPr/>
        </p:nvPicPr>
        <p:blipFill>
          <a:blip r:embed="rId4">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3859704" y="3429000"/>
            <a:ext cx="4805528" cy="331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418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err="1"/>
              <a:t>Classification</a:t>
            </a:r>
            <a:r>
              <a:rPr lang="es-CL" dirty="0"/>
              <a:t> </a:t>
            </a:r>
            <a:r>
              <a:rPr lang="es-CL" dirty="0" err="1"/>
              <a:t>Trees</a:t>
            </a:r>
            <a:endParaRPr lang="es-CL" dirty="0"/>
          </a:p>
        </p:txBody>
      </p:sp>
      <p:sp>
        <p:nvSpPr>
          <p:cNvPr id="4" name="Marcador de texto 3"/>
          <p:cNvSpPr>
            <a:spLocks noGrp="1"/>
          </p:cNvSpPr>
          <p:nvPr>
            <p:ph type="body" sz="quarter" idx="21"/>
          </p:nvPr>
        </p:nvSpPr>
        <p:spPr>
          <a:xfrm>
            <a:off x="2132998" y="1468240"/>
            <a:ext cx="4483462" cy="4397722"/>
          </a:xfrm>
        </p:spPr>
        <p:txBody>
          <a:bodyPr/>
          <a:lstStyle/>
          <a:p>
            <a:r>
              <a:rPr lang="es-ES" sz="1600" b="1" dirty="0"/>
              <a:t>Ejemplo de árbol</a:t>
            </a:r>
          </a:p>
          <a:p>
            <a:endParaRPr lang="es-ES" sz="1600" dirty="0"/>
          </a:p>
          <a:p>
            <a:r>
              <a:rPr lang="es-ES" sz="1600" dirty="0"/>
              <a:t>Dentro de lo que se observa en la figura, tenemos las siguientes partes:</a:t>
            </a:r>
          </a:p>
          <a:p>
            <a:pPr marL="285750" indent="-285750">
              <a:buFont typeface="Arial" panose="020B0604020202020204" pitchFamily="34" charset="0"/>
              <a:buChar char="•"/>
            </a:pPr>
            <a:r>
              <a:rPr lang="es-ES" sz="1600" b="1" dirty="0" err="1"/>
              <a:t>Decision</a:t>
            </a:r>
            <a:r>
              <a:rPr lang="es-ES" sz="1600" b="1" dirty="0"/>
              <a:t> </a:t>
            </a:r>
            <a:r>
              <a:rPr lang="es-ES" sz="1600" b="1" dirty="0" err="1"/>
              <a:t>nodes</a:t>
            </a:r>
            <a:r>
              <a:rPr lang="es-ES" sz="1600" b="1" dirty="0"/>
              <a:t>: </a:t>
            </a:r>
            <a:r>
              <a:rPr lang="es-ES" sz="1600" dirty="0"/>
              <a:t>representa una pregunta sobre un atributo. El nodo raíz (</a:t>
            </a:r>
            <a:r>
              <a:rPr lang="es-ES" sz="1600" dirty="0" err="1"/>
              <a:t>root</a:t>
            </a:r>
            <a:r>
              <a:rPr lang="es-ES" sz="1600" dirty="0"/>
              <a:t> </a:t>
            </a:r>
            <a:r>
              <a:rPr lang="es-ES" sz="1600" dirty="0" err="1"/>
              <a:t>node</a:t>
            </a:r>
            <a:r>
              <a:rPr lang="es-ES" sz="1600" dirty="0"/>
              <a:t>) corresponde a la primera pregunta.</a:t>
            </a:r>
          </a:p>
          <a:p>
            <a:pPr marL="285750" indent="-285750">
              <a:buFont typeface="Arial" panose="020B0604020202020204" pitchFamily="34" charset="0"/>
              <a:buChar char="•"/>
            </a:pPr>
            <a:r>
              <a:rPr lang="es-ES" sz="1600" b="1" dirty="0"/>
              <a:t>Ramas: </a:t>
            </a:r>
            <a:r>
              <a:rPr lang="es-ES" sz="1600" dirty="0"/>
              <a:t>Representa una posible respuesta a las preguntas.</a:t>
            </a:r>
          </a:p>
          <a:p>
            <a:pPr marL="285750" indent="-285750">
              <a:buFont typeface="Arial" panose="020B0604020202020204" pitchFamily="34" charset="0"/>
              <a:buChar char="•"/>
            </a:pPr>
            <a:r>
              <a:rPr lang="es-ES" sz="1600" b="1" dirty="0" err="1"/>
              <a:t>Leaf</a:t>
            </a:r>
            <a:r>
              <a:rPr lang="es-ES" sz="1600" b="1" dirty="0"/>
              <a:t> </a:t>
            </a:r>
            <a:r>
              <a:rPr lang="es-ES" sz="1600" b="1" dirty="0" err="1"/>
              <a:t>nodes</a:t>
            </a:r>
            <a:r>
              <a:rPr lang="es-ES" sz="1600" b="1" dirty="0"/>
              <a:t>: </a:t>
            </a:r>
            <a:r>
              <a:rPr lang="es-ES" sz="1600" dirty="0"/>
              <a:t>Cada hoja o nodo terminal (</a:t>
            </a:r>
            <a:r>
              <a:rPr lang="es-ES" sz="1600" dirty="0" err="1"/>
              <a:t>leaf</a:t>
            </a:r>
            <a:r>
              <a:rPr lang="es-ES" sz="1600" dirty="0"/>
              <a:t> </a:t>
            </a:r>
            <a:r>
              <a:rPr lang="es-ES" sz="1600" dirty="0" err="1"/>
              <a:t>node</a:t>
            </a:r>
            <a:r>
              <a:rPr lang="es-ES" sz="1600" dirty="0"/>
              <a:t>) representa la clase o predicción al seguir ese camino de respuestas.</a:t>
            </a:r>
            <a:endParaRPr lang="es-CL" sz="1600" b="1" dirty="0"/>
          </a:p>
          <a:p>
            <a:endParaRPr lang="es-CL" sz="1600" dirty="0"/>
          </a:p>
        </p:txBody>
      </p:sp>
      <p:sp>
        <p:nvSpPr>
          <p:cNvPr id="5" name="Marcador de texto 4"/>
          <p:cNvSpPr>
            <a:spLocks noGrp="1"/>
          </p:cNvSpPr>
          <p:nvPr>
            <p:ph type="body" sz="quarter" idx="25"/>
          </p:nvPr>
        </p:nvSpPr>
        <p:spPr/>
        <p:txBody>
          <a:bodyPr/>
          <a:lstStyle/>
          <a:p>
            <a:r>
              <a:rPr lang="es-CL" dirty="0"/>
              <a:t>04</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7" name="Picture 6" descr="Diagram&#10;&#10;Description automatically generated">
            <a:extLst>
              <a:ext uri="{FF2B5EF4-FFF2-40B4-BE49-F238E27FC236}">
                <a16:creationId xmlns:a16="http://schemas.microsoft.com/office/drawing/2014/main" id="{DAFDE716-F6F6-7405-8A8A-9D64B3E72840}"/>
              </a:ext>
            </a:extLst>
          </p:cNvPr>
          <p:cNvPicPr>
            <a:picLocks noChangeAspect="1"/>
          </p:cNvPicPr>
          <p:nvPr/>
        </p:nvPicPr>
        <p:blipFill>
          <a:blip r:embed="rId3">
            <a:clrChange>
              <a:clrFrom>
                <a:srgbClr val="95D1DF"/>
              </a:clrFrom>
              <a:clrTo>
                <a:srgbClr val="95D1DF">
                  <a:alpha val="0"/>
                </a:srgbClr>
              </a:clrTo>
            </a:clrChange>
            <a:extLst>
              <a:ext uri="{28A0092B-C50C-407E-A947-70E740481C1C}">
                <a14:useLocalDpi xmlns:a14="http://schemas.microsoft.com/office/drawing/2010/main" val="0"/>
              </a:ext>
            </a:extLst>
          </a:blip>
          <a:stretch>
            <a:fillRect/>
          </a:stretch>
        </p:blipFill>
        <p:spPr>
          <a:xfrm>
            <a:off x="6791865" y="1999413"/>
            <a:ext cx="4798357" cy="3682671"/>
          </a:xfrm>
          <a:prstGeom prst="rect">
            <a:avLst/>
          </a:prstGeom>
        </p:spPr>
      </p:pic>
    </p:spTree>
    <p:extLst>
      <p:ext uri="{BB962C8B-B14F-4D97-AF65-F5344CB8AC3E}">
        <p14:creationId xmlns:p14="http://schemas.microsoft.com/office/powerpoint/2010/main" val="2423944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err="1"/>
              <a:t>Classification</a:t>
            </a:r>
            <a:r>
              <a:rPr lang="es-CL" dirty="0"/>
              <a:t> </a:t>
            </a:r>
            <a:r>
              <a:rPr lang="es-CL" dirty="0" err="1"/>
              <a:t>Trees</a:t>
            </a:r>
            <a:endParaRPr lang="es-CL" dirty="0"/>
          </a:p>
        </p:txBody>
      </p:sp>
      <mc:AlternateContent xmlns:mc="http://schemas.openxmlformats.org/markup-compatibility/2006" xmlns:a14="http://schemas.microsoft.com/office/drawing/2010/main">
        <mc:Choice Requires="a14">
          <p:sp>
            <p:nvSpPr>
              <p:cNvPr id="4" name="Marcador de texto 3"/>
              <p:cNvSpPr>
                <a:spLocks noGrp="1"/>
              </p:cNvSpPr>
              <p:nvPr>
                <p:ph type="body" sz="quarter" idx="21"/>
              </p:nvPr>
            </p:nvSpPr>
            <p:spPr>
              <a:xfrm>
                <a:off x="2132998" y="1468240"/>
                <a:ext cx="7587920" cy="4397722"/>
              </a:xfrm>
            </p:spPr>
            <p:txBody>
              <a:bodyPr/>
              <a:lstStyle/>
              <a:p>
                <a:pPr>
                  <a:lnSpc>
                    <a:spcPct val="100000"/>
                  </a:lnSpc>
                </a:pPr>
                <a:r>
                  <a:rPr lang="es-ES" sz="1200" b="1" dirty="0"/>
                  <a:t>Criterios de ramificación:</a:t>
                </a:r>
                <a:endParaRPr lang="es-ES" sz="1200" dirty="0"/>
              </a:p>
              <a:p>
                <a:pPr>
                  <a:lnSpc>
                    <a:spcPct val="100000"/>
                  </a:lnSpc>
                </a:pPr>
                <a:r>
                  <a:rPr lang="es-CL" sz="1200" b="1" dirty="0"/>
                  <a:t>Entropía o Ganancia de información</a:t>
                </a:r>
              </a:p>
              <a:p>
                <a:pPr>
                  <a:lnSpc>
                    <a:spcPct val="100000"/>
                  </a:lnSpc>
                </a:pPr>
                <a:r>
                  <a:rPr lang="es-CL" sz="1200" dirty="0"/>
                  <a:t>Este método trata de representar cuánta información he ganado particionando por cierto atributo y se relaciona con el grado de impureza del nodo</a:t>
                </a:r>
              </a:p>
              <a:p>
                <a:pPr marL="285750" indent="-285750">
                  <a:lnSpc>
                    <a:spcPct val="100000"/>
                  </a:lnSpc>
                  <a:buFont typeface="Arial" panose="020B0604020202020204" pitchFamily="34" charset="0"/>
                  <a:buChar char="•"/>
                </a:pPr>
                <a:r>
                  <a:rPr lang="es-CL" sz="1200" dirty="0"/>
                  <a:t>Si el resultado al separar por un atributo es obvio (alta impureza del nodo 50%-50%), no he ganado información, por lo tanto no valor mucho la pena utilizar dicho atributo.</a:t>
                </a:r>
              </a:p>
              <a:p>
                <a:pPr marL="285750" indent="-285750">
                  <a:lnSpc>
                    <a:spcPct val="100000"/>
                  </a:lnSpc>
                  <a:buFont typeface="Arial" panose="020B0604020202020204" pitchFamily="34" charset="0"/>
                  <a:buChar char="•"/>
                </a:pPr>
                <a:r>
                  <a:rPr lang="es-CL" sz="1200" dirty="0"/>
                  <a:t>Por otro lado, si la separación no resulta tan obvia (baja impureza 90%-10%), he ganado mucha información.</a:t>
                </a:r>
              </a:p>
              <a:p>
                <a:pPr>
                  <a:lnSpc>
                    <a:spcPct val="100000"/>
                  </a:lnSpc>
                </a:pPr>
                <a:r>
                  <a:rPr lang="es-CL" sz="1200" dirty="0"/>
                  <a:t>Para calcular la entropía asociada luego de una partición sugerida por un atributo A, se sigue la siguiente formula</a:t>
                </a:r>
              </a:p>
              <a:p>
                <a:pPr>
                  <a:lnSpc>
                    <a:spcPct val="100000"/>
                  </a:lnSpc>
                </a:pPr>
                <a:endParaRPr lang="es-CL" sz="1200" dirty="0"/>
              </a:p>
              <a:p>
                <a:pPr>
                  <a:lnSpc>
                    <a:spcPct val="100000"/>
                  </a:lnSpc>
                </a:pPr>
                <a:endParaRPr lang="es-CL" sz="1200" dirty="0"/>
              </a:p>
              <a:p>
                <a:pPr>
                  <a:lnSpc>
                    <a:spcPct val="100000"/>
                  </a:lnSpc>
                </a:pPr>
                <a:r>
                  <a:rPr lang="es-CL" sz="1200" dirty="0"/>
                  <a:t>donde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𝑞</m:t>
                        </m:r>
                      </m:e>
                      <m:sub>
                        <m:r>
                          <a:rPr lang="es-ES" sz="1200" b="0" i="1" smtClean="0">
                            <a:latin typeface="Cambria Math" panose="02040503050406030204" pitchFamily="18" charset="0"/>
                          </a:rPr>
                          <m:t>𝑗</m:t>
                        </m:r>
                      </m:sub>
                    </m:sSub>
                  </m:oMath>
                </a14:m>
                <a:r>
                  <a:rPr lang="es-CL" sz="1200" dirty="0"/>
                  <a:t> corresponde a la probabilidad de pertenecer a la categoría j del atributo A, e </a:t>
                </a:r>
                <a14:m>
                  <m:oMath xmlns:m="http://schemas.openxmlformats.org/officeDocument/2006/math">
                    <m:r>
                      <a:rPr lang="es-ES" sz="1200" b="0" i="1" smtClean="0">
                        <a:latin typeface="Cambria Math" panose="02040503050406030204" pitchFamily="18" charset="0"/>
                      </a:rPr>
                      <m:t>𝐼𝑛𝑓𝑜</m:t>
                    </m:r>
                    <m:d>
                      <m:dPr>
                        <m:ctrlPr>
                          <a:rPr lang="es-ES" sz="1200" b="0" i="1" smtClean="0">
                            <a:latin typeface="Cambria Math" panose="02040503050406030204" pitchFamily="18" charset="0"/>
                          </a:rPr>
                        </m:ctrlPr>
                      </m:dPr>
                      <m:e>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𝐷</m:t>
                            </m:r>
                          </m:e>
                          <m:sub>
                            <m:r>
                              <a:rPr lang="es-ES" sz="1200" b="0" i="1" smtClean="0">
                                <a:latin typeface="Cambria Math" panose="02040503050406030204" pitchFamily="18" charset="0"/>
                              </a:rPr>
                              <m:t>𝑗</m:t>
                            </m:r>
                          </m:sub>
                        </m:sSub>
                      </m:e>
                    </m:d>
                  </m:oMath>
                </a14:m>
                <a:r>
                  <a:rPr lang="es-CL" sz="1200" dirty="0"/>
                  <a:t> está dado por</a:t>
                </a:r>
              </a:p>
              <a:p>
                <a:pPr>
                  <a:lnSpc>
                    <a:spcPct val="100000"/>
                  </a:lnSpc>
                </a:pPr>
                <a:endParaRPr lang="es-CL" sz="1200" dirty="0"/>
              </a:p>
              <a:p>
                <a:pPr>
                  <a:lnSpc>
                    <a:spcPct val="100000"/>
                  </a:lnSpc>
                </a:pPr>
                <a:endParaRPr lang="es-CL" sz="1200" dirty="0"/>
              </a:p>
              <a:p>
                <a:pPr>
                  <a:lnSpc>
                    <a:spcPct val="100000"/>
                  </a:lnSpc>
                </a:pPr>
                <a:r>
                  <a:rPr lang="es-CL" sz="1200" dirty="0"/>
                  <a:t>donde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𝑝</m:t>
                        </m:r>
                      </m:e>
                      <m:sub>
                        <m:r>
                          <a:rPr lang="es-ES" sz="1200" b="0" i="1" smtClean="0">
                            <a:latin typeface="Cambria Math" panose="02040503050406030204" pitchFamily="18" charset="0"/>
                          </a:rPr>
                          <m:t>𝑖</m:t>
                        </m:r>
                      </m:sub>
                    </m:sSub>
                  </m:oMath>
                </a14:m>
                <a:r>
                  <a:rPr lang="es-CL" sz="1200" dirty="0"/>
                  <a:t> corresponde a la probabilidad de pertenecer a la clase </a:t>
                </a:r>
                <a14:m>
                  <m:oMath xmlns:m="http://schemas.openxmlformats.org/officeDocument/2006/math">
                    <m:sSub>
                      <m:sSubPr>
                        <m:ctrlPr>
                          <a:rPr lang="es-CL" sz="1200" i="1">
                            <a:latin typeface="Cambria Math" panose="02040503050406030204" pitchFamily="18" charset="0"/>
                          </a:rPr>
                        </m:ctrlPr>
                      </m:sSubPr>
                      <m:e>
                        <m:r>
                          <a:rPr lang="es-ES" sz="1200" b="0" i="1" smtClean="0">
                            <a:latin typeface="Cambria Math" panose="02040503050406030204" pitchFamily="18" charset="0"/>
                          </a:rPr>
                          <m:t>𝐶</m:t>
                        </m:r>
                      </m:e>
                      <m:sub>
                        <m:r>
                          <a:rPr lang="es-ES" sz="1200" i="1">
                            <a:latin typeface="Cambria Math" panose="02040503050406030204" pitchFamily="18" charset="0"/>
                          </a:rPr>
                          <m:t>𝑖</m:t>
                        </m:r>
                      </m:sub>
                    </m:sSub>
                  </m:oMath>
                </a14:m>
                <a:r>
                  <a:rPr lang="es-CL" sz="1200" dirty="0"/>
                  <a:t>. </a:t>
                </a:r>
              </a:p>
            </p:txBody>
          </p:sp>
        </mc:Choice>
        <mc:Fallback xmlns="">
          <p:sp>
            <p:nvSpPr>
              <p:cNvPr id="4" name="Marcador de texto 3"/>
              <p:cNvSpPr>
                <a:spLocks noGrp="1" noRot="1" noChangeAspect="1" noMove="1" noResize="1" noEditPoints="1" noAdjustHandles="1" noChangeArrowheads="1" noChangeShapeType="1" noTextEdit="1"/>
              </p:cNvSpPr>
              <p:nvPr>
                <p:ph type="body" sz="quarter" idx="21"/>
              </p:nvPr>
            </p:nvSpPr>
            <p:spPr>
              <a:xfrm>
                <a:off x="2132998" y="1468240"/>
                <a:ext cx="7587920" cy="4397722"/>
              </a:xfrm>
              <a:blipFill>
                <a:blip r:embed="rId3"/>
                <a:stretch>
                  <a:fillRect l="-1839" b="-6340"/>
                </a:stretch>
              </a:blipFill>
            </p:spPr>
            <p:txBody>
              <a:bodyPr/>
              <a:lstStyle/>
              <a:p>
                <a:r>
                  <a:rPr lang="es-ES_tradnl">
                    <a:noFill/>
                  </a:rPr>
                  <a:t> </a:t>
                </a:r>
              </a:p>
            </p:txBody>
          </p:sp>
        </mc:Fallback>
      </mc:AlternateContent>
      <p:sp>
        <p:nvSpPr>
          <p:cNvPr id="5" name="Marcador de texto 4"/>
          <p:cNvSpPr>
            <a:spLocks noGrp="1"/>
          </p:cNvSpPr>
          <p:nvPr>
            <p:ph type="body" sz="quarter" idx="25"/>
          </p:nvPr>
        </p:nvSpPr>
        <p:spPr/>
        <p:txBody>
          <a:bodyPr/>
          <a:lstStyle/>
          <a:p>
            <a:r>
              <a:rPr lang="es-CL" dirty="0"/>
              <a:t>04</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8" name="Picture 7" descr="A picture containing text, clock, watch, gauge&#10;&#10;Description automatically generated">
            <a:extLst>
              <a:ext uri="{FF2B5EF4-FFF2-40B4-BE49-F238E27FC236}">
                <a16:creationId xmlns:a16="http://schemas.microsoft.com/office/drawing/2014/main" id="{504E9E16-4842-1F93-8A31-460793384FF7}"/>
              </a:ext>
            </a:extLst>
          </p:cNvPr>
          <p:cNvPicPr>
            <a:picLocks noChangeAspect="1"/>
          </p:cNvPicPr>
          <p:nvPr/>
        </p:nvPicPr>
        <p:blipFill>
          <a:blip r:embed="rId4">
            <a:clrChange>
              <a:clrFrom>
                <a:srgbClr val="95D1DF"/>
              </a:clrFrom>
              <a:clrTo>
                <a:srgbClr val="95D1D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185249" y="3967839"/>
            <a:ext cx="3190317" cy="676734"/>
          </a:xfrm>
          <a:prstGeom prst="rect">
            <a:avLst/>
          </a:prstGeom>
        </p:spPr>
      </p:pic>
      <p:pic>
        <p:nvPicPr>
          <p:cNvPr id="10" name="Picture 9" descr="Diagram, schematic&#10;&#10;Description automatically generated">
            <a:extLst>
              <a:ext uri="{FF2B5EF4-FFF2-40B4-BE49-F238E27FC236}">
                <a16:creationId xmlns:a16="http://schemas.microsoft.com/office/drawing/2014/main" id="{BF71E9D6-BE80-CD2E-0249-05ECCCF942EF}"/>
              </a:ext>
            </a:extLst>
          </p:cNvPr>
          <p:cNvPicPr>
            <a:picLocks noChangeAspect="1"/>
          </p:cNvPicPr>
          <p:nvPr/>
        </p:nvPicPr>
        <p:blipFill>
          <a:blip r:embed="rId5">
            <a:clrChange>
              <a:clrFrom>
                <a:srgbClr val="95D1DF"/>
              </a:clrFrom>
              <a:clrTo>
                <a:srgbClr val="95D1D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185249" y="4922783"/>
            <a:ext cx="3190317" cy="933953"/>
          </a:xfrm>
          <a:prstGeom prst="rect">
            <a:avLst/>
          </a:prstGeom>
        </p:spPr>
      </p:pic>
    </p:spTree>
    <p:extLst>
      <p:ext uri="{BB962C8B-B14F-4D97-AF65-F5344CB8AC3E}">
        <p14:creationId xmlns:p14="http://schemas.microsoft.com/office/powerpoint/2010/main" val="3607010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err="1"/>
              <a:t>Classification</a:t>
            </a:r>
            <a:r>
              <a:rPr lang="es-CL" dirty="0"/>
              <a:t> </a:t>
            </a:r>
            <a:r>
              <a:rPr lang="es-CL" dirty="0" err="1"/>
              <a:t>Trees</a:t>
            </a:r>
            <a:endParaRPr lang="es-CL" dirty="0"/>
          </a:p>
        </p:txBody>
      </p:sp>
      <mc:AlternateContent xmlns:mc="http://schemas.openxmlformats.org/markup-compatibility/2006" xmlns:a14="http://schemas.microsoft.com/office/drawing/2010/main">
        <mc:Choice Requires="a14">
          <p:sp>
            <p:nvSpPr>
              <p:cNvPr id="4" name="Marcador de texto 3"/>
              <p:cNvSpPr>
                <a:spLocks noGrp="1"/>
              </p:cNvSpPr>
              <p:nvPr>
                <p:ph type="body" sz="quarter" idx="21"/>
              </p:nvPr>
            </p:nvSpPr>
            <p:spPr>
              <a:xfrm>
                <a:off x="2132998" y="1468240"/>
                <a:ext cx="7587920" cy="4552998"/>
              </a:xfrm>
            </p:spPr>
            <p:txBody>
              <a:bodyPr/>
              <a:lstStyle/>
              <a:p>
                <a:pPr>
                  <a:lnSpc>
                    <a:spcPct val="100000"/>
                  </a:lnSpc>
                </a:pPr>
                <a:r>
                  <a:rPr lang="es-ES" sz="1200" b="1" dirty="0"/>
                  <a:t>Criterios de ramificación:</a:t>
                </a:r>
                <a:endParaRPr lang="es-ES" sz="1200" dirty="0"/>
              </a:p>
              <a:p>
                <a:pPr>
                  <a:lnSpc>
                    <a:spcPct val="100000"/>
                  </a:lnSpc>
                </a:pPr>
                <a:r>
                  <a:rPr lang="es-CL" sz="1200" b="1" dirty="0"/>
                  <a:t>Impureza de Gini</a:t>
                </a:r>
              </a:p>
              <a:p>
                <a:pPr>
                  <a:lnSpc>
                    <a:spcPct val="100000"/>
                  </a:lnSpc>
                </a:pPr>
                <a:r>
                  <a:rPr lang="es-CL" sz="1200" dirty="0"/>
                  <a:t>Representa la probabilidad de que una muestra seleccionada al azar de un nodo, se clasifique incorrectamente de acuerdo con la distribución de la muestra en el nodo. El objetivo es minimizar estas impurezas</a:t>
                </a:r>
              </a:p>
              <a:p>
                <a:pPr>
                  <a:lnSpc>
                    <a:spcPct val="100000"/>
                  </a:lnSpc>
                </a:pPr>
                <a:r>
                  <a:rPr lang="es-CL" sz="1200" dirty="0"/>
                  <a:t>Para calcular dicha impureza se realiza lo siguiente: Los datos se dividen según el atributo </a:t>
                </a:r>
                <a14:m>
                  <m:oMath xmlns:m="http://schemas.openxmlformats.org/officeDocument/2006/math">
                    <m:r>
                      <a:rPr lang="es-ES" sz="1200" b="0" i="1" smtClean="0">
                        <a:latin typeface="Cambria Math" panose="02040503050406030204" pitchFamily="18" charset="0"/>
                      </a:rPr>
                      <m:t>𝐴</m:t>
                    </m:r>
                  </m:oMath>
                </a14:m>
                <a:r>
                  <a:rPr lang="es-CL" sz="1200" dirty="0"/>
                  <a:t>, en dos regiones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𝐴</m:t>
                        </m:r>
                      </m:e>
                      <m:sub>
                        <m:r>
                          <a:rPr lang="es-ES" sz="1200" b="0" i="1" smtClean="0">
                            <a:latin typeface="Cambria Math" panose="02040503050406030204" pitchFamily="18" charset="0"/>
                          </a:rPr>
                          <m:t>1</m:t>
                        </m:r>
                      </m:sub>
                    </m:sSub>
                    <m:r>
                      <a:rPr lang="es-ES" sz="1200" b="0" i="1" smtClean="0">
                        <a:latin typeface="Cambria Math" panose="02040503050406030204" pitchFamily="18" charset="0"/>
                      </a:rPr>
                      <m:t> </m:t>
                    </m:r>
                    <m:r>
                      <a:rPr lang="es-ES" sz="1200" b="0" i="1" smtClean="0">
                        <a:latin typeface="Cambria Math" panose="02040503050406030204" pitchFamily="18" charset="0"/>
                      </a:rPr>
                      <m:t>𝑦</m:t>
                    </m:r>
                    <m:r>
                      <a:rPr lang="es-ES" sz="1200" b="0" i="1" smtClean="0">
                        <a:latin typeface="Cambria Math" panose="02040503050406030204" pitchFamily="18" charset="0"/>
                      </a:rPr>
                      <m:t> </m:t>
                    </m:r>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𝐴</m:t>
                        </m:r>
                      </m:e>
                      <m:sub>
                        <m:r>
                          <a:rPr lang="es-ES" sz="1200" b="0" i="1" smtClean="0">
                            <a:latin typeface="Cambria Math" panose="02040503050406030204" pitchFamily="18" charset="0"/>
                          </a:rPr>
                          <m:t>2</m:t>
                        </m:r>
                      </m:sub>
                    </m:sSub>
                  </m:oMath>
                </a14:m>
                <a:r>
                  <a:rPr lang="es-CL" sz="1200" dirty="0"/>
                  <a:t>, con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𝑛</m:t>
                        </m:r>
                      </m:e>
                      <m:sub>
                        <m:r>
                          <a:rPr lang="es-ES" sz="1200" b="0" i="1" smtClean="0">
                            <a:latin typeface="Cambria Math" panose="02040503050406030204" pitchFamily="18" charset="0"/>
                          </a:rPr>
                          <m:t>1</m:t>
                        </m:r>
                      </m:sub>
                    </m:sSub>
                    <m:r>
                      <a:rPr lang="es-ES" sz="1200" b="0" i="1" smtClean="0">
                        <a:latin typeface="Cambria Math" panose="02040503050406030204" pitchFamily="18" charset="0"/>
                      </a:rPr>
                      <m:t> </m:t>
                    </m:r>
                    <m:r>
                      <a:rPr lang="es-ES" sz="1200" b="0" i="1" smtClean="0">
                        <a:latin typeface="Cambria Math" panose="02040503050406030204" pitchFamily="18" charset="0"/>
                      </a:rPr>
                      <m:t>𝑦</m:t>
                    </m:r>
                    <m:r>
                      <a:rPr lang="es-ES" sz="1200" b="0" i="1" smtClean="0">
                        <a:latin typeface="Cambria Math" panose="02040503050406030204" pitchFamily="18" charset="0"/>
                      </a:rPr>
                      <m:t> </m:t>
                    </m:r>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𝑛</m:t>
                        </m:r>
                      </m:e>
                      <m:sub>
                        <m:r>
                          <a:rPr lang="es-ES" sz="1200" b="0" i="1" smtClean="0">
                            <a:latin typeface="Cambria Math" panose="02040503050406030204" pitchFamily="18" charset="0"/>
                          </a:rPr>
                          <m:t>2</m:t>
                        </m:r>
                      </m:sub>
                    </m:sSub>
                  </m:oMath>
                </a14:m>
                <a:r>
                  <a:rPr lang="es-CL" sz="1200" dirty="0"/>
                  <a:t> elementos respectivamente.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𝑝</m:t>
                        </m:r>
                      </m:e>
                      <m:sub>
                        <m:r>
                          <a:rPr lang="es-ES" sz="1200" b="0" i="1" smtClean="0">
                            <a:latin typeface="Cambria Math" panose="02040503050406030204" pitchFamily="18" charset="0"/>
                          </a:rPr>
                          <m:t>𝑗𝑖</m:t>
                        </m:r>
                      </m:sub>
                    </m:sSub>
                  </m:oMath>
                </a14:m>
                <a:r>
                  <a:rPr lang="es-CL" sz="1200" dirty="0"/>
                  <a:t> corresponde a la proporción de elementos en </a:t>
                </a:r>
                <a14:m>
                  <m:oMath xmlns:m="http://schemas.openxmlformats.org/officeDocument/2006/math">
                    <m:sSub>
                      <m:sSubPr>
                        <m:ctrlPr>
                          <a:rPr lang="es-CL" sz="1200" i="1">
                            <a:latin typeface="Cambria Math" panose="02040503050406030204" pitchFamily="18" charset="0"/>
                          </a:rPr>
                        </m:ctrlPr>
                      </m:sSubPr>
                      <m:e>
                        <m:r>
                          <a:rPr lang="es-ES" sz="1200" i="1">
                            <a:latin typeface="Cambria Math" panose="02040503050406030204" pitchFamily="18" charset="0"/>
                          </a:rPr>
                          <m:t>𝐴</m:t>
                        </m:r>
                      </m:e>
                      <m:sub>
                        <m:r>
                          <a:rPr lang="es-ES" sz="1200" b="0" i="1" smtClean="0">
                            <a:latin typeface="Cambria Math" panose="02040503050406030204" pitchFamily="18" charset="0"/>
                          </a:rPr>
                          <m:t>𝑗</m:t>
                        </m:r>
                      </m:sub>
                    </m:sSub>
                    <m:r>
                      <a:rPr lang="es-ES" sz="1200" i="1">
                        <a:latin typeface="Cambria Math" panose="02040503050406030204" pitchFamily="18" charset="0"/>
                      </a:rPr>
                      <m:t> </m:t>
                    </m:r>
                  </m:oMath>
                </a14:m>
                <a:r>
                  <a:rPr lang="es-CL" sz="1200" dirty="0"/>
                  <a:t>con </a:t>
                </a:r>
                <a14:m>
                  <m:oMath xmlns:m="http://schemas.openxmlformats.org/officeDocument/2006/math">
                    <m:r>
                      <a:rPr lang="es-ES" sz="1200" b="0" i="1" smtClean="0">
                        <a:latin typeface="Cambria Math" panose="02040503050406030204" pitchFamily="18" charset="0"/>
                      </a:rPr>
                      <m:t>𝑗</m:t>
                    </m:r>
                    <m:r>
                      <a:rPr lang="es-ES" sz="1200" b="0" i="1" smtClean="0">
                        <a:latin typeface="Cambria Math" panose="02040503050406030204" pitchFamily="18" charset="0"/>
                      </a:rPr>
                      <m:t>=1,2</m:t>
                    </m:r>
                  </m:oMath>
                </a14:m>
                <a:r>
                  <a:rPr lang="es-CL" sz="1200" dirty="0"/>
                  <a:t> que pertenecen a la clase </a:t>
                </a:r>
                <a14:m>
                  <m:oMath xmlns:m="http://schemas.openxmlformats.org/officeDocument/2006/math">
                    <m:r>
                      <a:rPr lang="es-ES" sz="1200" b="0" i="1" smtClean="0">
                        <a:latin typeface="Cambria Math" panose="02040503050406030204" pitchFamily="18" charset="0"/>
                      </a:rPr>
                      <m:t>𝑖</m:t>
                    </m:r>
                  </m:oMath>
                </a14:m>
                <a:r>
                  <a:rPr lang="es-CL" sz="1200" dirty="0"/>
                  <a:t> con </a:t>
                </a:r>
                <a14:m>
                  <m:oMath xmlns:m="http://schemas.openxmlformats.org/officeDocument/2006/math">
                    <m:r>
                      <a:rPr lang="es-ES" sz="1200" b="0" i="1" smtClean="0">
                        <a:latin typeface="Cambria Math" panose="02040503050406030204" pitchFamily="18" charset="0"/>
                      </a:rPr>
                      <m:t>𝑖</m:t>
                    </m:r>
                    <m:r>
                      <a:rPr lang="es-ES" sz="1200" b="0" i="1" smtClean="0">
                        <a:latin typeface="Cambria Math" panose="02040503050406030204" pitchFamily="18" charset="0"/>
                      </a:rPr>
                      <m:t>=1,…,</m:t>
                    </m:r>
                    <m:r>
                      <a:rPr lang="es-ES" sz="1200" b="0" i="1" smtClean="0">
                        <a:latin typeface="Cambria Math" panose="02040503050406030204" pitchFamily="18" charset="0"/>
                      </a:rPr>
                      <m:t>𝑚</m:t>
                    </m:r>
                    <m:r>
                      <a:rPr lang="es-ES" sz="1200" b="0" i="1" smtClean="0">
                        <a:latin typeface="Cambria Math" panose="02040503050406030204" pitchFamily="18" charset="0"/>
                      </a:rPr>
                      <m:t>. </m:t>
                    </m:r>
                  </m:oMath>
                </a14:m>
                <a:endParaRPr lang="es-CL" sz="1200" dirty="0"/>
              </a:p>
              <a:p>
                <a:pPr>
                  <a:lnSpc>
                    <a:spcPct val="100000"/>
                  </a:lnSpc>
                </a:pPr>
                <a:r>
                  <a:rPr lang="es-CL" sz="1200" dirty="0"/>
                  <a:t>Luego, la impureza de Gini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𝐼</m:t>
                        </m:r>
                        <m:r>
                          <a:rPr lang="es-ES" sz="1200" b="0" i="1" smtClean="0">
                            <a:latin typeface="Cambria Math" panose="02040503050406030204" pitchFamily="18" charset="0"/>
                          </a:rPr>
                          <m:t>(</m:t>
                        </m:r>
                        <m:r>
                          <a:rPr lang="es-ES" sz="1200" b="0" i="1" smtClean="0">
                            <a:latin typeface="Cambria Math" panose="02040503050406030204" pitchFamily="18" charset="0"/>
                          </a:rPr>
                          <m:t>𝐴</m:t>
                        </m:r>
                      </m:e>
                      <m:sub>
                        <m:r>
                          <a:rPr lang="es-ES" sz="1200" b="0" i="1" smtClean="0">
                            <a:latin typeface="Cambria Math" panose="02040503050406030204" pitchFamily="18" charset="0"/>
                          </a:rPr>
                          <m:t>𝑗</m:t>
                        </m:r>
                      </m:sub>
                    </m:sSub>
                    <m:r>
                      <a:rPr lang="es-ES" sz="1200" b="0" i="1" smtClean="0">
                        <a:latin typeface="Cambria Math" panose="02040503050406030204" pitchFamily="18" charset="0"/>
                      </a:rPr>
                      <m:t>) </m:t>
                    </m:r>
                  </m:oMath>
                </a14:m>
                <a:r>
                  <a:rPr lang="es-CL" sz="1200" dirty="0"/>
                  <a:t>se calcula:</a:t>
                </a:r>
              </a:p>
              <a:p>
                <a:pPr>
                  <a:lnSpc>
                    <a:spcPct val="100000"/>
                  </a:lnSpc>
                </a:pPr>
                <a:endParaRPr lang="es-CL" sz="1200" dirty="0"/>
              </a:p>
              <a:p>
                <a:pPr>
                  <a:lnSpc>
                    <a:spcPct val="100000"/>
                  </a:lnSpc>
                </a:pPr>
                <a:endParaRPr lang="es-CL" sz="1200" dirty="0"/>
              </a:p>
              <a:p>
                <a:pPr>
                  <a:lnSpc>
                    <a:spcPct val="100000"/>
                  </a:lnSpc>
                </a:pPr>
                <a:endParaRPr lang="es-CL" sz="1200" dirty="0"/>
              </a:p>
              <a:p>
                <a:pPr>
                  <a:lnSpc>
                    <a:spcPct val="100000"/>
                  </a:lnSpc>
                </a:pPr>
                <a:endParaRPr lang="es-CL" sz="1200" dirty="0"/>
              </a:p>
              <a:p>
                <a:pPr>
                  <a:lnSpc>
                    <a:spcPct val="100000"/>
                  </a:lnSpc>
                </a:pPr>
                <a:r>
                  <a:rPr lang="es-CL" sz="1200" dirty="0"/>
                  <a:t>Y el índice de Gini se calcula</a:t>
                </a:r>
              </a:p>
              <a:p>
                <a:pPr>
                  <a:lnSpc>
                    <a:spcPct val="100000"/>
                  </a:lnSpc>
                </a:pPr>
                <a:endParaRPr lang="es-CL" sz="1200" dirty="0"/>
              </a:p>
              <a:p>
                <a:pPr>
                  <a:lnSpc>
                    <a:spcPct val="100000"/>
                  </a:lnSpc>
                </a:pPr>
                <a:r>
                  <a:rPr lang="es-CL" sz="1200" dirty="0"/>
                  <a:t>donde </a:t>
                </a:r>
                <a14:m>
                  <m:oMath xmlns:m="http://schemas.openxmlformats.org/officeDocument/2006/math">
                    <m:sSub>
                      <m:sSubPr>
                        <m:ctrlPr>
                          <a:rPr lang="es-CL" sz="1200" i="1" smtClean="0">
                            <a:latin typeface="Cambria Math" panose="02040503050406030204" pitchFamily="18" charset="0"/>
                          </a:rPr>
                        </m:ctrlPr>
                      </m:sSubPr>
                      <m:e>
                        <m:r>
                          <a:rPr lang="es-ES" sz="1200" b="0" i="1" smtClean="0">
                            <a:latin typeface="Cambria Math" panose="02040503050406030204" pitchFamily="18" charset="0"/>
                          </a:rPr>
                          <m:t>𝑞</m:t>
                        </m:r>
                      </m:e>
                      <m:sub>
                        <m:r>
                          <a:rPr lang="es-ES" sz="1200" b="0" i="1" smtClean="0">
                            <a:latin typeface="Cambria Math" panose="02040503050406030204" pitchFamily="18" charset="0"/>
                          </a:rPr>
                          <m:t>𝑗</m:t>
                        </m:r>
                      </m:sub>
                    </m:sSub>
                  </m:oMath>
                </a14:m>
                <a:r>
                  <a:rPr lang="es-CL" sz="1200" dirty="0"/>
                  <a:t> corresponde a la probabilidad de pertenecer a la categoría j del atributo A.</a:t>
                </a:r>
              </a:p>
            </p:txBody>
          </p:sp>
        </mc:Choice>
        <mc:Fallback xmlns="">
          <p:sp>
            <p:nvSpPr>
              <p:cNvPr id="4" name="Marcador de texto 3"/>
              <p:cNvSpPr>
                <a:spLocks noGrp="1" noRot="1" noChangeAspect="1" noMove="1" noResize="1" noEditPoints="1" noAdjustHandles="1" noChangeArrowheads="1" noChangeShapeType="1" noTextEdit="1"/>
              </p:cNvSpPr>
              <p:nvPr>
                <p:ph type="body" sz="quarter" idx="21"/>
              </p:nvPr>
            </p:nvSpPr>
            <p:spPr>
              <a:xfrm>
                <a:off x="2132998" y="1468240"/>
                <a:ext cx="7587920" cy="4552998"/>
              </a:xfrm>
              <a:blipFill>
                <a:blip r:embed="rId3"/>
                <a:stretch>
                  <a:fillRect l="-1338"/>
                </a:stretch>
              </a:blipFill>
            </p:spPr>
            <p:txBody>
              <a:bodyPr/>
              <a:lstStyle/>
              <a:p>
                <a:r>
                  <a:rPr lang="es-ES_tradnl">
                    <a:noFill/>
                  </a:rPr>
                  <a:t> </a:t>
                </a:r>
              </a:p>
            </p:txBody>
          </p:sp>
        </mc:Fallback>
      </mc:AlternateContent>
      <p:sp>
        <p:nvSpPr>
          <p:cNvPr id="5" name="Marcador de texto 4"/>
          <p:cNvSpPr>
            <a:spLocks noGrp="1"/>
          </p:cNvSpPr>
          <p:nvPr>
            <p:ph type="body" sz="quarter" idx="25"/>
          </p:nvPr>
        </p:nvSpPr>
        <p:spPr/>
        <p:txBody>
          <a:bodyPr/>
          <a:lstStyle/>
          <a:p>
            <a:r>
              <a:rPr lang="es-CL" dirty="0"/>
              <a:t>04</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7" name="Picture 6" descr="Text, letter&#10;&#10;Description automatically generated">
            <a:extLst>
              <a:ext uri="{FF2B5EF4-FFF2-40B4-BE49-F238E27FC236}">
                <a16:creationId xmlns:a16="http://schemas.microsoft.com/office/drawing/2014/main" id="{E7EA994B-E597-BA89-7570-6D1CE1B340D6}"/>
              </a:ext>
            </a:extLst>
          </p:cNvPr>
          <p:cNvPicPr>
            <a:picLocks noChangeAspect="1"/>
          </p:cNvPicPr>
          <p:nvPr/>
        </p:nvPicPr>
        <p:blipFill rotWithShape="1">
          <a:blip r:embed="rId4">
            <a:clrChange>
              <a:clrFrom>
                <a:srgbClr val="95D1DF"/>
              </a:clrFrom>
              <a:clrTo>
                <a:srgbClr val="95D1D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b="39471"/>
          <a:stretch/>
        </p:blipFill>
        <p:spPr>
          <a:xfrm>
            <a:off x="3485717" y="3967837"/>
            <a:ext cx="5439074" cy="790445"/>
          </a:xfrm>
          <a:prstGeom prst="rect">
            <a:avLst/>
          </a:prstGeom>
        </p:spPr>
      </p:pic>
      <p:pic>
        <p:nvPicPr>
          <p:cNvPr id="11" name="Picture 10" descr="Text&#10;&#10;Description automatically generated">
            <a:extLst>
              <a:ext uri="{FF2B5EF4-FFF2-40B4-BE49-F238E27FC236}">
                <a16:creationId xmlns:a16="http://schemas.microsoft.com/office/drawing/2014/main" id="{9E82186E-E01D-D986-E24F-80BE240E44C1}"/>
              </a:ext>
            </a:extLst>
          </p:cNvPr>
          <p:cNvPicPr>
            <a:picLocks noChangeAspect="1"/>
          </p:cNvPicPr>
          <p:nvPr/>
        </p:nvPicPr>
        <p:blipFill>
          <a:blip r:embed="rId5">
            <a:clrChange>
              <a:clrFrom>
                <a:srgbClr val="95D1DF"/>
              </a:clrFrom>
              <a:clrTo>
                <a:srgbClr val="95D1D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519883" y="5176405"/>
            <a:ext cx="2579658" cy="426710"/>
          </a:xfrm>
          <a:prstGeom prst="rect">
            <a:avLst/>
          </a:prstGeom>
        </p:spPr>
      </p:pic>
    </p:spTree>
    <p:extLst>
      <p:ext uri="{BB962C8B-B14F-4D97-AF65-F5344CB8AC3E}">
        <p14:creationId xmlns:p14="http://schemas.microsoft.com/office/powerpoint/2010/main" val="1567491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err="1"/>
              <a:t>Classification</a:t>
            </a:r>
            <a:r>
              <a:rPr lang="es-CL" dirty="0"/>
              <a:t> </a:t>
            </a:r>
            <a:r>
              <a:rPr lang="es-CL" dirty="0" err="1"/>
              <a:t>Trees</a:t>
            </a:r>
            <a:endParaRPr lang="es-CL" dirty="0"/>
          </a:p>
        </p:txBody>
      </p:sp>
      <p:sp>
        <p:nvSpPr>
          <p:cNvPr id="4" name="Marcador de texto 3"/>
          <p:cNvSpPr>
            <a:spLocks noGrp="1"/>
          </p:cNvSpPr>
          <p:nvPr>
            <p:ph type="body" sz="quarter" idx="21"/>
          </p:nvPr>
        </p:nvSpPr>
        <p:spPr>
          <a:xfrm>
            <a:off x="2132998" y="1468240"/>
            <a:ext cx="7586082" cy="4397722"/>
          </a:xfrm>
        </p:spPr>
        <p:txBody>
          <a:bodyPr/>
          <a:lstStyle/>
          <a:p>
            <a:r>
              <a:rPr lang="es-ES" sz="1600" dirty="0"/>
              <a:t>Los principales hiper-parámetros que utilizaremos en los árboles de clasificación, son los siguientes:</a:t>
            </a:r>
          </a:p>
          <a:p>
            <a:endParaRPr lang="es-ES" sz="1600" dirty="0"/>
          </a:p>
          <a:p>
            <a:pPr marL="285750" indent="-285750">
              <a:buFont typeface="Arial" panose="020B0604020202020204" pitchFamily="34" charset="0"/>
              <a:buChar char="•"/>
            </a:pPr>
            <a:r>
              <a:rPr lang="es-ES" sz="1600" b="1" dirty="0" err="1"/>
              <a:t>criterion</a:t>
            </a:r>
            <a:r>
              <a:rPr lang="es-ES" sz="1600" b="1" dirty="0"/>
              <a:t>: </a:t>
            </a:r>
            <a:r>
              <a:rPr lang="es-ES" sz="1600" dirty="0"/>
              <a:t>Respecto a cual función de pérdida se realizarán las divisiones</a:t>
            </a:r>
          </a:p>
          <a:p>
            <a:pPr marL="285750" indent="-285750">
              <a:buFont typeface="Arial" panose="020B0604020202020204" pitchFamily="34" charset="0"/>
              <a:buChar char="•"/>
            </a:pPr>
            <a:r>
              <a:rPr lang="es-ES" sz="1600" b="1" dirty="0" err="1"/>
              <a:t>Max_depth</a:t>
            </a:r>
            <a:r>
              <a:rPr lang="es-ES" sz="1600" b="1" dirty="0"/>
              <a:t>: </a:t>
            </a:r>
            <a:r>
              <a:rPr lang="es-ES" sz="1600" dirty="0"/>
              <a:t>Profundidad máxima del árbol</a:t>
            </a:r>
          </a:p>
          <a:p>
            <a:pPr marL="285750" indent="-285750">
              <a:buFont typeface="Arial" panose="020B0604020202020204" pitchFamily="34" charset="0"/>
              <a:buChar char="•"/>
            </a:pPr>
            <a:r>
              <a:rPr lang="es-ES" sz="1600" b="1" dirty="0" err="1"/>
              <a:t>Ccp_Alpha</a:t>
            </a:r>
            <a:r>
              <a:rPr lang="es-ES" sz="1600" b="1" dirty="0"/>
              <a:t>: </a:t>
            </a:r>
            <a:r>
              <a:rPr lang="es-ES" sz="1600" dirty="0"/>
              <a:t>parámetro de complejidad del árbol, que se utiliza para “podar”.</a:t>
            </a:r>
          </a:p>
          <a:p>
            <a:pPr marL="285750" indent="-285750">
              <a:buFont typeface="Arial" panose="020B0604020202020204" pitchFamily="34" charset="0"/>
              <a:buChar char="•"/>
            </a:pPr>
            <a:endParaRPr lang="es-ES" sz="1600" b="1" dirty="0"/>
          </a:p>
          <a:p>
            <a:r>
              <a:rPr lang="es-ES" sz="1600" dirty="0"/>
              <a:t>Existen más hiper-parámetros pero estos son los más utilizados. De todas formas, los demás se pueden revisar en la documentación en</a:t>
            </a:r>
          </a:p>
          <a:p>
            <a:endParaRPr lang="es-ES" sz="1600" dirty="0"/>
          </a:p>
          <a:p>
            <a:r>
              <a:rPr lang="es-CL" sz="1000" dirty="0">
                <a:hlinkClick r:id="rId3"/>
              </a:rPr>
              <a:t>https://</a:t>
            </a:r>
            <a:r>
              <a:rPr lang="es-CL" sz="1000" dirty="0" err="1">
                <a:hlinkClick r:id="rId3"/>
              </a:rPr>
              <a:t>scikit-learn.org</a:t>
            </a:r>
            <a:r>
              <a:rPr lang="es-CL" sz="1000" dirty="0">
                <a:hlinkClick r:id="rId3"/>
              </a:rPr>
              <a:t>/</a:t>
            </a:r>
            <a:r>
              <a:rPr lang="es-CL" sz="1000" dirty="0" err="1">
                <a:hlinkClick r:id="rId3"/>
              </a:rPr>
              <a:t>stable</a:t>
            </a:r>
            <a:r>
              <a:rPr lang="es-CL" sz="1000" dirty="0">
                <a:hlinkClick r:id="rId3"/>
              </a:rPr>
              <a:t>/modules/</a:t>
            </a:r>
            <a:r>
              <a:rPr lang="es-CL" sz="1000" dirty="0" err="1">
                <a:hlinkClick r:id="rId3"/>
              </a:rPr>
              <a:t>generated</a:t>
            </a:r>
            <a:r>
              <a:rPr lang="es-CL" sz="1000" dirty="0">
                <a:hlinkClick r:id="rId3"/>
              </a:rPr>
              <a:t>/sklearn.tree.DecisionTreeClassifier.html#sklearn.tree.DecisionTreeClassifier</a:t>
            </a:r>
            <a:endParaRPr lang="es-CL" sz="1000" dirty="0"/>
          </a:p>
          <a:p>
            <a:endParaRPr lang="es-CL" sz="1600" dirty="0"/>
          </a:p>
        </p:txBody>
      </p:sp>
      <p:sp>
        <p:nvSpPr>
          <p:cNvPr id="5" name="Marcador de texto 4"/>
          <p:cNvSpPr>
            <a:spLocks noGrp="1"/>
          </p:cNvSpPr>
          <p:nvPr>
            <p:ph type="body" sz="quarter" idx="25"/>
          </p:nvPr>
        </p:nvSpPr>
        <p:spPr/>
        <p:txBody>
          <a:bodyPr/>
          <a:lstStyle/>
          <a:p>
            <a:r>
              <a:rPr lang="es-CL" dirty="0"/>
              <a:t>04</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091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err="1"/>
              <a:t>Random</a:t>
            </a:r>
            <a:r>
              <a:rPr lang="es-CL" dirty="0"/>
              <a:t> Forest</a:t>
            </a:r>
          </a:p>
        </p:txBody>
      </p:sp>
      <p:sp>
        <p:nvSpPr>
          <p:cNvPr id="7" name="Marcador de texto 6">
            <a:extLst>
              <a:ext uri="{FF2B5EF4-FFF2-40B4-BE49-F238E27FC236}">
                <a16:creationId xmlns:a16="http://schemas.microsoft.com/office/drawing/2014/main" id="{50E61DFC-E956-40DF-A7D2-AD0910771388}"/>
              </a:ext>
            </a:extLst>
          </p:cNvPr>
          <p:cNvSpPr>
            <a:spLocks noGrp="1"/>
          </p:cNvSpPr>
          <p:nvPr>
            <p:ph type="body" sz="quarter" idx="26"/>
          </p:nvPr>
        </p:nvSpPr>
        <p:spPr/>
        <p:txBody>
          <a:bodyPr/>
          <a:lstStyle/>
          <a:p>
            <a:r>
              <a:rPr lang="es-CL" dirty="0"/>
              <a:t>05</a:t>
            </a:r>
          </a:p>
        </p:txBody>
      </p:sp>
    </p:spTree>
    <p:extLst>
      <p:ext uri="{BB962C8B-B14F-4D97-AF65-F5344CB8AC3E}">
        <p14:creationId xmlns:p14="http://schemas.microsoft.com/office/powerpoint/2010/main" val="3860258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4" name="Marcador de texto 3"/>
          <p:cNvSpPr>
            <a:spLocks noGrp="1"/>
          </p:cNvSpPr>
          <p:nvPr>
            <p:ph type="body" sz="quarter" idx="21"/>
          </p:nvPr>
        </p:nvSpPr>
        <p:spPr>
          <a:xfrm>
            <a:off x="2132998" y="1468240"/>
            <a:ext cx="7586081" cy="2724198"/>
          </a:xfrm>
        </p:spPr>
        <p:txBody>
          <a:bodyPr/>
          <a:lstStyle/>
          <a:p>
            <a:r>
              <a:rPr lang="es-ES" dirty="0"/>
              <a:t>En estadística y machine learning, los métodos ensamblados consisten en el uso de múltiples algoritmos en orden de obtener un mejor rendimiento predictivo, del que podríamos obtener con cualquier de los algoritmos por si solos.</a:t>
            </a:r>
          </a:p>
          <a:p>
            <a:r>
              <a:rPr lang="es-ES" dirty="0"/>
              <a:t>Los ensambles pueden ser desde repeticiones de un mismo modelo, hasta versiones más sofisticadas con distintos modelos y ponderaciones de cada uno, permitiendo así una técnica con estructura muy flexible y útil.</a:t>
            </a:r>
          </a:p>
          <a:p>
            <a:r>
              <a:rPr lang="es-ES" dirty="0"/>
              <a:t>En esta clase revisaremos un grupo particular de modelos ensamblados, todos ellos basados en arboles de decisión, pero de distintas maneras y también con distintos grados de dificultad.</a:t>
            </a:r>
            <a:endParaRPr lang="es-CL" dirty="0"/>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3429000"/>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Conector recto de flecha 6">
            <a:extLst>
              <a:ext uri="{FF2B5EF4-FFF2-40B4-BE49-F238E27FC236}">
                <a16:creationId xmlns:a16="http://schemas.microsoft.com/office/drawing/2014/main" id="{F8D99ED6-5340-8799-FA66-ED4A739BA821}"/>
              </a:ext>
            </a:extLst>
          </p:cNvPr>
          <p:cNvCxnSpPr/>
          <p:nvPr/>
        </p:nvCxnSpPr>
        <p:spPr>
          <a:xfrm>
            <a:off x="1728705" y="2536428"/>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3" name="Picture 2" descr="Ensemble Models: What Are They and When Should You Use Them? | Built In">
            <a:extLst>
              <a:ext uri="{FF2B5EF4-FFF2-40B4-BE49-F238E27FC236}">
                <a16:creationId xmlns:a16="http://schemas.microsoft.com/office/drawing/2014/main" id="{0E05B4E1-1E8C-95D2-5E36-6C2DC6615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120" y="4091254"/>
            <a:ext cx="5987331" cy="2321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521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p:txBody>
          <a:bodyPr/>
          <a:lstStyle/>
          <a:p>
            <a:r>
              <a:rPr lang="es-CL" dirty="0"/>
              <a:t>Introducción</a:t>
            </a:r>
          </a:p>
        </p:txBody>
      </p:sp>
      <p:sp>
        <p:nvSpPr>
          <p:cNvPr id="5" name="Marcador de texto 4"/>
          <p:cNvSpPr>
            <a:spLocks noGrp="1"/>
          </p:cNvSpPr>
          <p:nvPr>
            <p:ph type="body" sz="quarter" idx="25"/>
          </p:nvPr>
        </p:nvSpPr>
        <p:spPr/>
        <p:txBody>
          <a:bodyPr/>
          <a:lstStyle/>
          <a:p>
            <a:r>
              <a:rPr lang="es-CL" dirty="0"/>
              <a:t>00</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11" name="Picture 2">
            <a:extLst>
              <a:ext uri="{FF2B5EF4-FFF2-40B4-BE49-F238E27FC236}">
                <a16:creationId xmlns:a16="http://schemas.microsoft.com/office/drawing/2014/main" id="{2C5228AA-0F69-E246-6F97-8A142566B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1588878"/>
            <a:ext cx="8534400" cy="474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7889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4" name="Marcador de texto 3"/>
          <p:cNvSpPr>
            <a:spLocks noGrp="1"/>
          </p:cNvSpPr>
          <p:nvPr>
            <p:ph type="body" sz="quarter" idx="21"/>
          </p:nvPr>
        </p:nvSpPr>
        <p:spPr>
          <a:xfrm>
            <a:off x="2132998" y="1468240"/>
            <a:ext cx="7608383" cy="2168337"/>
          </a:xfrm>
        </p:spPr>
        <p:txBody>
          <a:bodyPr/>
          <a:lstStyle/>
          <a:p>
            <a:r>
              <a:rPr lang="es-CL" dirty="0" err="1"/>
              <a:t>Bagging</a:t>
            </a:r>
            <a:r>
              <a:rPr lang="es-CL" dirty="0"/>
              <a:t> (Bootstrap </a:t>
            </a:r>
            <a:r>
              <a:rPr lang="es-CL" dirty="0" err="1"/>
              <a:t>Aggregating</a:t>
            </a:r>
            <a:r>
              <a:rPr lang="es-CL" dirty="0"/>
              <a:t>) es un algoritmo ensamblado diseñado para mejorar la estabilidad y precisión de los algoritmos utilizados tanto para clasificación como regresión.</a:t>
            </a:r>
          </a:p>
          <a:p>
            <a:r>
              <a:rPr lang="es-CL" dirty="0"/>
              <a:t>Si bien </a:t>
            </a:r>
            <a:r>
              <a:rPr lang="es-CL" dirty="0" err="1"/>
              <a:t>Bagging</a:t>
            </a:r>
            <a:r>
              <a:rPr lang="es-CL" dirty="0"/>
              <a:t> es generalmente aplicado a los métodos de árboles de decisión, la técnica es mucho más amplia y flexible por lo que se puede utilizar con cualquier tipo de algoritmo-método.</a:t>
            </a:r>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292218"/>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6146" name="Picture 2" descr="Random Forests® in Python - KDnuggets">
            <a:extLst>
              <a:ext uri="{FF2B5EF4-FFF2-40B4-BE49-F238E27FC236}">
                <a16:creationId xmlns:a16="http://schemas.microsoft.com/office/drawing/2014/main" id="{F1921F1B-8E5E-3838-CD34-89AB1B9FF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920" y="3036303"/>
            <a:ext cx="4407978" cy="3301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407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10" name="Picture 3">
            <a:hlinkClick r:id="rId3"/>
            <a:extLst>
              <a:ext uri="{FF2B5EF4-FFF2-40B4-BE49-F238E27FC236}">
                <a16:creationId xmlns:a16="http://schemas.microsoft.com/office/drawing/2014/main" id="{433A6780-1C78-3999-0C88-765C366FC6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3785" y="1477831"/>
            <a:ext cx="6240881" cy="509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6493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4" name="Marcador de texto 3"/>
          <p:cNvSpPr>
            <a:spLocks noGrp="1"/>
          </p:cNvSpPr>
          <p:nvPr>
            <p:ph type="body" sz="quarter" idx="21"/>
          </p:nvPr>
        </p:nvSpPr>
        <p:spPr>
          <a:xfrm>
            <a:off x="2136169" y="1477831"/>
            <a:ext cx="4622101" cy="2168337"/>
          </a:xfrm>
        </p:spPr>
        <p:txBody>
          <a:bodyPr/>
          <a:lstStyle/>
          <a:p>
            <a:r>
              <a:rPr lang="es-CL" dirty="0"/>
              <a:t>Dentro de las principales ventajas que tienen los modelos de </a:t>
            </a:r>
            <a:r>
              <a:rPr lang="es-CL" dirty="0" err="1"/>
              <a:t>Bagging</a:t>
            </a:r>
            <a:r>
              <a:rPr lang="es-CL" dirty="0"/>
              <a:t>, destacan las siguientes:</a:t>
            </a:r>
          </a:p>
          <a:p>
            <a:endParaRPr lang="es-CL" dirty="0"/>
          </a:p>
          <a:p>
            <a:pPr marL="285750" indent="-285750">
              <a:buFont typeface="Arial" panose="020B0604020202020204" pitchFamily="34" charset="0"/>
              <a:buChar char="•"/>
            </a:pPr>
            <a:r>
              <a:rPr lang="es-CL" dirty="0"/>
              <a:t>Son modelos que funcionan muy bien cuando los datos no permiten generar un modelo estable.</a:t>
            </a:r>
          </a:p>
          <a:p>
            <a:pPr marL="285750" indent="-285750">
              <a:buFont typeface="Arial" panose="020B0604020202020204" pitchFamily="34" charset="0"/>
              <a:buChar char="•"/>
            </a:pPr>
            <a:r>
              <a:rPr lang="es-CL" dirty="0"/>
              <a:t>Disminuye la posibilidad de </a:t>
            </a:r>
            <a:r>
              <a:rPr lang="es-CL" dirty="0" err="1"/>
              <a:t>sobre-ajuste</a:t>
            </a:r>
            <a:endParaRPr lang="es-CL" dirty="0"/>
          </a:p>
          <a:p>
            <a:pPr marL="285750" indent="-285750">
              <a:buFont typeface="Arial" panose="020B0604020202020204" pitchFamily="34" charset="0"/>
              <a:buChar char="•"/>
            </a:pPr>
            <a:r>
              <a:rPr lang="es-CL" dirty="0"/>
              <a:t>Mejora los pronósticos, debido a que al ajustar tantos árboles se empiezan a encontrar patrones que modelos simples no lo hacen.</a:t>
            </a:r>
          </a:p>
          <a:p>
            <a:pPr marL="285750" indent="-285750">
              <a:buFont typeface="Arial" panose="020B0604020202020204" pitchFamily="34" charset="0"/>
              <a:buChar char="•"/>
            </a:pP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9218" name="Picture 2" descr="Machine Learning | DoiT International">
            <a:extLst>
              <a:ext uri="{FF2B5EF4-FFF2-40B4-BE49-F238E27FC236}">
                <a16:creationId xmlns:a16="http://schemas.microsoft.com/office/drawing/2014/main" id="{C90C2679-9960-C4D6-4CA4-2272DD4DC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4101" y="1905240"/>
            <a:ext cx="4051300" cy="444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010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4" name="Marcador de texto 3"/>
          <p:cNvSpPr>
            <a:spLocks noGrp="1"/>
          </p:cNvSpPr>
          <p:nvPr>
            <p:ph type="body" sz="quarter" idx="21"/>
          </p:nvPr>
        </p:nvSpPr>
        <p:spPr>
          <a:xfrm>
            <a:off x="2132998" y="1468240"/>
            <a:ext cx="7608383" cy="2168337"/>
          </a:xfrm>
        </p:spPr>
        <p:txBody>
          <a:bodyPr/>
          <a:lstStyle/>
          <a:p>
            <a:r>
              <a:rPr lang="es-CL" dirty="0" err="1"/>
              <a:t>Random</a:t>
            </a:r>
            <a:r>
              <a:rPr lang="es-CL" dirty="0"/>
              <a:t> </a:t>
            </a:r>
            <a:r>
              <a:rPr lang="es-CL" dirty="0" err="1"/>
              <a:t>forest</a:t>
            </a:r>
            <a:r>
              <a:rPr lang="es-CL" dirty="0"/>
              <a:t> es una clase de modelos ensamblados de tipo supervisado que se basa en un conjunto de árboles de decisión, donde cada uno de estos árboles es entrenado en una submuestra aleatoria (con reemplazo).</a:t>
            </a:r>
          </a:p>
          <a:p>
            <a:r>
              <a:rPr lang="es-CL" dirty="0"/>
              <a:t>El punto clave de </a:t>
            </a:r>
            <a:r>
              <a:rPr lang="es-CL" dirty="0" err="1"/>
              <a:t>random</a:t>
            </a:r>
            <a:r>
              <a:rPr lang="es-CL" dirty="0"/>
              <a:t> </a:t>
            </a:r>
            <a:r>
              <a:rPr lang="es-CL" dirty="0" err="1"/>
              <a:t>forest</a:t>
            </a:r>
            <a:r>
              <a:rPr lang="es-CL" dirty="0"/>
              <a:t> es utilizar una serie de árboles, cada uno entrenado con diferentes registros y también con diferentes atributos, lo que le permite mejorar sus predicciones.</a:t>
            </a:r>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F1F6977-B797-AE47-AF4E-F28EF9BE6429}"/>
              </a:ext>
            </a:extLst>
          </p:cNvPr>
          <p:cNvCxnSpPr/>
          <p:nvPr/>
        </p:nvCxnSpPr>
        <p:spPr>
          <a:xfrm>
            <a:off x="1728705" y="1650591"/>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Conector recto de flecha 6">
            <a:extLst>
              <a:ext uri="{FF2B5EF4-FFF2-40B4-BE49-F238E27FC236}">
                <a16:creationId xmlns:a16="http://schemas.microsoft.com/office/drawing/2014/main" id="{F2795A3F-B499-F0F9-F3A6-7F88EB43C851}"/>
              </a:ext>
            </a:extLst>
          </p:cNvPr>
          <p:cNvCxnSpPr/>
          <p:nvPr/>
        </p:nvCxnSpPr>
        <p:spPr>
          <a:xfrm>
            <a:off x="1728705" y="2533758"/>
            <a:ext cx="275303" cy="0"/>
          </a:xfrm>
          <a:prstGeom prst="straightConnector1">
            <a:avLst/>
          </a:prstGeom>
          <a:ln w="15875">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5" name="Picture 4" descr="Library of 2 green trees png royalty free download png files ...">
            <a:extLst>
              <a:ext uri="{FF2B5EF4-FFF2-40B4-BE49-F238E27FC236}">
                <a16:creationId xmlns:a16="http://schemas.microsoft.com/office/drawing/2014/main" id="{30D6C7BD-27B8-A623-BF98-78C0577F8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2998" y="3429000"/>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Library of 2 green trees png royalty free download png files ...">
            <a:extLst>
              <a:ext uri="{FF2B5EF4-FFF2-40B4-BE49-F238E27FC236}">
                <a16:creationId xmlns:a16="http://schemas.microsoft.com/office/drawing/2014/main" id="{2D5F8E95-9D61-BE4A-2DC1-E32A66C38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2379" y="4029974"/>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Library of 2 green trees png royalty free download png files ...">
            <a:extLst>
              <a:ext uri="{FF2B5EF4-FFF2-40B4-BE49-F238E27FC236}">
                <a16:creationId xmlns:a16="http://schemas.microsoft.com/office/drawing/2014/main" id="{60758C05-3E78-70B1-5BFC-1210BE45F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1866" y="3379306"/>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Library of 2 green trees png royalty free download png files ...">
            <a:extLst>
              <a:ext uri="{FF2B5EF4-FFF2-40B4-BE49-F238E27FC236}">
                <a16:creationId xmlns:a16="http://schemas.microsoft.com/office/drawing/2014/main" id="{5E9A70E6-681F-EEB3-C201-C0779970A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247" y="3980280"/>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Library of 2 green trees png royalty free download png files ...">
            <a:extLst>
              <a:ext uri="{FF2B5EF4-FFF2-40B4-BE49-F238E27FC236}">
                <a16:creationId xmlns:a16="http://schemas.microsoft.com/office/drawing/2014/main" id="{43AE271D-3F4A-2ADE-1076-07DE05B40D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734" y="3329612"/>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Library of 2 green trees png royalty free download png files ...">
            <a:extLst>
              <a:ext uri="{FF2B5EF4-FFF2-40B4-BE49-F238E27FC236}">
                <a16:creationId xmlns:a16="http://schemas.microsoft.com/office/drawing/2014/main" id="{45053DB9-9A53-533F-69FF-7F9B1CE7B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0115" y="3930586"/>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Library of 2 green trees png royalty free download png files ...">
            <a:extLst>
              <a:ext uri="{FF2B5EF4-FFF2-40B4-BE49-F238E27FC236}">
                <a16:creationId xmlns:a16="http://schemas.microsoft.com/office/drawing/2014/main" id="{E5C04592-50C4-789F-89E4-7114557691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8592" y="3482912"/>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Library of 2 green trees png royalty free download png files ...">
            <a:extLst>
              <a:ext uri="{FF2B5EF4-FFF2-40B4-BE49-F238E27FC236}">
                <a16:creationId xmlns:a16="http://schemas.microsoft.com/office/drawing/2014/main" id="{1DDC2ACF-4429-0FEA-FDF3-F470DC842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7973" y="4083886"/>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Library of 2 green trees png royalty free download png files ...">
            <a:extLst>
              <a:ext uri="{FF2B5EF4-FFF2-40B4-BE49-F238E27FC236}">
                <a16:creationId xmlns:a16="http://schemas.microsoft.com/office/drawing/2014/main" id="{7DFF5D69-C688-B087-045A-867B2F598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5445" y="3329612"/>
            <a:ext cx="2078249" cy="165752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Library of 2 green trees png royalty free download png files ...">
            <a:extLst>
              <a:ext uri="{FF2B5EF4-FFF2-40B4-BE49-F238E27FC236}">
                <a16:creationId xmlns:a16="http://schemas.microsoft.com/office/drawing/2014/main" id="{F02B64B0-83FF-7F79-577A-906CD6B203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4826" y="3930586"/>
            <a:ext cx="2078249" cy="165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908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2050" name="Picture 2" descr="Random Forests in Machine Learning - Dot Net Tutorials">
            <a:extLst>
              <a:ext uri="{FF2B5EF4-FFF2-40B4-BE49-F238E27FC236}">
                <a16:creationId xmlns:a16="http://schemas.microsoft.com/office/drawing/2014/main" id="{49375DBE-E290-F792-FEE2-E7BF3782A4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78" t="2992" r="3095" b="3963"/>
          <a:stretch/>
        </p:blipFill>
        <p:spPr bwMode="auto">
          <a:xfrm>
            <a:off x="2691442" y="1634706"/>
            <a:ext cx="7586082" cy="4461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416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4622100" cy="391824"/>
          </a:xfrm>
        </p:spPr>
        <p:txBody>
          <a:bodyPr/>
          <a:lstStyle/>
          <a:p>
            <a:r>
              <a:rPr lang="es-CL" dirty="0" err="1"/>
              <a:t>Random</a:t>
            </a:r>
            <a:r>
              <a:rPr lang="es-CL" dirty="0"/>
              <a:t> Forest y </a:t>
            </a:r>
            <a:r>
              <a:rPr lang="es-CL" dirty="0" err="1"/>
              <a:t>Bagging</a:t>
            </a:r>
            <a:endParaRPr lang="es-CL" dirty="0"/>
          </a:p>
        </p:txBody>
      </p:sp>
      <p:sp>
        <p:nvSpPr>
          <p:cNvPr id="5" name="Marcador de texto 4"/>
          <p:cNvSpPr>
            <a:spLocks noGrp="1"/>
          </p:cNvSpPr>
          <p:nvPr>
            <p:ph type="body" sz="quarter" idx="25"/>
          </p:nvPr>
        </p:nvSpPr>
        <p:spPr/>
        <p:txBody>
          <a:bodyPr/>
          <a:lstStyle/>
          <a:p>
            <a:r>
              <a:rPr lang="es-CL" dirty="0"/>
              <a:t>01</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pic>
        <p:nvPicPr>
          <p:cNvPr id="2" name="Picture 2">
            <a:hlinkClick r:id="rId3"/>
            <a:extLst>
              <a:ext uri="{FF2B5EF4-FFF2-40B4-BE49-F238E27FC236}">
                <a16:creationId xmlns:a16="http://schemas.microsoft.com/office/drawing/2014/main" id="{49E4008C-446F-212C-0463-D69780FEA2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187" y="1877757"/>
            <a:ext cx="10164833" cy="3367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8255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3AE660B-76D5-FB02-1669-F00BAA36E200}"/>
            </a:ext>
          </a:extLst>
        </p:cNvPr>
        <p:cNvGrpSpPr/>
        <p:nvPr/>
      </p:nvGrpSpPr>
      <p:grpSpPr>
        <a:xfrm>
          <a:off x="0" y="0"/>
          <a:ext cx="0" cy="0"/>
          <a:chOff x="0" y="0"/>
          <a:chExt cx="0" cy="0"/>
        </a:xfrm>
      </p:grpSpPr>
      <p:grpSp>
        <p:nvGrpSpPr>
          <p:cNvPr id="50" name="Grupo 49">
            <a:extLst>
              <a:ext uri="{FF2B5EF4-FFF2-40B4-BE49-F238E27FC236}">
                <a16:creationId xmlns:a16="http://schemas.microsoft.com/office/drawing/2014/main" id="{60EEA1BE-8BC7-17DE-F900-98BD365F7B6B}"/>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6FBA8119-7545-077A-D50A-59543AB7BD5E}"/>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C66EA8D2-EF3C-57D1-0BBE-3C33CD9D5985}"/>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A877290E-2057-8BD5-B09B-8C3BC453C202}"/>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98233E95-EDFD-D2F5-1E67-C4E1344F6F8A}"/>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5D0FC8FD-A223-25A6-8102-F658B2A5D799}"/>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B02744A3-97DF-49BD-848E-55D78822FCBA}"/>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90927033-6F96-E5C6-115E-BC80A3DE4535}"/>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F6E02D95-D041-3140-08EB-39F3F46DD5E7}"/>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9CF417F1-BBF9-51F1-E496-39665CC503F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B5BCF19-98E8-A60D-B4A7-36B5E22E7A77}"/>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BED7D2CA-267F-5A54-77FE-FF433D76FD65}"/>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BB605789-97A3-71EE-9EB5-2BB659E5C04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754CB3EB-3594-5995-2F7D-9A5084369040}"/>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EE5C1D08-F0B3-3DF7-7AC4-FEDFF29F4BD9}"/>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CBBCB3A9-2F0F-A5FB-6679-31B1F81BEBA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64CE5A45-DEA0-D4D4-3839-242A8071049F}"/>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E4435D0F-6097-74EC-5088-B57B0E9779F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B7E331B7-5EA8-4938-1093-184FFD0B3421}"/>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752854E9-E5C2-FDEB-E2FB-75C56F1ED820}"/>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D02DABA1-A894-7BC2-865A-4F8CB385F97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CD80C7F3-F1E4-CDA3-EE17-488F853CFAEA}"/>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ED43CDBE-C169-3DAD-6F16-1B718524A63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0DBE4241-60EC-ACBB-3DB9-FFFFAC9BF7C3}"/>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C2CFE37F-8AA6-ECBB-A4D6-DF8B62E1608C}"/>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7869E77B-305B-1706-E1ED-F0EE80C2B0C5}"/>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C0A63DA8-78C5-911C-A325-86C7420EB6A8}"/>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F7D9881E-4ED2-F3C6-D320-778CCC47A064}"/>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65556A99-2A91-C344-BDC4-AD26B5873B73}"/>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2D2A10BC-47E3-7594-5DCF-E92C4FA49061}"/>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9C27D098-49EF-1ED0-44C6-5C532DF3125C}"/>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16792AF9-9A51-2014-19CC-8AE400B386F6}"/>
              </a:ext>
            </a:extLst>
          </p:cNvPr>
          <p:cNvSpPr>
            <a:spLocks noGrp="1"/>
          </p:cNvSpPr>
          <p:nvPr>
            <p:ph type="body" sz="quarter" idx="18"/>
          </p:nvPr>
        </p:nvSpPr>
        <p:spPr/>
        <p:txBody>
          <a:bodyPr/>
          <a:lstStyle/>
          <a:p>
            <a:r>
              <a:rPr lang="es-CL" dirty="0"/>
              <a:t>Laboratorio</a:t>
            </a:r>
          </a:p>
        </p:txBody>
      </p:sp>
      <p:sp>
        <p:nvSpPr>
          <p:cNvPr id="7" name="Marcador de texto 6">
            <a:extLst>
              <a:ext uri="{FF2B5EF4-FFF2-40B4-BE49-F238E27FC236}">
                <a16:creationId xmlns:a16="http://schemas.microsoft.com/office/drawing/2014/main" id="{522DC3B1-2BF6-BAEB-044A-3FDE326A8F9E}"/>
              </a:ext>
            </a:extLst>
          </p:cNvPr>
          <p:cNvSpPr>
            <a:spLocks noGrp="1"/>
          </p:cNvSpPr>
          <p:nvPr>
            <p:ph type="body" sz="quarter" idx="26"/>
          </p:nvPr>
        </p:nvSpPr>
        <p:spPr/>
        <p:txBody>
          <a:bodyPr/>
          <a:lstStyle/>
          <a:p>
            <a:r>
              <a:rPr lang="es-CL" dirty="0"/>
              <a:t>06</a:t>
            </a:r>
          </a:p>
        </p:txBody>
      </p:sp>
    </p:spTree>
    <p:extLst>
      <p:ext uri="{BB962C8B-B14F-4D97-AF65-F5344CB8AC3E}">
        <p14:creationId xmlns:p14="http://schemas.microsoft.com/office/powerpoint/2010/main" val="3663374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a:t>Ejercicio Taller</a:t>
            </a:r>
          </a:p>
        </p:txBody>
      </p:sp>
      <p:sp>
        <p:nvSpPr>
          <p:cNvPr id="5" name="Marcador de texto 4"/>
          <p:cNvSpPr>
            <a:spLocks noGrp="1"/>
          </p:cNvSpPr>
          <p:nvPr>
            <p:ph type="body" sz="quarter" idx="25"/>
          </p:nvPr>
        </p:nvSpPr>
        <p:spPr/>
        <p:txBody>
          <a:bodyPr/>
          <a:lstStyle/>
          <a:p>
            <a:r>
              <a:rPr lang="es-CL" dirty="0"/>
              <a:t>05</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0" name="Marcador de texto 3">
            <a:extLst>
              <a:ext uri="{FF2B5EF4-FFF2-40B4-BE49-F238E27FC236}">
                <a16:creationId xmlns:a16="http://schemas.microsoft.com/office/drawing/2014/main" id="{E941E611-75A0-3314-600C-BBD81F82A44D}"/>
              </a:ext>
            </a:extLst>
          </p:cNvPr>
          <p:cNvSpPr txBox="1">
            <a:spLocks/>
          </p:cNvSpPr>
          <p:nvPr/>
        </p:nvSpPr>
        <p:spPr>
          <a:xfrm>
            <a:off x="2132998" y="1468240"/>
            <a:ext cx="7586081" cy="4397722"/>
          </a:xfrm>
          <a:prstGeom prst="rect">
            <a:avLst/>
          </a:prstGeom>
        </p:spPr>
        <p:txBody>
          <a:bodyPr lIns="0"/>
          <a:lstStyle>
            <a:lvl1pPr marL="0" indent="0" algn="just" defTabSz="914400" rtl="0" eaLnBrk="1" latinLnBrk="0" hangingPunct="1">
              <a:lnSpc>
                <a:spcPts val="2000"/>
              </a:lnSpc>
              <a:spcBef>
                <a:spcPts val="1000"/>
              </a:spcBef>
              <a:buClr>
                <a:schemeClr val="accent1"/>
              </a:buClr>
              <a:buSzPct val="150000"/>
              <a:buFont typeface="Cambria" panose="02040503050406030204" pitchFamily="18" charset="0"/>
              <a:buNone/>
              <a:defRPr sz="14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600" dirty="0"/>
              <a:t>Esta parte tiene el objetivo poner en práctica todo lo visto durante esta sección, con un ejercicio práctico, que describiremos a continuación:</a:t>
            </a:r>
          </a:p>
          <a:p>
            <a:r>
              <a:rPr lang="es-CL" sz="1600" dirty="0"/>
              <a:t>Utilizaremos los datos que han sido generados por el Cherenkov Gamma </a:t>
            </a:r>
            <a:r>
              <a:rPr lang="es-CL" sz="1600" dirty="0" err="1"/>
              <a:t>Telescope</a:t>
            </a:r>
            <a:r>
              <a:rPr lang="es-CL" sz="1600" dirty="0"/>
              <a:t>, que es un telescopio que en base a imágenes es capaz de registrar partículas gamma de alta energía. Para ello, el set de datos nos entrega 10 atributos de la imagen, dentro de los que se encuentran medidas de la elipse, conteo de pixeles, ángulos, distancias, y la variable target que tiene dos clases: g para gamma (señal bien clasificada) o h para hadrón (señal no capturada).</a:t>
            </a:r>
          </a:p>
          <a:p>
            <a:r>
              <a:rPr lang="es-CL" sz="1600" dirty="0"/>
              <a:t>El set de datos cuenta con 19.020 registros, y se busca un modelo de clasificación para determinar futuras señales bien capturadas.</a:t>
            </a:r>
          </a:p>
        </p:txBody>
      </p:sp>
    </p:spTree>
    <p:extLst>
      <p:ext uri="{BB962C8B-B14F-4D97-AF65-F5344CB8AC3E}">
        <p14:creationId xmlns:p14="http://schemas.microsoft.com/office/powerpoint/2010/main" val="2087038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8"/>
          </p:nvPr>
        </p:nvSpPr>
        <p:spPr>
          <a:xfrm>
            <a:off x="2106504" y="444789"/>
            <a:ext cx="6036832" cy="391824"/>
          </a:xfrm>
        </p:spPr>
        <p:txBody>
          <a:bodyPr/>
          <a:lstStyle/>
          <a:p>
            <a:r>
              <a:rPr lang="es-CL" dirty="0"/>
              <a:t>Ejercicio Taller</a:t>
            </a:r>
          </a:p>
        </p:txBody>
      </p:sp>
      <p:sp>
        <p:nvSpPr>
          <p:cNvPr id="5" name="Marcador de texto 4"/>
          <p:cNvSpPr>
            <a:spLocks noGrp="1"/>
          </p:cNvSpPr>
          <p:nvPr>
            <p:ph type="body" sz="quarter" idx="25"/>
          </p:nvPr>
        </p:nvSpPr>
        <p:spPr/>
        <p:txBody>
          <a:bodyPr/>
          <a:lstStyle/>
          <a:p>
            <a:r>
              <a:rPr lang="es-CL" dirty="0"/>
              <a:t>05</a:t>
            </a:r>
          </a:p>
        </p:txBody>
      </p:sp>
      <p:cxnSp>
        <p:nvCxnSpPr>
          <p:cNvPr id="6" name="Conector recto 5">
            <a:extLst>
              <a:ext uri="{FF2B5EF4-FFF2-40B4-BE49-F238E27FC236}">
                <a16:creationId xmlns:a16="http://schemas.microsoft.com/office/drawing/2014/main" id="{0CB83B9E-3F49-4159-9236-EDEA7DA1B26E}"/>
              </a:ext>
            </a:extLst>
          </p:cNvPr>
          <p:cNvCxnSpPr>
            <a:cxnSpLocks/>
          </p:cNvCxnSpPr>
          <p:nvPr/>
        </p:nvCxnSpPr>
        <p:spPr>
          <a:xfrm>
            <a:off x="2134836" y="1477831"/>
            <a:ext cx="7586082"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2" name="Marcador de texto 3">
            <a:extLst>
              <a:ext uri="{FF2B5EF4-FFF2-40B4-BE49-F238E27FC236}">
                <a16:creationId xmlns:a16="http://schemas.microsoft.com/office/drawing/2014/main" id="{0D5F4A78-BCAA-DA89-0D7E-E99DF1AF4043}"/>
              </a:ext>
            </a:extLst>
          </p:cNvPr>
          <p:cNvSpPr txBox="1">
            <a:spLocks/>
          </p:cNvSpPr>
          <p:nvPr/>
        </p:nvSpPr>
        <p:spPr>
          <a:xfrm>
            <a:off x="2132998" y="1468240"/>
            <a:ext cx="7586081" cy="4397722"/>
          </a:xfrm>
          <a:prstGeom prst="rect">
            <a:avLst/>
          </a:prstGeom>
        </p:spPr>
        <p:txBody>
          <a:bodyPr lIns="0"/>
          <a:lstStyle>
            <a:lvl1pPr marL="0" indent="0" algn="just" defTabSz="914400" rtl="0" eaLnBrk="1" latinLnBrk="0" hangingPunct="1">
              <a:lnSpc>
                <a:spcPts val="2000"/>
              </a:lnSpc>
              <a:spcBef>
                <a:spcPts val="1000"/>
              </a:spcBef>
              <a:buClr>
                <a:schemeClr val="accent1"/>
              </a:buClr>
              <a:buSzPct val="150000"/>
              <a:buFont typeface="Cambria" panose="02040503050406030204" pitchFamily="18" charset="0"/>
              <a:buNone/>
              <a:defRPr sz="1400"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sz="1600" dirty="0"/>
              <a:t>Usted debe hacer lo siguiente:</a:t>
            </a:r>
          </a:p>
          <a:p>
            <a:endParaRPr lang="es-CL" sz="1600" dirty="0"/>
          </a:p>
          <a:p>
            <a:pPr marL="342900" indent="-342900">
              <a:buFont typeface="+mj-lt"/>
              <a:buAutoNum type="arabicPeriod"/>
            </a:pPr>
            <a:r>
              <a:rPr lang="es-CL" sz="1600" dirty="0"/>
              <a:t>Hacer una exploración de los datos y decidir qué modelo va a utilizar. Fundamentar su elección.</a:t>
            </a:r>
          </a:p>
          <a:p>
            <a:pPr marL="342900" indent="-342900">
              <a:buFont typeface="+mj-lt"/>
              <a:buAutoNum type="arabicPeriod"/>
            </a:pPr>
            <a:r>
              <a:rPr lang="es-CL" sz="1600" dirty="0"/>
              <a:t>En base a su elección anterior, procese sus datos para dejarlos como input para el modelo, incluyendo los pasos necesarios del machine learning pipeline.</a:t>
            </a:r>
          </a:p>
          <a:p>
            <a:pPr marL="342900" indent="-342900">
              <a:buFont typeface="+mj-lt"/>
              <a:buAutoNum type="arabicPeriod"/>
            </a:pPr>
            <a:r>
              <a:rPr lang="es-CL" sz="1600" dirty="0"/>
              <a:t>Una vez ajustado su modelo, entregue métricas de desempeño, y argumente si es necesario o no realizar una optimización mediante hiper-parámetros. Si es el caso, hágalo</a:t>
            </a:r>
          </a:p>
          <a:p>
            <a:pPr marL="342900" indent="-342900">
              <a:buFont typeface="+mj-lt"/>
              <a:buAutoNum type="arabicPeriod"/>
            </a:pPr>
            <a:r>
              <a:rPr lang="es-CL" sz="1600" dirty="0"/>
              <a:t>Reporte resultados finales y coméntelos.</a:t>
            </a:r>
          </a:p>
          <a:p>
            <a:pPr marL="342900" indent="-342900">
              <a:buFont typeface="+mj-lt"/>
              <a:buAutoNum type="arabicPeriod"/>
            </a:pPr>
            <a:endParaRPr lang="es-CL" sz="1600" dirty="0"/>
          </a:p>
        </p:txBody>
      </p:sp>
    </p:spTree>
    <p:extLst>
      <p:ext uri="{BB962C8B-B14F-4D97-AF65-F5344CB8AC3E}">
        <p14:creationId xmlns:p14="http://schemas.microsoft.com/office/powerpoint/2010/main" val="863709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C9139640-BC66-C84A-AFF3-05F059059272}"/>
              </a:ext>
            </a:extLst>
          </p:cNvPr>
          <p:cNvGrpSpPr/>
          <p:nvPr/>
        </p:nvGrpSpPr>
        <p:grpSpPr>
          <a:xfrm>
            <a:off x="2519082" y="1219226"/>
            <a:ext cx="7153836" cy="2356695"/>
            <a:chOff x="2519082" y="1219226"/>
            <a:chExt cx="7153836" cy="2356695"/>
          </a:xfrm>
        </p:grpSpPr>
        <p:grpSp>
          <p:nvGrpSpPr>
            <p:cNvPr id="16" name="Grupo 15">
              <a:extLst>
                <a:ext uri="{FF2B5EF4-FFF2-40B4-BE49-F238E27FC236}">
                  <a16:creationId xmlns:a16="http://schemas.microsoft.com/office/drawing/2014/main" id="{72FC02EC-7848-4D45-A571-39C51868FF71}"/>
                </a:ext>
              </a:extLst>
            </p:cNvPr>
            <p:cNvGrpSpPr/>
            <p:nvPr/>
          </p:nvGrpSpPr>
          <p:grpSpPr>
            <a:xfrm>
              <a:off x="4908333" y="2285786"/>
              <a:ext cx="2322348" cy="389404"/>
              <a:chOff x="4146859" y="3656362"/>
              <a:chExt cx="4114181" cy="689853"/>
            </a:xfrm>
          </p:grpSpPr>
          <p:sp>
            <p:nvSpPr>
              <p:cNvPr id="17" name="Freeform 84">
                <a:extLst>
                  <a:ext uri="{FF2B5EF4-FFF2-40B4-BE49-F238E27FC236}">
                    <a16:creationId xmlns:a16="http://schemas.microsoft.com/office/drawing/2014/main" id="{9BB39BFE-BB35-42FB-AAFF-E3CD48B41E24}"/>
                  </a:ext>
                </a:extLst>
              </p:cNvPr>
              <p:cNvSpPr>
                <a:spLocks/>
              </p:cNvSpPr>
              <p:nvPr/>
            </p:nvSpPr>
            <p:spPr bwMode="auto">
              <a:xfrm>
                <a:off x="4146859" y="3656362"/>
                <a:ext cx="362934" cy="66768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85">
                <a:extLst>
                  <a:ext uri="{FF2B5EF4-FFF2-40B4-BE49-F238E27FC236}">
                    <a16:creationId xmlns:a16="http://schemas.microsoft.com/office/drawing/2014/main" id="{4ACC130D-6FF1-4ADA-B652-51859A788B5B}"/>
                  </a:ext>
                </a:extLst>
              </p:cNvPr>
              <p:cNvSpPr>
                <a:spLocks/>
              </p:cNvSpPr>
              <p:nvPr/>
            </p:nvSpPr>
            <p:spPr bwMode="auto">
              <a:xfrm>
                <a:off x="4567974" y="3670215"/>
                <a:ext cx="385097" cy="656607"/>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86">
                <a:extLst>
                  <a:ext uri="{FF2B5EF4-FFF2-40B4-BE49-F238E27FC236}">
                    <a16:creationId xmlns:a16="http://schemas.microsoft.com/office/drawing/2014/main" id="{9FC03D2C-CDB0-4943-BBB0-7A4DE89597AC}"/>
                  </a:ext>
                </a:extLst>
              </p:cNvPr>
              <p:cNvSpPr>
                <a:spLocks/>
              </p:cNvSpPr>
              <p:nvPr/>
            </p:nvSpPr>
            <p:spPr bwMode="auto">
              <a:xfrm>
                <a:off x="4980778" y="3664674"/>
                <a:ext cx="362934" cy="664918"/>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87">
                <a:extLst>
                  <a:ext uri="{FF2B5EF4-FFF2-40B4-BE49-F238E27FC236}">
                    <a16:creationId xmlns:a16="http://schemas.microsoft.com/office/drawing/2014/main" id="{93121329-D2EE-47C2-9162-A7DEE17E336E}"/>
                  </a:ext>
                </a:extLst>
              </p:cNvPr>
              <p:cNvSpPr>
                <a:spLocks/>
              </p:cNvSpPr>
              <p:nvPr/>
            </p:nvSpPr>
            <p:spPr bwMode="auto">
              <a:xfrm>
                <a:off x="5410203" y="3675756"/>
                <a:ext cx="307524" cy="648295"/>
              </a:xfrm>
              <a:custGeom>
                <a:avLst/>
                <a:gdLst>
                  <a:gd name="T0" fmla="*/ 108 w 111"/>
                  <a:gd name="T1" fmla="*/ 15 h 234"/>
                  <a:gd name="T2" fmla="*/ 69 w 111"/>
                  <a:gd name="T3" fmla="*/ 15 h 234"/>
                  <a:gd name="T4" fmla="*/ 17 w 111"/>
                  <a:gd name="T5" fmla="*/ 234 h 234"/>
                  <a:gd name="T6" fmla="*/ 0 w 111"/>
                  <a:gd name="T7" fmla="*/ 234 h 234"/>
                  <a:gd name="T8" fmla="*/ 52 w 111"/>
                  <a:gd name="T9" fmla="*/ 15 h 234"/>
                  <a:gd name="T10" fmla="*/ 13 w 111"/>
                  <a:gd name="T11" fmla="*/ 15 h 234"/>
                  <a:gd name="T12" fmla="*/ 17 w 111"/>
                  <a:gd name="T13" fmla="*/ 0 h 234"/>
                  <a:gd name="T14" fmla="*/ 111 w 111"/>
                  <a:gd name="T15" fmla="*/ 1 h 234"/>
                  <a:gd name="T16" fmla="*/ 108 w 111"/>
                  <a:gd name="T17" fmla="*/ 15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34">
                    <a:moveTo>
                      <a:pt x="108" y="15"/>
                    </a:moveTo>
                    <a:lnTo>
                      <a:pt x="69" y="15"/>
                    </a:lnTo>
                    <a:lnTo>
                      <a:pt x="17" y="234"/>
                    </a:lnTo>
                    <a:lnTo>
                      <a:pt x="0" y="234"/>
                    </a:lnTo>
                    <a:lnTo>
                      <a:pt x="52" y="15"/>
                    </a:lnTo>
                    <a:lnTo>
                      <a:pt x="13" y="15"/>
                    </a:lnTo>
                    <a:lnTo>
                      <a:pt x="17" y="0"/>
                    </a:lnTo>
                    <a:lnTo>
                      <a:pt x="111" y="1"/>
                    </a:lnTo>
                    <a:lnTo>
                      <a:pt x="108"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88">
                <a:extLst>
                  <a:ext uri="{FF2B5EF4-FFF2-40B4-BE49-F238E27FC236}">
                    <a16:creationId xmlns:a16="http://schemas.microsoft.com/office/drawing/2014/main" id="{9E38C50A-696E-4EF9-A0C7-B43D46BA78AE}"/>
                  </a:ext>
                </a:extLst>
              </p:cNvPr>
              <p:cNvSpPr>
                <a:spLocks noEditPoints="1"/>
              </p:cNvSpPr>
              <p:nvPr/>
            </p:nvSpPr>
            <p:spPr bwMode="auto">
              <a:xfrm>
                <a:off x="5626302" y="3675756"/>
                <a:ext cx="335229" cy="651066"/>
              </a:xfrm>
              <a:custGeom>
                <a:avLst/>
                <a:gdLst>
                  <a:gd name="T0" fmla="*/ 53 w 121"/>
                  <a:gd name="T1" fmla="*/ 148 h 235"/>
                  <a:gd name="T2" fmla="*/ 96 w 121"/>
                  <a:gd name="T3" fmla="*/ 148 h 235"/>
                  <a:gd name="T4" fmla="*/ 107 w 121"/>
                  <a:gd name="T5" fmla="*/ 19 h 235"/>
                  <a:gd name="T6" fmla="*/ 53 w 121"/>
                  <a:gd name="T7" fmla="*/ 148 h 235"/>
                  <a:gd name="T8" fmla="*/ 107 w 121"/>
                  <a:gd name="T9" fmla="*/ 235 h 235"/>
                  <a:gd name="T10" fmla="*/ 91 w 121"/>
                  <a:gd name="T11" fmla="*/ 235 h 235"/>
                  <a:gd name="T12" fmla="*/ 96 w 121"/>
                  <a:gd name="T13" fmla="*/ 164 h 235"/>
                  <a:gd name="T14" fmla="*/ 47 w 121"/>
                  <a:gd name="T15" fmla="*/ 163 h 235"/>
                  <a:gd name="T16" fmla="*/ 16 w 121"/>
                  <a:gd name="T17" fmla="*/ 235 h 235"/>
                  <a:gd name="T18" fmla="*/ 0 w 121"/>
                  <a:gd name="T19" fmla="*/ 235 h 235"/>
                  <a:gd name="T20" fmla="*/ 99 w 121"/>
                  <a:gd name="T21" fmla="*/ 0 h 235"/>
                  <a:gd name="T22" fmla="*/ 121 w 121"/>
                  <a:gd name="T23" fmla="*/ 0 h 235"/>
                  <a:gd name="T24" fmla="*/ 107 w 121"/>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235">
                    <a:moveTo>
                      <a:pt x="53" y="148"/>
                    </a:moveTo>
                    <a:lnTo>
                      <a:pt x="96" y="148"/>
                    </a:lnTo>
                    <a:lnTo>
                      <a:pt x="107" y="19"/>
                    </a:lnTo>
                    <a:lnTo>
                      <a:pt x="53" y="148"/>
                    </a:lnTo>
                    <a:close/>
                    <a:moveTo>
                      <a:pt x="107" y="235"/>
                    </a:moveTo>
                    <a:lnTo>
                      <a:pt x="91" y="235"/>
                    </a:lnTo>
                    <a:lnTo>
                      <a:pt x="96" y="164"/>
                    </a:lnTo>
                    <a:lnTo>
                      <a:pt x="47" y="163"/>
                    </a:lnTo>
                    <a:lnTo>
                      <a:pt x="16" y="235"/>
                    </a:lnTo>
                    <a:lnTo>
                      <a:pt x="0" y="235"/>
                    </a:lnTo>
                    <a:lnTo>
                      <a:pt x="99" y="0"/>
                    </a:lnTo>
                    <a:lnTo>
                      <a:pt x="121" y="0"/>
                    </a:lnTo>
                    <a:lnTo>
                      <a:pt x="107"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89">
                <a:extLst>
                  <a:ext uri="{FF2B5EF4-FFF2-40B4-BE49-F238E27FC236}">
                    <a16:creationId xmlns:a16="http://schemas.microsoft.com/office/drawing/2014/main" id="{276747B6-0C3A-4A19-AA98-70491DCAD337}"/>
                  </a:ext>
                </a:extLst>
              </p:cNvPr>
              <p:cNvSpPr>
                <a:spLocks/>
              </p:cNvSpPr>
              <p:nvPr/>
            </p:nvSpPr>
            <p:spPr bwMode="auto">
              <a:xfrm>
                <a:off x="6066811" y="3684067"/>
                <a:ext cx="196704" cy="642754"/>
              </a:xfrm>
              <a:custGeom>
                <a:avLst/>
                <a:gdLst>
                  <a:gd name="T0" fmla="*/ 16 w 71"/>
                  <a:gd name="T1" fmla="*/ 232 h 232"/>
                  <a:gd name="T2" fmla="*/ 0 w 71"/>
                  <a:gd name="T3" fmla="*/ 232 h 232"/>
                  <a:gd name="T4" fmla="*/ 56 w 71"/>
                  <a:gd name="T5" fmla="*/ 0 h 232"/>
                  <a:gd name="T6" fmla="*/ 71 w 71"/>
                  <a:gd name="T7" fmla="*/ 0 h 232"/>
                  <a:gd name="T8" fmla="*/ 16 w 71"/>
                  <a:gd name="T9" fmla="*/ 232 h 232"/>
                </a:gdLst>
                <a:ahLst/>
                <a:cxnLst>
                  <a:cxn ang="0">
                    <a:pos x="T0" y="T1"/>
                  </a:cxn>
                  <a:cxn ang="0">
                    <a:pos x="T2" y="T3"/>
                  </a:cxn>
                  <a:cxn ang="0">
                    <a:pos x="T4" y="T5"/>
                  </a:cxn>
                  <a:cxn ang="0">
                    <a:pos x="T6" y="T7"/>
                  </a:cxn>
                  <a:cxn ang="0">
                    <a:pos x="T8" y="T9"/>
                  </a:cxn>
                </a:cxnLst>
                <a:rect l="0" t="0" r="r" b="b"/>
                <a:pathLst>
                  <a:path w="71" h="232">
                    <a:moveTo>
                      <a:pt x="16" y="232"/>
                    </a:moveTo>
                    <a:lnTo>
                      <a:pt x="0" y="232"/>
                    </a:lnTo>
                    <a:lnTo>
                      <a:pt x="56" y="0"/>
                    </a:lnTo>
                    <a:lnTo>
                      <a:pt x="71" y="0"/>
                    </a:lnTo>
                    <a:lnTo>
                      <a:pt x="16" y="2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Freeform 90">
                <a:extLst>
                  <a:ext uri="{FF2B5EF4-FFF2-40B4-BE49-F238E27FC236}">
                    <a16:creationId xmlns:a16="http://schemas.microsoft.com/office/drawing/2014/main" id="{D3D0C595-83D0-4598-A4DA-CB3B3C2753F4}"/>
                  </a:ext>
                </a:extLst>
              </p:cNvPr>
              <p:cNvSpPr>
                <a:spLocks/>
              </p:cNvSpPr>
              <p:nvPr/>
            </p:nvSpPr>
            <p:spPr bwMode="auto">
              <a:xfrm>
                <a:off x="6282909" y="3684067"/>
                <a:ext cx="412802" cy="648295"/>
              </a:xfrm>
              <a:custGeom>
                <a:avLst/>
                <a:gdLst>
                  <a:gd name="T0" fmla="*/ 93 w 149"/>
                  <a:gd name="T1" fmla="*/ 234 h 234"/>
                  <a:gd name="T2" fmla="*/ 68 w 149"/>
                  <a:gd name="T3" fmla="*/ 234 h 234"/>
                  <a:gd name="T4" fmla="*/ 66 w 149"/>
                  <a:gd name="T5" fmla="*/ 17 h 234"/>
                  <a:gd name="T6" fmla="*/ 16 w 149"/>
                  <a:gd name="T7" fmla="*/ 233 h 234"/>
                  <a:gd name="T8" fmla="*/ 0 w 149"/>
                  <a:gd name="T9" fmla="*/ 233 h 234"/>
                  <a:gd name="T10" fmla="*/ 56 w 149"/>
                  <a:gd name="T11" fmla="*/ 0 h 234"/>
                  <a:gd name="T12" fmla="*/ 80 w 149"/>
                  <a:gd name="T13" fmla="*/ 1 h 234"/>
                  <a:gd name="T14" fmla="*/ 83 w 149"/>
                  <a:gd name="T15" fmla="*/ 224 h 234"/>
                  <a:gd name="T16" fmla="*/ 134 w 149"/>
                  <a:gd name="T17" fmla="*/ 1 h 234"/>
                  <a:gd name="T18" fmla="*/ 149 w 149"/>
                  <a:gd name="T19" fmla="*/ 1 h 234"/>
                  <a:gd name="T20" fmla="*/ 93 w 149"/>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234">
                    <a:moveTo>
                      <a:pt x="93" y="234"/>
                    </a:moveTo>
                    <a:lnTo>
                      <a:pt x="68" y="234"/>
                    </a:lnTo>
                    <a:lnTo>
                      <a:pt x="66" y="17"/>
                    </a:lnTo>
                    <a:lnTo>
                      <a:pt x="16" y="233"/>
                    </a:lnTo>
                    <a:lnTo>
                      <a:pt x="0" y="233"/>
                    </a:lnTo>
                    <a:lnTo>
                      <a:pt x="56" y="0"/>
                    </a:lnTo>
                    <a:lnTo>
                      <a:pt x="80" y="1"/>
                    </a:lnTo>
                    <a:lnTo>
                      <a:pt x="83" y="224"/>
                    </a:lnTo>
                    <a:lnTo>
                      <a:pt x="134" y="1"/>
                    </a:lnTo>
                    <a:lnTo>
                      <a:pt x="149" y="1"/>
                    </a:lnTo>
                    <a:lnTo>
                      <a:pt x="93"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91">
                <a:extLst>
                  <a:ext uri="{FF2B5EF4-FFF2-40B4-BE49-F238E27FC236}">
                    <a16:creationId xmlns:a16="http://schemas.microsoft.com/office/drawing/2014/main" id="{35D695EB-245F-4801-95F7-12C20203F5C8}"/>
                  </a:ext>
                </a:extLst>
              </p:cNvPr>
              <p:cNvSpPr>
                <a:spLocks noEditPoints="1"/>
              </p:cNvSpPr>
              <p:nvPr/>
            </p:nvSpPr>
            <p:spPr bwMode="auto">
              <a:xfrm>
                <a:off x="6681860" y="3686838"/>
                <a:ext cx="340770" cy="651066"/>
              </a:xfrm>
              <a:custGeom>
                <a:avLst/>
                <a:gdLst>
                  <a:gd name="T0" fmla="*/ 53 w 123"/>
                  <a:gd name="T1" fmla="*/ 148 h 235"/>
                  <a:gd name="T2" fmla="*/ 98 w 123"/>
                  <a:gd name="T3" fmla="*/ 148 h 235"/>
                  <a:gd name="T4" fmla="*/ 108 w 123"/>
                  <a:gd name="T5" fmla="*/ 17 h 235"/>
                  <a:gd name="T6" fmla="*/ 53 w 123"/>
                  <a:gd name="T7" fmla="*/ 148 h 235"/>
                  <a:gd name="T8" fmla="*/ 108 w 123"/>
                  <a:gd name="T9" fmla="*/ 235 h 235"/>
                  <a:gd name="T10" fmla="*/ 91 w 123"/>
                  <a:gd name="T11" fmla="*/ 234 h 235"/>
                  <a:gd name="T12" fmla="*/ 97 w 123"/>
                  <a:gd name="T13" fmla="*/ 164 h 235"/>
                  <a:gd name="T14" fmla="*/ 47 w 123"/>
                  <a:gd name="T15" fmla="*/ 163 h 235"/>
                  <a:gd name="T16" fmla="*/ 17 w 123"/>
                  <a:gd name="T17" fmla="*/ 234 h 235"/>
                  <a:gd name="T18" fmla="*/ 0 w 123"/>
                  <a:gd name="T19" fmla="*/ 234 h 235"/>
                  <a:gd name="T20" fmla="*/ 100 w 123"/>
                  <a:gd name="T21" fmla="*/ 0 h 235"/>
                  <a:gd name="T22" fmla="*/ 123 w 123"/>
                  <a:gd name="T23" fmla="*/ 0 h 235"/>
                  <a:gd name="T24" fmla="*/ 108 w 123"/>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235">
                    <a:moveTo>
                      <a:pt x="53" y="148"/>
                    </a:moveTo>
                    <a:lnTo>
                      <a:pt x="98" y="148"/>
                    </a:lnTo>
                    <a:lnTo>
                      <a:pt x="108" y="17"/>
                    </a:lnTo>
                    <a:lnTo>
                      <a:pt x="53" y="148"/>
                    </a:lnTo>
                    <a:close/>
                    <a:moveTo>
                      <a:pt x="108" y="235"/>
                    </a:moveTo>
                    <a:lnTo>
                      <a:pt x="91" y="234"/>
                    </a:lnTo>
                    <a:lnTo>
                      <a:pt x="97" y="164"/>
                    </a:lnTo>
                    <a:lnTo>
                      <a:pt x="47" y="163"/>
                    </a:lnTo>
                    <a:lnTo>
                      <a:pt x="17" y="234"/>
                    </a:lnTo>
                    <a:lnTo>
                      <a:pt x="0" y="234"/>
                    </a:lnTo>
                    <a:lnTo>
                      <a:pt x="100" y="0"/>
                    </a:lnTo>
                    <a:lnTo>
                      <a:pt x="123" y="0"/>
                    </a:lnTo>
                    <a:lnTo>
                      <a:pt x="108"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92">
                <a:extLst>
                  <a:ext uri="{FF2B5EF4-FFF2-40B4-BE49-F238E27FC236}">
                    <a16:creationId xmlns:a16="http://schemas.microsoft.com/office/drawing/2014/main" id="{DD788364-2338-42BF-BC36-B1CFC8911136}"/>
                  </a:ext>
                </a:extLst>
              </p:cNvPr>
              <p:cNvSpPr>
                <a:spLocks noEditPoints="1"/>
              </p:cNvSpPr>
              <p:nvPr/>
            </p:nvSpPr>
            <p:spPr bwMode="auto">
              <a:xfrm>
                <a:off x="7125138" y="3692379"/>
                <a:ext cx="351852" cy="648295"/>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93">
                <a:extLst>
                  <a:ext uri="{FF2B5EF4-FFF2-40B4-BE49-F238E27FC236}">
                    <a16:creationId xmlns:a16="http://schemas.microsoft.com/office/drawing/2014/main" id="{3A8E09B0-33E0-420E-BC56-357A8A56C69C}"/>
                  </a:ext>
                </a:extLst>
              </p:cNvPr>
              <p:cNvSpPr>
                <a:spLocks/>
              </p:cNvSpPr>
              <p:nvPr/>
            </p:nvSpPr>
            <p:spPr bwMode="auto">
              <a:xfrm>
                <a:off x="7532400" y="3695149"/>
                <a:ext cx="224409" cy="648295"/>
              </a:xfrm>
              <a:custGeom>
                <a:avLst/>
                <a:gdLst>
                  <a:gd name="T0" fmla="*/ 77 w 81"/>
                  <a:gd name="T1" fmla="*/ 234 h 234"/>
                  <a:gd name="T2" fmla="*/ 0 w 81"/>
                  <a:gd name="T3" fmla="*/ 234 h 234"/>
                  <a:gd name="T4" fmla="*/ 56 w 81"/>
                  <a:gd name="T5" fmla="*/ 0 h 234"/>
                  <a:gd name="T6" fmla="*/ 72 w 81"/>
                  <a:gd name="T7" fmla="*/ 0 h 234"/>
                  <a:gd name="T8" fmla="*/ 20 w 81"/>
                  <a:gd name="T9" fmla="*/ 219 h 234"/>
                  <a:gd name="T10" fmla="*/ 81 w 81"/>
                  <a:gd name="T11" fmla="*/ 220 h 234"/>
                  <a:gd name="T12" fmla="*/ 77 w 81"/>
                  <a:gd name="T13" fmla="*/ 234 h 234"/>
                </a:gdLst>
                <a:ahLst/>
                <a:cxnLst>
                  <a:cxn ang="0">
                    <a:pos x="T0" y="T1"/>
                  </a:cxn>
                  <a:cxn ang="0">
                    <a:pos x="T2" y="T3"/>
                  </a:cxn>
                  <a:cxn ang="0">
                    <a:pos x="T4" y="T5"/>
                  </a:cxn>
                  <a:cxn ang="0">
                    <a:pos x="T6" y="T7"/>
                  </a:cxn>
                  <a:cxn ang="0">
                    <a:pos x="T8" y="T9"/>
                  </a:cxn>
                  <a:cxn ang="0">
                    <a:pos x="T10" y="T11"/>
                  </a:cxn>
                  <a:cxn ang="0">
                    <a:pos x="T12" y="T13"/>
                  </a:cxn>
                </a:cxnLst>
                <a:rect l="0" t="0" r="r" b="b"/>
                <a:pathLst>
                  <a:path w="81" h="234">
                    <a:moveTo>
                      <a:pt x="77" y="234"/>
                    </a:moveTo>
                    <a:lnTo>
                      <a:pt x="0" y="234"/>
                    </a:lnTo>
                    <a:lnTo>
                      <a:pt x="56" y="0"/>
                    </a:lnTo>
                    <a:lnTo>
                      <a:pt x="72" y="0"/>
                    </a:lnTo>
                    <a:lnTo>
                      <a:pt x="20" y="219"/>
                    </a:lnTo>
                    <a:lnTo>
                      <a:pt x="81" y="220"/>
                    </a:lnTo>
                    <a:lnTo>
                      <a:pt x="77"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94">
                <a:extLst>
                  <a:ext uri="{FF2B5EF4-FFF2-40B4-BE49-F238E27FC236}">
                    <a16:creationId xmlns:a16="http://schemas.microsoft.com/office/drawing/2014/main" id="{EAF3F43D-0984-41AC-A597-6F2E47CDB81A}"/>
                  </a:ext>
                </a:extLst>
              </p:cNvPr>
              <p:cNvSpPr>
                <a:spLocks/>
              </p:cNvSpPr>
              <p:nvPr/>
            </p:nvSpPr>
            <p:spPr bwMode="auto">
              <a:xfrm>
                <a:off x="7884253" y="3697920"/>
                <a:ext cx="376787" cy="648295"/>
              </a:xfrm>
              <a:custGeom>
                <a:avLst/>
                <a:gdLst>
                  <a:gd name="T0" fmla="*/ 0 w 136"/>
                  <a:gd name="T1" fmla="*/ 234 h 234"/>
                  <a:gd name="T2" fmla="*/ 82 w 136"/>
                  <a:gd name="T3" fmla="*/ 234 h 234"/>
                  <a:gd name="T4" fmla="*/ 86 w 136"/>
                  <a:gd name="T5" fmla="*/ 220 h 234"/>
                  <a:gd name="T6" fmla="*/ 19 w 136"/>
                  <a:gd name="T7" fmla="*/ 219 h 234"/>
                  <a:gd name="T8" fmla="*/ 43 w 136"/>
                  <a:gd name="T9" fmla="*/ 119 h 234"/>
                  <a:gd name="T10" fmla="*/ 97 w 136"/>
                  <a:gd name="T11" fmla="*/ 120 h 234"/>
                  <a:gd name="T12" fmla="*/ 101 w 136"/>
                  <a:gd name="T13" fmla="*/ 106 h 234"/>
                  <a:gd name="T14" fmla="*/ 47 w 136"/>
                  <a:gd name="T15" fmla="*/ 105 h 234"/>
                  <a:gd name="T16" fmla="*/ 68 w 136"/>
                  <a:gd name="T17" fmla="*/ 15 h 234"/>
                  <a:gd name="T18" fmla="*/ 133 w 136"/>
                  <a:gd name="T19" fmla="*/ 16 h 234"/>
                  <a:gd name="T20" fmla="*/ 136 w 136"/>
                  <a:gd name="T21" fmla="*/ 1 h 234"/>
                  <a:gd name="T22" fmla="*/ 55 w 136"/>
                  <a:gd name="T23" fmla="*/ 0 h 234"/>
                  <a:gd name="T24" fmla="*/ 0 w 136"/>
                  <a:gd name="T25"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 h="234">
                    <a:moveTo>
                      <a:pt x="0" y="234"/>
                    </a:moveTo>
                    <a:lnTo>
                      <a:pt x="82" y="234"/>
                    </a:lnTo>
                    <a:lnTo>
                      <a:pt x="86" y="220"/>
                    </a:lnTo>
                    <a:lnTo>
                      <a:pt x="19" y="219"/>
                    </a:lnTo>
                    <a:lnTo>
                      <a:pt x="43" y="119"/>
                    </a:lnTo>
                    <a:lnTo>
                      <a:pt x="97" y="120"/>
                    </a:lnTo>
                    <a:lnTo>
                      <a:pt x="101" y="106"/>
                    </a:lnTo>
                    <a:lnTo>
                      <a:pt x="47" y="105"/>
                    </a:lnTo>
                    <a:lnTo>
                      <a:pt x="68" y="15"/>
                    </a:lnTo>
                    <a:lnTo>
                      <a:pt x="133" y="16"/>
                    </a:lnTo>
                    <a:lnTo>
                      <a:pt x="136" y="1"/>
                    </a:lnTo>
                    <a:lnTo>
                      <a:pt x="55" y="0"/>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8" name="Freeform 95">
              <a:extLst>
                <a:ext uri="{FF2B5EF4-FFF2-40B4-BE49-F238E27FC236}">
                  <a16:creationId xmlns:a16="http://schemas.microsoft.com/office/drawing/2014/main" id="{D214E3C8-57A4-4D3B-93C0-CD8ED17B17A9}"/>
                </a:ext>
              </a:extLst>
            </p:cNvPr>
            <p:cNvSpPr>
              <a:spLocks/>
            </p:cNvSpPr>
            <p:nvPr/>
          </p:nvSpPr>
          <p:spPr bwMode="auto">
            <a:xfrm>
              <a:off x="6337710" y="1844774"/>
              <a:ext cx="322157" cy="329978"/>
            </a:xfrm>
            <a:custGeom>
              <a:avLst/>
              <a:gdLst>
                <a:gd name="T0" fmla="*/ 124 w 206"/>
                <a:gd name="T1" fmla="*/ 84 h 211"/>
                <a:gd name="T2" fmla="*/ 124 w 206"/>
                <a:gd name="T3" fmla="*/ 0 h 211"/>
                <a:gd name="T4" fmla="*/ 81 w 206"/>
                <a:gd name="T5" fmla="*/ 0 h 211"/>
                <a:gd name="T6" fmla="*/ 81 w 206"/>
                <a:gd name="T7" fmla="*/ 84 h 211"/>
                <a:gd name="T8" fmla="*/ 0 w 206"/>
                <a:gd name="T9" fmla="*/ 84 h 211"/>
                <a:gd name="T10" fmla="*/ 0 w 206"/>
                <a:gd name="T11" fmla="*/ 127 h 211"/>
                <a:gd name="T12" fmla="*/ 81 w 206"/>
                <a:gd name="T13" fmla="*/ 127 h 211"/>
                <a:gd name="T14" fmla="*/ 81 w 206"/>
                <a:gd name="T15" fmla="*/ 211 h 211"/>
                <a:gd name="T16" fmla="*/ 124 w 206"/>
                <a:gd name="T17" fmla="*/ 211 h 211"/>
                <a:gd name="T18" fmla="*/ 124 w 206"/>
                <a:gd name="T19" fmla="*/ 127 h 211"/>
                <a:gd name="T20" fmla="*/ 206 w 206"/>
                <a:gd name="T21" fmla="*/ 127 h 211"/>
                <a:gd name="T22" fmla="*/ 206 w 206"/>
                <a:gd name="T23" fmla="*/ 84 h 211"/>
                <a:gd name="T24" fmla="*/ 124 w 206"/>
                <a:gd name="T25" fmla="*/ 8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6" h="211">
                  <a:moveTo>
                    <a:pt x="124" y="84"/>
                  </a:moveTo>
                  <a:lnTo>
                    <a:pt x="124" y="0"/>
                  </a:lnTo>
                  <a:lnTo>
                    <a:pt x="81" y="0"/>
                  </a:lnTo>
                  <a:lnTo>
                    <a:pt x="81" y="84"/>
                  </a:lnTo>
                  <a:lnTo>
                    <a:pt x="0" y="84"/>
                  </a:lnTo>
                  <a:lnTo>
                    <a:pt x="0" y="127"/>
                  </a:lnTo>
                  <a:lnTo>
                    <a:pt x="81" y="127"/>
                  </a:lnTo>
                  <a:lnTo>
                    <a:pt x="81" y="211"/>
                  </a:lnTo>
                  <a:lnTo>
                    <a:pt x="124" y="211"/>
                  </a:lnTo>
                  <a:lnTo>
                    <a:pt x="124" y="127"/>
                  </a:lnTo>
                  <a:lnTo>
                    <a:pt x="206" y="127"/>
                  </a:lnTo>
                  <a:lnTo>
                    <a:pt x="206" y="84"/>
                  </a:lnTo>
                  <a:lnTo>
                    <a:pt x="124" y="84"/>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29" name="Grupo 28">
              <a:extLst>
                <a:ext uri="{FF2B5EF4-FFF2-40B4-BE49-F238E27FC236}">
                  <a16:creationId xmlns:a16="http://schemas.microsoft.com/office/drawing/2014/main" id="{8DC28DCC-842C-4EED-9DAD-722C5B434320}"/>
                </a:ext>
              </a:extLst>
            </p:cNvPr>
            <p:cNvGrpSpPr/>
            <p:nvPr/>
          </p:nvGrpSpPr>
          <p:grpSpPr>
            <a:xfrm>
              <a:off x="4969325" y="1830700"/>
              <a:ext cx="1235457" cy="361255"/>
              <a:chOff x="4254909" y="2850150"/>
              <a:chExt cx="2188688" cy="639984"/>
            </a:xfrm>
          </p:grpSpPr>
          <p:sp>
            <p:nvSpPr>
              <p:cNvPr id="30" name="Freeform 79">
                <a:extLst>
                  <a:ext uri="{FF2B5EF4-FFF2-40B4-BE49-F238E27FC236}">
                    <a16:creationId xmlns:a16="http://schemas.microsoft.com/office/drawing/2014/main" id="{921DDF31-EE14-4503-AC78-A6F01892AE73}"/>
                  </a:ext>
                </a:extLst>
              </p:cNvPr>
              <p:cNvSpPr>
                <a:spLocks/>
              </p:cNvSpPr>
              <p:nvPr/>
            </p:nvSpPr>
            <p:spPr bwMode="auto">
              <a:xfrm>
                <a:off x="4254909" y="2850150"/>
                <a:ext cx="293672" cy="63998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80">
                <a:extLst>
                  <a:ext uri="{FF2B5EF4-FFF2-40B4-BE49-F238E27FC236}">
                    <a16:creationId xmlns:a16="http://schemas.microsoft.com/office/drawing/2014/main" id="{BC3EC658-9A6D-49BA-A9D1-08DA419F6EF3}"/>
                  </a:ext>
                </a:extLst>
              </p:cNvPr>
              <p:cNvSpPr>
                <a:spLocks/>
              </p:cNvSpPr>
              <p:nvPr/>
            </p:nvSpPr>
            <p:spPr bwMode="auto">
              <a:xfrm>
                <a:off x="4689875" y="2855691"/>
                <a:ext cx="412802" cy="628902"/>
              </a:xfrm>
              <a:custGeom>
                <a:avLst/>
                <a:gdLst>
                  <a:gd name="T0" fmla="*/ 76 w 149"/>
                  <a:gd name="T1" fmla="*/ 160 h 227"/>
                  <a:gd name="T2" fmla="*/ 101 w 149"/>
                  <a:gd name="T3" fmla="*/ 0 h 227"/>
                  <a:gd name="T4" fmla="*/ 149 w 149"/>
                  <a:gd name="T5" fmla="*/ 0 h 227"/>
                  <a:gd name="T6" fmla="*/ 149 w 149"/>
                  <a:gd name="T7" fmla="*/ 227 h 227"/>
                  <a:gd name="T8" fmla="*/ 116 w 149"/>
                  <a:gd name="T9" fmla="*/ 227 h 227"/>
                  <a:gd name="T10" fmla="*/ 116 w 149"/>
                  <a:gd name="T11" fmla="*/ 65 h 227"/>
                  <a:gd name="T12" fmla="*/ 92 w 149"/>
                  <a:gd name="T13" fmla="*/ 227 h 227"/>
                  <a:gd name="T14" fmla="*/ 58 w 149"/>
                  <a:gd name="T15" fmla="*/ 227 h 227"/>
                  <a:gd name="T16" fmla="*/ 32 w 149"/>
                  <a:gd name="T17" fmla="*/ 66 h 227"/>
                  <a:gd name="T18" fmla="*/ 32 w 149"/>
                  <a:gd name="T19" fmla="*/ 227 h 227"/>
                  <a:gd name="T20" fmla="*/ 0 w 149"/>
                  <a:gd name="T21" fmla="*/ 227 h 227"/>
                  <a:gd name="T22" fmla="*/ 0 w 149"/>
                  <a:gd name="T23" fmla="*/ 0 h 227"/>
                  <a:gd name="T24" fmla="*/ 50 w 149"/>
                  <a:gd name="T25" fmla="*/ 0 h 227"/>
                  <a:gd name="T26" fmla="*/ 76 w 149"/>
                  <a:gd name="T27" fmla="*/ 16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227">
                    <a:moveTo>
                      <a:pt x="76" y="160"/>
                    </a:moveTo>
                    <a:lnTo>
                      <a:pt x="101" y="0"/>
                    </a:lnTo>
                    <a:lnTo>
                      <a:pt x="149" y="0"/>
                    </a:lnTo>
                    <a:lnTo>
                      <a:pt x="149" y="227"/>
                    </a:lnTo>
                    <a:lnTo>
                      <a:pt x="116" y="227"/>
                    </a:lnTo>
                    <a:lnTo>
                      <a:pt x="116" y="65"/>
                    </a:lnTo>
                    <a:lnTo>
                      <a:pt x="92" y="227"/>
                    </a:lnTo>
                    <a:lnTo>
                      <a:pt x="58" y="227"/>
                    </a:lnTo>
                    <a:lnTo>
                      <a:pt x="32" y="66"/>
                    </a:lnTo>
                    <a:lnTo>
                      <a:pt x="32" y="227"/>
                    </a:lnTo>
                    <a:lnTo>
                      <a:pt x="0" y="227"/>
                    </a:lnTo>
                    <a:lnTo>
                      <a:pt x="0" y="0"/>
                    </a:lnTo>
                    <a:lnTo>
                      <a:pt x="50" y="0"/>
                    </a:lnTo>
                    <a:lnTo>
                      <a:pt x="76"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81">
                <a:extLst>
                  <a:ext uri="{FF2B5EF4-FFF2-40B4-BE49-F238E27FC236}">
                    <a16:creationId xmlns:a16="http://schemas.microsoft.com/office/drawing/2014/main" id="{78F77729-ADC0-4F53-9329-AA9ADACEABED}"/>
                  </a:ext>
                </a:extLst>
              </p:cNvPr>
              <p:cNvSpPr>
                <a:spLocks noEditPoints="1"/>
              </p:cNvSpPr>
              <p:nvPr/>
            </p:nvSpPr>
            <p:spPr bwMode="auto">
              <a:xfrm>
                <a:off x="5238433" y="2855691"/>
                <a:ext cx="346311" cy="628902"/>
              </a:xfrm>
              <a:custGeom>
                <a:avLst/>
                <a:gdLst>
                  <a:gd name="T0" fmla="*/ 44 w 125"/>
                  <a:gd name="T1" fmla="*/ 154 h 227"/>
                  <a:gd name="T2" fmla="*/ 78 w 125"/>
                  <a:gd name="T3" fmla="*/ 154 h 227"/>
                  <a:gd name="T4" fmla="*/ 61 w 125"/>
                  <a:gd name="T5" fmla="*/ 40 h 227"/>
                  <a:gd name="T6" fmla="*/ 44 w 125"/>
                  <a:gd name="T7" fmla="*/ 154 h 227"/>
                  <a:gd name="T8" fmla="*/ 125 w 125"/>
                  <a:gd name="T9" fmla="*/ 227 h 227"/>
                  <a:gd name="T10" fmla="*/ 89 w 125"/>
                  <a:gd name="T11" fmla="*/ 227 h 227"/>
                  <a:gd name="T12" fmla="*/ 83 w 125"/>
                  <a:gd name="T13" fmla="*/ 186 h 227"/>
                  <a:gd name="T14" fmla="*/ 39 w 125"/>
                  <a:gd name="T15" fmla="*/ 186 h 227"/>
                  <a:gd name="T16" fmla="*/ 33 w 125"/>
                  <a:gd name="T17" fmla="*/ 227 h 227"/>
                  <a:gd name="T18" fmla="*/ 0 w 125"/>
                  <a:gd name="T19" fmla="*/ 227 h 227"/>
                  <a:gd name="T20" fmla="*/ 37 w 125"/>
                  <a:gd name="T21" fmla="*/ 0 h 227"/>
                  <a:gd name="T22" fmla="*/ 88 w 125"/>
                  <a:gd name="T23" fmla="*/ 0 h 227"/>
                  <a:gd name="T24" fmla="*/ 125 w 125"/>
                  <a:gd name="T25"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7">
                    <a:moveTo>
                      <a:pt x="44" y="154"/>
                    </a:moveTo>
                    <a:lnTo>
                      <a:pt x="78" y="154"/>
                    </a:lnTo>
                    <a:lnTo>
                      <a:pt x="61" y="40"/>
                    </a:lnTo>
                    <a:lnTo>
                      <a:pt x="44" y="154"/>
                    </a:lnTo>
                    <a:close/>
                    <a:moveTo>
                      <a:pt x="125" y="227"/>
                    </a:moveTo>
                    <a:lnTo>
                      <a:pt x="89" y="227"/>
                    </a:lnTo>
                    <a:lnTo>
                      <a:pt x="83" y="186"/>
                    </a:lnTo>
                    <a:lnTo>
                      <a:pt x="39" y="186"/>
                    </a:lnTo>
                    <a:lnTo>
                      <a:pt x="33" y="227"/>
                    </a:lnTo>
                    <a:lnTo>
                      <a:pt x="0" y="227"/>
                    </a:lnTo>
                    <a:lnTo>
                      <a:pt x="37" y="0"/>
                    </a:lnTo>
                    <a:lnTo>
                      <a:pt x="88" y="0"/>
                    </a:lnTo>
                    <a:lnTo>
                      <a:pt x="125" y="2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82">
                <a:extLst>
                  <a:ext uri="{FF2B5EF4-FFF2-40B4-BE49-F238E27FC236}">
                    <a16:creationId xmlns:a16="http://schemas.microsoft.com/office/drawing/2014/main" id="{B9F63CEA-6F0F-4583-9979-F57540BA79FD}"/>
                  </a:ext>
                </a:extLst>
              </p:cNvPr>
              <p:cNvSpPr>
                <a:spLocks noEditPoints="1"/>
              </p:cNvSpPr>
              <p:nvPr/>
            </p:nvSpPr>
            <p:spPr bwMode="auto">
              <a:xfrm>
                <a:off x="5717729" y="2855691"/>
                <a:ext cx="307524" cy="628902"/>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83">
                <a:extLst>
                  <a:ext uri="{FF2B5EF4-FFF2-40B4-BE49-F238E27FC236}">
                    <a16:creationId xmlns:a16="http://schemas.microsoft.com/office/drawing/2014/main" id="{93258266-4F2E-4D42-84C6-43908DDA4868}"/>
                  </a:ext>
                </a:extLst>
              </p:cNvPr>
              <p:cNvSpPr>
                <a:spLocks/>
              </p:cNvSpPr>
              <p:nvPr/>
            </p:nvSpPr>
            <p:spPr bwMode="auto">
              <a:xfrm>
                <a:off x="6138843" y="2855691"/>
                <a:ext cx="304754" cy="628902"/>
              </a:xfrm>
              <a:custGeom>
                <a:avLst/>
                <a:gdLst>
                  <a:gd name="T0" fmla="*/ 0 w 110"/>
                  <a:gd name="T1" fmla="*/ 0 h 227"/>
                  <a:gd name="T2" fmla="*/ 110 w 110"/>
                  <a:gd name="T3" fmla="*/ 0 h 227"/>
                  <a:gd name="T4" fmla="*/ 110 w 110"/>
                  <a:gd name="T5" fmla="*/ 32 h 227"/>
                  <a:gd name="T6" fmla="*/ 72 w 110"/>
                  <a:gd name="T7" fmla="*/ 32 h 227"/>
                  <a:gd name="T8" fmla="*/ 72 w 110"/>
                  <a:gd name="T9" fmla="*/ 227 h 227"/>
                  <a:gd name="T10" fmla="*/ 37 w 110"/>
                  <a:gd name="T11" fmla="*/ 227 h 227"/>
                  <a:gd name="T12" fmla="*/ 37 w 110"/>
                  <a:gd name="T13" fmla="*/ 32 h 227"/>
                  <a:gd name="T14" fmla="*/ 0 w 110"/>
                  <a:gd name="T15" fmla="*/ 32 h 227"/>
                  <a:gd name="T16" fmla="*/ 0 w 110"/>
                  <a:gd name="T17"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227">
                    <a:moveTo>
                      <a:pt x="0" y="0"/>
                    </a:moveTo>
                    <a:lnTo>
                      <a:pt x="110" y="0"/>
                    </a:lnTo>
                    <a:lnTo>
                      <a:pt x="110" y="32"/>
                    </a:lnTo>
                    <a:lnTo>
                      <a:pt x="72" y="32"/>
                    </a:lnTo>
                    <a:lnTo>
                      <a:pt x="72" y="227"/>
                    </a:lnTo>
                    <a:lnTo>
                      <a:pt x="37" y="227"/>
                    </a:lnTo>
                    <a:lnTo>
                      <a:pt x="37" y="32"/>
                    </a:lnTo>
                    <a:lnTo>
                      <a:pt x="0" y="3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1C8B62A2-FBA9-48FF-A71E-8BADE05ED652}"/>
                </a:ext>
              </a:extLst>
            </p:cNvPr>
            <p:cNvGrpSpPr/>
            <p:nvPr/>
          </p:nvGrpSpPr>
          <p:grpSpPr>
            <a:xfrm>
              <a:off x="5308684" y="2762767"/>
              <a:ext cx="1565434" cy="408170"/>
              <a:chOff x="4856105" y="4501363"/>
              <a:chExt cx="2773261" cy="723099"/>
            </a:xfrm>
          </p:grpSpPr>
          <p:sp>
            <p:nvSpPr>
              <p:cNvPr id="36" name="Freeform 77">
                <a:extLst>
                  <a:ext uri="{FF2B5EF4-FFF2-40B4-BE49-F238E27FC236}">
                    <a16:creationId xmlns:a16="http://schemas.microsoft.com/office/drawing/2014/main" id="{57B55019-CCE7-4B58-BA32-C3B09EA5AD41}"/>
                  </a:ext>
                </a:extLst>
              </p:cNvPr>
              <p:cNvSpPr>
                <a:spLocks/>
              </p:cNvSpPr>
              <p:nvPr/>
            </p:nvSpPr>
            <p:spPr bwMode="auto">
              <a:xfrm>
                <a:off x="7438203" y="4501363"/>
                <a:ext cx="191163" cy="182852"/>
              </a:xfrm>
              <a:custGeom>
                <a:avLst/>
                <a:gdLst>
                  <a:gd name="T0" fmla="*/ 69 w 69"/>
                  <a:gd name="T1" fmla="*/ 65 h 66"/>
                  <a:gd name="T2" fmla="*/ 59 w 69"/>
                  <a:gd name="T3" fmla="*/ 66 h 66"/>
                  <a:gd name="T4" fmla="*/ 54 w 69"/>
                  <a:gd name="T5" fmla="*/ 12 h 66"/>
                  <a:gd name="T6" fmla="*/ 2 w 69"/>
                  <a:gd name="T7" fmla="*/ 20 h 66"/>
                  <a:gd name="T8" fmla="*/ 0 w 69"/>
                  <a:gd name="T9" fmla="*/ 10 h 66"/>
                  <a:gd name="T10" fmla="*/ 64 w 69"/>
                  <a:gd name="T11" fmla="*/ 0 h 66"/>
                  <a:gd name="T12" fmla="*/ 69 w 69"/>
                  <a:gd name="T13" fmla="*/ 65 h 66"/>
                </a:gdLst>
                <a:ahLst/>
                <a:cxnLst>
                  <a:cxn ang="0">
                    <a:pos x="T0" y="T1"/>
                  </a:cxn>
                  <a:cxn ang="0">
                    <a:pos x="T2" y="T3"/>
                  </a:cxn>
                  <a:cxn ang="0">
                    <a:pos x="T4" y="T5"/>
                  </a:cxn>
                  <a:cxn ang="0">
                    <a:pos x="T6" y="T7"/>
                  </a:cxn>
                  <a:cxn ang="0">
                    <a:pos x="T8" y="T9"/>
                  </a:cxn>
                  <a:cxn ang="0">
                    <a:pos x="T10" y="T11"/>
                  </a:cxn>
                  <a:cxn ang="0">
                    <a:pos x="T12" y="T13"/>
                  </a:cxn>
                </a:cxnLst>
                <a:rect l="0" t="0" r="r" b="b"/>
                <a:pathLst>
                  <a:path w="69" h="66">
                    <a:moveTo>
                      <a:pt x="69" y="65"/>
                    </a:moveTo>
                    <a:lnTo>
                      <a:pt x="59" y="66"/>
                    </a:lnTo>
                    <a:lnTo>
                      <a:pt x="54" y="12"/>
                    </a:lnTo>
                    <a:lnTo>
                      <a:pt x="2" y="20"/>
                    </a:lnTo>
                    <a:lnTo>
                      <a:pt x="0" y="10"/>
                    </a:lnTo>
                    <a:lnTo>
                      <a:pt x="64" y="0"/>
                    </a:lnTo>
                    <a:lnTo>
                      <a:pt x="69" y="65"/>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104">
                <a:extLst>
                  <a:ext uri="{FF2B5EF4-FFF2-40B4-BE49-F238E27FC236}">
                    <a16:creationId xmlns:a16="http://schemas.microsoft.com/office/drawing/2014/main" id="{CB5B4E82-E996-4916-89A7-673EE3DA6018}"/>
                  </a:ext>
                </a:extLst>
              </p:cNvPr>
              <p:cNvSpPr>
                <a:spLocks/>
              </p:cNvSpPr>
              <p:nvPr/>
            </p:nvSpPr>
            <p:spPr bwMode="auto">
              <a:xfrm>
                <a:off x="7579499" y="4501363"/>
                <a:ext cx="41557" cy="3878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38" name="Grupo 37">
                <a:extLst>
                  <a:ext uri="{FF2B5EF4-FFF2-40B4-BE49-F238E27FC236}">
                    <a16:creationId xmlns:a16="http://schemas.microsoft.com/office/drawing/2014/main" id="{423FC57B-5B48-475C-876E-5AE9FB2B1743}"/>
                  </a:ext>
                </a:extLst>
              </p:cNvPr>
              <p:cNvGrpSpPr/>
              <p:nvPr/>
            </p:nvGrpSpPr>
            <p:grpSpPr>
              <a:xfrm>
                <a:off x="4856105" y="4504132"/>
                <a:ext cx="2698458" cy="720330"/>
                <a:chOff x="4856105" y="4504132"/>
                <a:chExt cx="2698458" cy="720330"/>
              </a:xfrm>
            </p:grpSpPr>
            <p:sp>
              <p:nvSpPr>
                <p:cNvPr id="39" name="Freeform 101">
                  <a:extLst>
                    <a:ext uri="{FF2B5EF4-FFF2-40B4-BE49-F238E27FC236}">
                      <a16:creationId xmlns:a16="http://schemas.microsoft.com/office/drawing/2014/main" id="{D21E2C9C-117A-4B2A-A747-997D1A999F34}"/>
                    </a:ext>
                  </a:extLst>
                </p:cNvPr>
                <p:cNvSpPr>
                  <a:spLocks/>
                </p:cNvSpPr>
                <p:nvPr/>
              </p:nvSpPr>
              <p:spPr bwMode="auto">
                <a:xfrm>
                  <a:off x="6221958" y="5188445"/>
                  <a:ext cx="36016" cy="36017"/>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40" name="Grupo 39">
                  <a:extLst>
                    <a:ext uri="{FF2B5EF4-FFF2-40B4-BE49-F238E27FC236}">
                      <a16:creationId xmlns:a16="http://schemas.microsoft.com/office/drawing/2014/main" id="{55B68F44-4184-4722-8C78-175C76E378B6}"/>
                    </a:ext>
                  </a:extLst>
                </p:cNvPr>
                <p:cNvGrpSpPr/>
                <p:nvPr/>
              </p:nvGrpSpPr>
              <p:grpSpPr>
                <a:xfrm>
                  <a:off x="4856105" y="4504132"/>
                  <a:ext cx="2698458" cy="714789"/>
                  <a:chOff x="4856105" y="4504132"/>
                  <a:chExt cx="2698458" cy="714789"/>
                </a:xfrm>
              </p:grpSpPr>
              <p:grpSp>
                <p:nvGrpSpPr>
                  <p:cNvPr id="41" name="Grupo 40">
                    <a:extLst>
                      <a:ext uri="{FF2B5EF4-FFF2-40B4-BE49-F238E27FC236}">
                        <a16:creationId xmlns:a16="http://schemas.microsoft.com/office/drawing/2014/main" id="{31B9484A-5325-47FE-8497-95216D2DE7C6}"/>
                      </a:ext>
                    </a:extLst>
                  </p:cNvPr>
                  <p:cNvGrpSpPr/>
                  <p:nvPr/>
                </p:nvGrpSpPr>
                <p:grpSpPr>
                  <a:xfrm>
                    <a:off x="4919827" y="4587247"/>
                    <a:ext cx="2634736" cy="631674"/>
                    <a:chOff x="4919827" y="4587247"/>
                    <a:chExt cx="2634736" cy="631674"/>
                  </a:xfrm>
                </p:grpSpPr>
                <p:sp>
                  <p:nvSpPr>
                    <p:cNvPr id="43" name="Freeform 98">
                      <a:extLst>
                        <a:ext uri="{FF2B5EF4-FFF2-40B4-BE49-F238E27FC236}">
                          <a16:creationId xmlns:a16="http://schemas.microsoft.com/office/drawing/2014/main" id="{7C88850C-00F8-4F75-88DC-536CCBFB441C}"/>
                        </a:ext>
                      </a:extLst>
                    </p:cNvPr>
                    <p:cNvSpPr>
                      <a:spLocks noEditPoints="1"/>
                    </p:cNvSpPr>
                    <p:nvPr/>
                  </p:nvSpPr>
                  <p:spPr bwMode="auto">
                    <a:xfrm>
                      <a:off x="4919827" y="4590019"/>
                      <a:ext cx="1230098" cy="628902"/>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4" name="Freeform 99">
                      <a:extLst>
                        <a:ext uri="{FF2B5EF4-FFF2-40B4-BE49-F238E27FC236}">
                          <a16:creationId xmlns:a16="http://schemas.microsoft.com/office/drawing/2014/main" id="{805DF44E-7373-46C8-8071-0E0091377CB2}"/>
                        </a:ext>
                      </a:extLst>
                    </p:cNvPr>
                    <p:cNvSpPr>
                      <a:spLocks noEditPoints="1"/>
                    </p:cNvSpPr>
                    <p:nvPr/>
                  </p:nvSpPr>
                  <p:spPr bwMode="auto">
                    <a:xfrm>
                      <a:off x="6324465" y="4587247"/>
                      <a:ext cx="1230098" cy="631672"/>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42" name="Freeform 105">
                    <a:extLst>
                      <a:ext uri="{FF2B5EF4-FFF2-40B4-BE49-F238E27FC236}">
                        <a16:creationId xmlns:a16="http://schemas.microsoft.com/office/drawing/2014/main" id="{DD0F2332-B17A-4ED0-9412-46EBEC06E469}"/>
                      </a:ext>
                    </a:extLst>
                  </p:cNvPr>
                  <p:cNvSpPr>
                    <a:spLocks/>
                  </p:cNvSpPr>
                  <p:nvPr/>
                </p:nvSpPr>
                <p:spPr bwMode="auto">
                  <a:xfrm>
                    <a:off x="4856105" y="450413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grpSp>
        <p:grpSp>
          <p:nvGrpSpPr>
            <p:cNvPr id="45" name="Grupo 44">
              <a:extLst>
                <a:ext uri="{FF2B5EF4-FFF2-40B4-BE49-F238E27FC236}">
                  <a16:creationId xmlns:a16="http://schemas.microsoft.com/office/drawing/2014/main" id="{36535D3A-F1DF-4D0A-8E11-B20915C7B1DE}"/>
                </a:ext>
              </a:extLst>
            </p:cNvPr>
            <p:cNvGrpSpPr/>
            <p:nvPr/>
          </p:nvGrpSpPr>
          <p:grpSpPr>
            <a:xfrm>
              <a:off x="5216416" y="1219226"/>
              <a:ext cx="1823472" cy="928939"/>
              <a:chOff x="4692647" y="1766887"/>
              <a:chExt cx="3230392" cy="1645672"/>
            </a:xfrm>
          </p:grpSpPr>
          <p:sp>
            <p:nvSpPr>
              <p:cNvPr id="46" name="Freeform 78">
                <a:extLst>
                  <a:ext uri="{FF2B5EF4-FFF2-40B4-BE49-F238E27FC236}">
                    <a16:creationId xmlns:a16="http://schemas.microsoft.com/office/drawing/2014/main" id="{527EA4EF-ED67-44E9-927E-A48FD7FD1284}"/>
                  </a:ext>
                </a:extLst>
              </p:cNvPr>
              <p:cNvSpPr>
                <a:spLocks/>
              </p:cNvSpPr>
              <p:nvPr/>
            </p:nvSpPr>
            <p:spPr bwMode="auto">
              <a:xfrm>
                <a:off x="4692647" y="2512150"/>
                <a:ext cx="210557" cy="180083"/>
              </a:xfrm>
              <a:custGeom>
                <a:avLst/>
                <a:gdLst>
                  <a:gd name="T0" fmla="*/ 0 w 76"/>
                  <a:gd name="T1" fmla="*/ 1 h 65"/>
                  <a:gd name="T2" fmla="*/ 11 w 76"/>
                  <a:gd name="T3" fmla="*/ 0 h 65"/>
                  <a:gd name="T4" fmla="*/ 22 w 76"/>
                  <a:gd name="T5" fmla="*/ 51 h 65"/>
                  <a:gd name="T6" fmla="*/ 73 w 76"/>
                  <a:gd name="T7" fmla="*/ 36 h 65"/>
                  <a:gd name="T8" fmla="*/ 76 w 76"/>
                  <a:gd name="T9" fmla="*/ 47 h 65"/>
                  <a:gd name="T10" fmla="*/ 14 w 76"/>
                  <a:gd name="T11" fmla="*/ 65 h 65"/>
                  <a:gd name="T12" fmla="*/ 0 w 76"/>
                  <a:gd name="T13" fmla="*/ 1 h 65"/>
                </a:gdLst>
                <a:ahLst/>
                <a:cxnLst>
                  <a:cxn ang="0">
                    <a:pos x="T0" y="T1"/>
                  </a:cxn>
                  <a:cxn ang="0">
                    <a:pos x="T2" y="T3"/>
                  </a:cxn>
                  <a:cxn ang="0">
                    <a:pos x="T4" y="T5"/>
                  </a:cxn>
                  <a:cxn ang="0">
                    <a:pos x="T6" y="T7"/>
                  </a:cxn>
                  <a:cxn ang="0">
                    <a:pos x="T8" y="T9"/>
                  </a:cxn>
                  <a:cxn ang="0">
                    <a:pos x="T10" y="T11"/>
                  </a:cxn>
                  <a:cxn ang="0">
                    <a:pos x="T12" y="T13"/>
                  </a:cxn>
                </a:cxnLst>
                <a:rect l="0" t="0" r="r" b="b"/>
                <a:pathLst>
                  <a:path w="76" h="65">
                    <a:moveTo>
                      <a:pt x="0" y="1"/>
                    </a:moveTo>
                    <a:lnTo>
                      <a:pt x="11" y="0"/>
                    </a:lnTo>
                    <a:lnTo>
                      <a:pt x="22" y="51"/>
                    </a:lnTo>
                    <a:lnTo>
                      <a:pt x="73" y="36"/>
                    </a:lnTo>
                    <a:lnTo>
                      <a:pt x="76" y="47"/>
                    </a:lnTo>
                    <a:lnTo>
                      <a:pt x="14" y="65"/>
                    </a:lnTo>
                    <a:lnTo>
                      <a:pt x="0" y="1"/>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47" name="Grupo 46">
                <a:extLst>
                  <a:ext uri="{FF2B5EF4-FFF2-40B4-BE49-F238E27FC236}">
                    <a16:creationId xmlns:a16="http://schemas.microsoft.com/office/drawing/2014/main" id="{D1234D87-FB88-4D96-A302-E88BF73669BA}"/>
                  </a:ext>
                </a:extLst>
              </p:cNvPr>
              <p:cNvGrpSpPr/>
              <p:nvPr/>
            </p:nvGrpSpPr>
            <p:grpSpPr>
              <a:xfrm>
                <a:off x="4778531" y="1766887"/>
                <a:ext cx="3144508" cy="1645672"/>
                <a:chOff x="4778531" y="1766887"/>
                <a:chExt cx="3144508" cy="1645672"/>
              </a:xfrm>
            </p:grpSpPr>
            <p:grpSp>
              <p:nvGrpSpPr>
                <p:cNvPr id="48" name="Grupo 47">
                  <a:extLst>
                    <a:ext uri="{FF2B5EF4-FFF2-40B4-BE49-F238E27FC236}">
                      <a16:creationId xmlns:a16="http://schemas.microsoft.com/office/drawing/2014/main" id="{AC6CA6FE-D694-481C-9F52-81CA02CAAC64}"/>
                    </a:ext>
                  </a:extLst>
                </p:cNvPr>
                <p:cNvGrpSpPr/>
                <p:nvPr/>
              </p:nvGrpSpPr>
              <p:grpSpPr>
                <a:xfrm>
                  <a:off x="4778531" y="1766887"/>
                  <a:ext cx="3136196" cy="1537623"/>
                  <a:chOff x="4778531" y="1766887"/>
                  <a:chExt cx="3136196" cy="1537623"/>
                </a:xfrm>
              </p:grpSpPr>
              <p:grpSp>
                <p:nvGrpSpPr>
                  <p:cNvPr id="50" name="Grupo 49">
                    <a:extLst>
                      <a:ext uri="{FF2B5EF4-FFF2-40B4-BE49-F238E27FC236}">
                        <a16:creationId xmlns:a16="http://schemas.microsoft.com/office/drawing/2014/main" id="{BF3C03BD-4F8C-4EDF-BEA4-68921D797F42}"/>
                      </a:ext>
                    </a:extLst>
                  </p:cNvPr>
                  <p:cNvGrpSpPr/>
                  <p:nvPr/>
                </p:nvGrpSpPr>
                <p:grpSpPr>
                  <a:xfrm>
                    <a:off x="4778531" y="1769658"/>
                    <a:ext cx="3136196" cy="1534852"/>
                    <a:chOff x="4778531" y="1769658"/>
                    <a:chExt cx="3136196" cy="1534852"/>
                  </a:xfrm>
                </p:grpSpPr>
                <p:sp>
                  <p:nvSpPr>
                    <p:cNvPr id="52" name="Freeform 96">
                      <a:extLst>
                        <a:ext uri="{FF2B5EF4-FFF2-40B4-BE49-F238E27FC236}">
                          <a16:creationId xmlns:a16="http://schemas.microsoft.com/office/drawing/2014/main" id="{BD90E2FF-B434-472F-9ACC-0E4F295593B6}"/>
                        </a:ext>
                      </a:extLst>
                    </p:cNvPr>
                    <p:cNvSpPr>
                      <a:spLocks noEditPoints="1"/>
                    </p:cNvSpPr>
                    <p:nvPr/>
                  </p:nvSpPr>
                  <p:spPr bwMode="auto">
                    <a:xfrm>
                      <a:off x="6324465" y="1769658"/>
                      <a:ext cx="1590262" cy="1534852"/>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97">
                      <a:extLst>
                        <a:ext uri="{FF2B5EF4-FFF2-40B4-BE49-F238E27FC236}">
                          <a16:creationId xmlns:a16="http://schemas.microsoft.com/office/drawing/2014/main" id="{9BAC5FD1-2356-4367-AD9D-C1590CED046C}"/>
                        </a:ext>
                      </a:extLst>
                    </p:cNvPr>
                    <p:cNvSpPr>
                      <a:spLocks noEditPoints="1"/>
                    </p:cNvSpPr>
                    <p:nvPr/>
                  </p:nvSpPr>
                  <p:spPr bwMode="auto">
                    <a:xfrm>
                      <a:off x="4778531" y="1769658"/>
                      <a:ext cx="1365852" cy="822837"/>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51" name="Freeform 100">
                    <a:extLst>
                      <a:ext uri="{FF2B5EF4-FFF2-40B4-BE49-F238E27FC236}">
                        <a16:creationId xmlns:a16="http://schemas.microsoft.com/office/drawing/2014/main" id="{1253210D-2C1B-4D51-8576-0A7D42329857}"/>
                      </a:ext>
                    </a:extLst>
                  </p:cNvPr>
                  <p:cNvSpPr>
                    <a:spLocks/>
                  </p:cNvSpPr>
                  <p:nvPr/>
                </p:nvSpPr>
                <p:spPr bwMode="auto">
                  <a:xfrm>
                    <a:off x="6221958" y="1766887"/>
                    <a:ext cx="36016" cy="36017"/>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49" name="Freeform 103">
                  <a:extLst>
                    <a:ext uri="{FF2B5EF4-FFF2-40B4-BE49-F238E27FC236}">
                      <a16:creationId xmlns:a16="http://schemas.microsoft.com/office/drawing/2014/main" id="{E46BCFEC-0F1D-4AC7-8B05-222FA1DACD7C}"/>
                    </a:ext>
                  </a:extLst>
                </p:cNvPr>
                <p:cNvSpPr>
                  <a:spLocks/>
                </p:cNvSpPr>
                <p:nvPr/>
              </p:nvSpPr>
              <p:spPr bwMode="auto">
                <a:xfrm>
                  <a:off x="7881482" y="337377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54" name="CuadroTexto 53">
              <a:extLst>
                <a:ext uri="{FF2B5EF4-FFF2-40B4-BE49-F238E27FC236}">
                  <a16:creationId xmlns:a16="http://schemas.microsoft.com/office/drawing/2014/main" id="{7774C4C6-CFDB-4CD5-93AF-26DEDDA29138}"/>
                </a:ext>
              </a:extLst>
            </p:cNvPr>
            <p:cNvSpPr txBox="1"/>
            <p:nvPr/>
          </p:nvSpPr>
          <p:spPr>
            <a:xfrm>
              <a:off x="2519082" y="3175811"/>
              <a:ext cx="7153836" cy="400110"/>
            </a:xfrm>
            <a:prstGeom prst="rect">
              <a:avLst/>
            </a:prstGeom>
            <a:noFill/>
          </p:spPr>
          <p:txBody>
            <a:bodyPr wrap="square" rtlCol="0">
              <a:spAutoFit/>
            </a:bodyPr>
            <a:lstStyle/>
            <a:p>
              <a:pPr algn="ctr"/>
              <a:r>
                <a:rPr lang="es-MX" sz="20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Liderar la construcción </a:t>
              </a:r>
              <a:r>
                <a:rPr lang="es-MX" sz="2000" b="1" dirty="0">
                  <a:solidFill>
                    <a:schemeClr val="accent1"/>
                  </a:solidFill>
                </a:rPr>
                <a:t>de un mundo sostenible</a:t>
              </a:r>
              <a:endParaRPr lang="es-CL" sz="2000" b="1" dirty="0">
                <a:solidFill>
                  <a:schemeClr val="accent1"/>
                </a:solidFill>
              </a:endParaRPr>
            </a:p>
          </p:txBody>
        </p:sp>
      </p:grpSp>
      <p:sp>
        <p:nvSpPr>
          <p:cNvPr id="5" name="Marcador de texto 4"/>
          <p:cNvSpPr>
            <a:spLocks noGrp="1"/>
          </p:cNvSpPr>
          <p:nvPr>
            <p:ph type="body" sz="quarter" idx="10"/>
          </p:nvPr>
        </p:nvSpPr>
        <p:spPr/>
        <p:txBody>
          <a:bodyPr/>
          <a:lstStyle/>
          <a:p>
            <a:r>
              <a:rPr lang="es-CL" dirty="0"/>
              <a:t>Bastián Galasso</a:t>
            </a:r>
          </a:p>
        </p:txBody>
      </p:sp>
      <p:sp>
        <p:nvSpPr>
          <p:cNvPr id="6" name="Marcador de texto 5"/>
          <p:cNvSpPr>
            <a:spLocks noGrp="1"/>
          </p:cNvSpPr>
          <p:nvPr>
            <p:ph type="body" sz="quarter" idx="11"/>
          </p:nvPr>
        </p:nvSpPr>
        <p:spPr/>
        <p:txBody>
          <a:bodyPr/>
          <a:lstStyle/>
          <a:p>
            <a:r>
              <a:rPr lang="es-CL" dirty="0"/>
              <a:t>Aprendizaje Supervisado</a:t>
            </a:r>
          </a:p>
        </p:txBody>
      </p:sp>
      <p:sp>
        <p:nvSpPr>
          <p:cNvPr id="7" name="Marcador de texto 6"/>
          <p:cNvSpPr>
            <a:spLocks noGrp="1"/>
          </p:cNvSpPr>
          <p:nvPr>
            <p:ph type="body" sz="quarter" idx="12"/>
          </p:nvPr>
        </p:nvSpPr>
        <p:spPr/>
        <p:txBody>
          <a:bodyPr/>
          <a:lstStyle/>
          <a:p>
            <a:r>
              <a:rPr lang="es-CL" dirty="0"/>
              <a:t>Data Analytics Lead – Coca-Cola Embonor</a:t>
            </a:r>
          </a:p>
        </p:txBody>
      </p:sp>
      <p:sp>
        <p:nvSpPr>
          <p:cNvPr id="8" name="Marcador de texto 7"/>
          <p:cNvSpPr>
            <a:spLocks noGrp="1"/>
          </p:cNvSpPr>
          <p:nvPr>
            <p:ph type="body" sz="quarter" idx="13"/>
          </p:nvPr>
        </p:nvSpPr>
        <p:spPr/>
        <p:txBody>
          <a:bodyPr/>
          <a:lstStyle/>
          <a:p>
            <a:r>
              <a:rPr lang="es-CL" dirty="0"/>
              <a:t>Julio 2025</a:t>
            </a:r>
          </a:p>
        </p:txBody>
      </p:sp>
      <p:cxnSp>
        <p:nvCxnSpPr>
          <p:cNvPr id="111" name="Conector recto 110">
            <a:extLst>
              <a:ext uri="{FF2B5EF4-FFF2-40B4-BE49-F238E27FC236}">
                <a16:creationId xmlns:a16="http://schemas.microsoft.com/office/drawing/2014/main" id="{F48B7CC0-4306-4D43-A068-6EC2E10368DD}"/>
              </a:ext>
            </a:extLst>
          </p:cNvPr>
          <p:cNvCxnSpPr/>
          <p:nvPr/>
        </p:nvCxnSpPr>
        <p:spPr>
          <a:xfrm>
            <a:off x="6096000" y="5699648"/>
            <a:ext cx="0" cy="945577"/>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626281"/>
      </p:ext>
    </p:extLst>
  </p:cSld>
  <p:clrMapOvr>
    <a:masterClrMapping/>
  </p:clrMapOvr>
</p:sld>
</file>

<file path=ppt/theme/theme1.xml><?xml version="1.0" encoding="utf-8"?>
<a:theme xmlns:a="http://schemas.openxmlformats.org/drawingml/2006/main" name="Template FIC">
  <a:themeElements>
    <a:clrScheme name="UAI_SS">
      <a:dk1>
        <a:srgbClr val="14171A"/>
      </a:dk1>
      <a:lt1>
        <a:srgbClr val="FFFFFF"/>
      </a:lt1>
      <a:dk2>
        <a:srgbClr val="616160"/>
      </a:dk2>
      <a:lt2>
        <a:srgbClr val="FFFFFF"/>
      </a:lt2>
      <a:accent1>
        <a:srgbClr val="00B2D2"/>
      </a:accent1>
      <a:accent2>
        <a:srgbClr val="00B2D2"/>
      </a:accent2>
      <a:accent3>
        <a:srgbClr val="0087A4"/>
      </a:accent3>
      <a:accent4>
        <a:srgbClr val="0087A4"/>
      </a:accent4>
      <a:accent5>
        <a:srgbClr val="4DCAE3"/>
      </a:accent5>
      <a:accent6>
        <a:srgbClr val="47439B"/>
      </a:accent6>
      <a:hlink>
        <a:srgbClr val="47439B"/>
      </a:hlink>
      <a:folHlink>
        <a:srgbClr val="47439B"/>
      </a:folHlink>
    </a:clrScheme>
    <a:fontScheme name="UAI_S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5990BC3CC53EEC4C9015B90AA36096B3" ma:contentTypeVersion="9" ma:contentTypeDescription="Crear nuevo documento." ma:contentTypeScope="" ma:versionID="9f10472c8f8b99be31b94b7f73cef107">
  <xsd:schema xmlns:xsd="http://www.w3.org/2001/XMLSchema" xmlns:xs="http://www.w3.org/2001/XMLSchema" xmlns:p="http://schemas.microsoft.com/office/2006/metadata/properties" xmlns:ns2="61d81613-76fc-45e3-a341-dadc20207370" xmlns:ns3="603a40d3-fd4a-4c6f-a49a-28a881649ee8" targetNamespace="http://schemas.microsoft.com/office/2006/metadata/properties" ma:root="true" ma:fieldsID="bea72b84122da3bba7627bf41f982d13" ns2:_="" ns3:_="">
    <xsd:import namespace="61d81613-76fc-45e3-a341-dadc20207370"/>
    <xsd:import namespace="603a40d3-fd4a-4c6f-a49a-28a881649ee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81613-76fc-45e3-a341-dadc202073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03a40d3-fd4a-4c6f-a49a-28a881649ee8"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76299E-B770-467C-9E7C-3DDBE65CFD8D}">
  <ds:schemaRefs>
    <ds:schemaRef ds:uri="61d81613-76fc-45e3-a341-dadc20207370"/>
    <ds:schemaRef ds:uri="http://schemas.microsoft.com/office/2006/documentManagement/types"/>
    <ds:schemaRef ds:uri="http://purl.org/dc/elements/1.1/"/>
    <ds:schemaRef ds:uri="http://www.w3.org/XML/1998/namespace"/>
    <ds:schemaRef ds:uri="http://schemas.openxmlformats.org/package/2006/metadata/core-properties"/>
    <ds:schemaRef ds:uri="http://schemas.microsoft.com/office/2006/metadata/properties"/>
    <ds:schemaRef ds:uri="http://schemas.microsoft.com/office/infopath/2007/PartnerControls"/>
    <ds:schemaRef ds:uri="603a40d3-fd4a-4c6f-a49a-28a881649ee8"/>
    <ds:schemaRef ds:uri="http://purl.org/dc/dcmitype/"/>
    <ds:schemaRef ds:uri="http://purl.org/dc/terms/"/>
  </ds:schemaRefs>
</ds:datastoreItem>
</file>

<file path=customXml/itemProps2.xml><?xml version="1.0" encoding="utf-8"?>
<ds:datastoreItem xmlns:ds="http://schemas.openxmlformats.org/officeDocument/2006/customXml" ds:itemID="{6BBA9AD7-A4D6-41CA-81EE-EFC1CAE4E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d81613-76fc-45e3-a341-dadc20207370"/>
    <ds:schemaRef ds:uri="603a40d3-fd4a-4c6f-a49a-28a881649e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F3F1F7B-209E-470C-8BF9-4C92361D9F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8191</TotalTime>
  <Words>2486</Words>
  <Application>Microsoft Macintosh PowerPoint</Application>
  <PresentationFormat>Widescreen</PresentationFormat>
  <Paragraphs>314</Paragraphs>
  <Slides>43</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Bitter</vt:lpstr>
      <vt:lpstr>Calibri</vt:lpstr>
      <vt:lpstr>Cambria</vt:lpstr>
      <vt:lpstr>Cambria Math</vt:lpstr>
      <vt:lpstr>Lato</vt:lpstr>
      <vt:lpstr>Open Sans</vt:lpstr>
      <vt:lpstr>Segoe UI Light</vt:lpstr>
      <vt:lpstr>Wingdings</vt:lpstr>
      <vt:lpstr>Template FIC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Cuervo</dc:creator>
  <cp:lastModifiedBy>Bastian Galasso</cp:lastModifiedBy>
  <cp:revision>616</cp:revision>
  <dcterms:created xsi:type="dcterms:W3CDTF">2020-06-07T00:37:01Z</dcterms:created>
  <dcterms:modified xsi:type="dcterms:W3CDTF">2025-07-20T21:35:10Z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0x0101005990BC3CC53EEC4C9015B90AA36096B3</vt:lpwstr>
  </property>
</Properties>
</file>