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309" r:id="rId5"/>
    <p:sldId id="289" r:id="rId6"/>
    <p:sldId id="420" r:id="rId7"/>
    <p:sldId id="387" r:id="rId8"/>
    <p:sldId id="388" r:id="rId9"/>
    <p:sldId id="357" r:id="rId10"/>
    <p:sldId id="390" r:id="rId11"/>
    <p:sldId id="389" r:id="rId12"/>
    <p:sldId id="391" r:id="rId13"/>
    <p:sldId id="392" r:id="rId14"/>
    <p:sldId id="393" r:id="rId15"/>
    <p:sldId id="395" r:id="rId16"/>
    <p:sldId id="396" r:id="rId17"/>
    <p:sldId id="398" r:id="rId18"/>
    <p:sldId id="404" r:id="rId19"/>
    <p:sldId id="405" r:id="rId20"/>
    <p:sldId id="406" r:id="rId21"/>
    <p:sldId id="399" r:id="rId22"/>
    <p:sldId id="400" r:id="rId23"/>
    <p:sldId id="401" r:id="rId24"/>
    <p:sldId id="416" r:id="rId25"/>
    <p:sldId id="422" r:id="rId26"/>
    <p:sldId id="421" r:id="rId27"/>
    <p:sldId id="417" r:id="rId28"/>
    <p:sldId id="418" r:id="rId29"/>
    <p:sldId id="419" r:id="rId3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tes de empezar" id="{7551DC49-B7E4-458E-A63D-50F4083573C1}">
          <p14:sldIdLst/>
        </p14:section>
        <p14:section name="Plantilla" id="{28C12D85-E61B-4189-8B3D-84E16C86C1AD}">
          <p14:sldIdLst>
            <p14:sldId id="309"/>
            <p14:sldId id="289"/>
            <p14:sldId id="420"/>
            <p14:sldId id="387"/>
            <p14:sldId id="388"/>
            <p14:sldId id="357"/>
            <p14:sldId id="390"/>
            <p14:sldId id="389"/>
            <p14:sldId id="391"/>
            <p14:sldId id="392"/>
            <p14:sldId id="393"/>
            <p14:sldId id="395"/>
            <p14:sldId id="396"/>
            <p14:sldId id="398"/>
            <p14:sldId id="404"/>
            <p14:sldId id="405"/>
            <p14:sldId id="406"/>
            <p14:sldId id="399"/>
            <p14:sldId id="400"/>
            <p14:sldId id="401"/>
            <p14:sldId id="416"/>
            <p14:sldId id="422"/>
            <p14:sldId id="421"/>
            <p14:sldId id="417"/>
            <p14:sldId id="418"/>
            <p14:sldId id="419"/>
          </p14:sldIdLst>
        </p14:section>
        <p14:section name="Recursos" id="{04020B4B-E9DB-4734-8019-E93BF01A4B5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9"/>
    <a:srgbClr val="00CAF2"/>
    <a:srgbClr val="353274"/>
    <a:srgbClr val="00B2D2"/>
    <a:srgbClr val="FFFFFF"/>
    <a:srgbClr val="06070C"/>
    <a:srgbClr val="00AACC"/>
    <a:srgbClr val="4DCAE3"/>
    <a:srgbClr val="47439B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2" autoAdjust="0"/>
    <p:restoredTop sz="94859" autoAdjust="0"/>
  </p:normalViewPr>
  <p:slideViewPr>
    <p:cSldViewPr snapToGrid="0" showGuides="1">
      <p:cViewPr varScale="1">
        <p:scale>
          <a:sx n="117" d="100"/>
          <a:sy n="117" d="100"/>
        </p:scale>
        <p:origin x="288" y="168"/>
      </p:cViewPr>
      <p:guideLst>
        <p:guide orient="horz" pos="2183"/>
        <p:guide pos="3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22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17A1EC7-F631-4DA2-A6A4-65B810731B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FE2C35-B54B-4AE6-9FEE-0F06044179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EF640-1EFE-4126-9EF1-ECC306D4A890}" type="datetimeFigureOut">
              <a:rPr lang="es-CL" smtClean="0"/>
              <a:t>28-07-25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818A21-CEE5-44A1-8CA6-078D88C21E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FE806D-F6B2-46CE-B3B1-B47F693A6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4F35F-58A4-4647-8F94-02BE1FB528D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4317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11BE5-A7D5-41F7-AD02-F56B828BDE3A}" type="datetimeFigureOut">
              <a:rPr lang="es-CL" smtClean="0"/>
              <a:t>28-07-25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EDE30-4E62-4AE7-928F-F48C777B123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536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3324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9973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0010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1341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7590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1798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26790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9890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5010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3869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6337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6759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2118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4217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23056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0878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93289-05D8-13E4-BF13-235CAFBA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B9DB2-80FE-3A9C-7E02-C84D57006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D03D5-7DA2-CBF4-8F50-4ABFA4387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067A8-9422-C14D-7EF4-719B1C53C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89468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4637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92931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4155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_portad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887" y="5306437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2887" y="5601712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2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Idea principal</a:t>
            </a:r>
            <a:endParaRPr lang="es-CL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52A0FED-5C51-4971-AE80-7E1673715FBD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8D995825-8EEB-4630-8AD5-42ED9D6D1383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DCF0126A-C226-4813-8BCF-C5278F2A10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DE71634D-26AD-4925-8FA5-FE6BA750D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1" name="Freeform 9">
                <a:extLst>
                  <a:ext uri="{FF2B5EF4-FFF2-40B4-BE49-F238E27FC236}">
                    <a16:creationId xmlns:a16="http://schemas.microsoft.com/office/drawing/2014/main" id="{3FE50B5F-E948-46FA-BB17-8A567D30D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2CA580E6-ED9D-48B1-AB4B-27CB1AA2F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D7BC5542-17F1-41DE-9131-2085970F3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4" name="Freeform 12">
                <a:extLst>
                  <a:ext uri="{FF2B5EF4-FFF2-40B4-BE49-F238E27FC236}">
                    <a16:creationId xmlns:a16="http://schemas.microsoft.com/office/drawing/2014/main" id="{28BECA7C-03FD-4C6D-B4A8-80547DEFB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5" name="Freeform 13">
                <a:extLst>
                  <a:ext uri="{FF2B5EF4-FFF2-40B4-BE49-F238E27FC236}">
                    <a16:creationId xmlns:a16="http://schemas.microsoft.com/office/drawing/2014/main" id="{38563BAC-D668-47D0-B490-0FB05F8BE7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6" name="Freeform 14">
                <a:extLst>
                  <a:ext uri="{FF2B5EF4-FFF2-40B4-BE49-F238E27FC236}">
                    <a16:creationId xmlns:a16="http://schemas.microsoft.com/office/drawing/2014/main" id="{90E972A2-CCB9-4B8D-A497-FEBC672B8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7" name="Rectangle 15">
                <a:extLst>
                  <a:ext uri="{FF2B5EF4-FFF2-40B4-BE49-F238E27FC236}">
                    <a16:creationId xmlns:a16="http://schemas.microsoft.com/office/drawing/2014/main" id="{41CD71C4-C596-4AD9-A519-10F15D474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8" name="Freeform 16">
                <a:extLst>
                  <a:ext uri="{FF2B5EF4-FFF2-40B4-BE49-F238E27FC236}">
                    <a16:creationId xmlns:a16="http://schemas.microsoft.com/office/drawing/2014/main" id="{1294F96A-B067-469B-9109-CD31FD8150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9B6A02E8-9E6F-4D04-A316-D4631D0C58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0" name="Freeform 18">
                <a:extLst>
                  <a:ext uri="{FF2B5EF4-FFF2-40B4-BE49-F238E27FC236}">
                    <a16:creationId xmlns:a16="http://schemas.microsoft.com/office/drawing/2014/main" id="{95C8D89B-EC89-4DCB-820B-09F3E08C7D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1" name="Freeform 19">
                <a:extLst>
                  <a:ext uri="{FF2B5EF4-FFF2-40B4-BE49-F238E27FC236}">
                    <a16:creationId xmlns:a16="http://schemas.microsoft.com/office/drawing/2014/main" id="{F247AA86-E76F-4750-A56D-3DF386B694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0106E86D-07E7-44D8-BAAD-FE116E6F97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3" name="Freeform 21">
                <a:extLst>
                  <a:ext uri="{FF2B5EF4-FFF2-40B4-BE49-F238E27FC236}">
                    <a16:creationId xmlns:a16="http://schemas.microsoft.com/office/drawing/2014/main" id="{666D8E34-9C82-4FCF-9FD0-B3DAAB8A7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89A08A6E-99AC-4740-A3D4-24006FD9E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5" name="Freeform 23">
                <a:extLst>
                  <a:ext uri="{FF2B5EF4-FFF2-40B4-BE49-F238E27FC236}">
                    <a16:creationId xmlns:a16="http://schemas.microsoft.com/office/drawing/2014/main" id="{3374E897-2561-4A01-A07E-4F65EFA90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6" name="Freeform 24">
                <a:extLst>
                  <a:ext uri="{FF2B5EF4-FFF2-40B4-BE49-F238E27FC236}">
                    <a16:creationId xmlns:a16="http://schemas.microsoft.com/office/drawing/2014/main" id="{07E210E5-5CAC-47B9-8BD4-F85014E14E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7" name="Rectangle 25">
                <a:extLst>
                  <a:ext uri="{FF2B5EF4-FFF2-40B4-BE49-F238E27FC236}">
                    <a16:creationId xmlns:a16="http://schemas.microsoft.com/office/drawing/2014/main" id="{A9F078EA-6AC7-4789-A4D7-9BFC8EE2F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8" name="Freeform 26">
                <a:extLst>
                  <a:ext uri="{FF2B5EF4-FFF2-40B4-BE49-F238E27FC236}">
                    <a16:creationId xmlns:a16="http://schemas.microsoft.com/office/drawing/2014/main" id="{1D579FA9-EC9E-4E9C-B1D0-C2AC098E22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0" name="Freeform 27">
                <a:extLst>
                  <a:ext uri="{FF2B5EF4-FFF2-40B4-BE49-F238E27FC236}">
                    <a16:creationId xmlns:a16="http://schemas.microsoft.com/office/drawing/2014/main" id="{11585D17-04B8-4960-BF6E-3A1F756E5B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1" name="Freeform 28">
                <a:extLst>
                  <a:ext uri="{FF2B5EF4-FFF2-40B4-BE49-F238E27FC236}">
                    <a16:creationId xmlns:a16="http://schemas.microsoft.com/office/drawing/2014/main" id="{B25FF06A-A471-48CC-834B-642F5620B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2" name="Freeform 29">
                <a:extLst>
                  <a:ext uri="{FF2B5EF4-FFF2-40B4-BE49-F238E27FC236}">
                    <a16:creationId xmlns:a16="http://schemas.microsoft.com/office/drawing/2014/main" id="{D9384773-06F8-4527-9EAA-31D36BA93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3" name="Freeform 30">
                <a:extLst>
                  <a:ext uri="{FF2B5EF4-FFF2-40B4-BE49-F238E27FC236}">
                    <a16:creationId xmlns:a16="http://schemas.microsoft.com/office/drawing/2014/main" id="{9FAA31D3-0B7F-4DB4-AB2F-84DE1D518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4" name="Freeform 31">
                <a:extLst>
                  <a:ext uri="{FF2B5EF4-FFF2-40B4-BE49-F238E27FC236}">
                    <a16:creationId xmlns:a16="http://schemas.microsoft.com/office/drawing/2014/main" id="{93AFE312-B663-4028-94FC-242395433E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22B8C2A3-44C9-4C1B-8CEE-C1B08FC735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C828DD22-E2A5-45AD-B18D-2D3E62D666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E3070C61-0883-47EE-BB14-C9A3392119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8" name="Freeform 35">
                <a:extLst>
                  <a:ext uri="{FF2B5EF4-FFF2-40B4-BE49-F238E27FC236}">
                    <a16:creationId xmlns:a16="http://schemas.microsoft.com/office/drawing/2014/main" id="{E3F1BBFB-DF91-4FCA-92EE-1034500B85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9" name="Freeform 36">
                <a:extLst>
                  <a:ext uri="{FF2B5EF4-FFF2-40B4-BE49-F238E27FC236}">
                    <a16:creationId xmlns:a16="http://schemas.microsoft.com/office/drawing/2014/main" id="{FF94D35E-1202-42C4-A1D4-0F9204B906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7831996-F7BD-4F84-AB19-E69BBC60EBB7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46" name="Rectangle 5">
                <a:extLst>
                  <a:ext uri="{FF2B5EF4-FFF2-40B4-BE49-F238E27FC236}">
                    <a16:creationId xmlns:a16="http://schemas.microsoft.com/office/drawing/2014/main" id="{D645941C-CD69-4205-8A59-A8AD2DBD1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7" name="Freeform 37">
                <a:extLst>
                  <a:ext uri="{FF2B5EF4-FFF2-40B4-BE49-F238E27FC236}">
                    <a16:creationId xmlns:a16="http://schemas.microsoft.com/office/drawing/2014/main" id="{82E5C52C-8EFE-42F7-B109-63878A4B2F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8" name="Freeform 38">
                <a:extLst>
                  <a:ext uri="{FF2B5EF4-FFF2-40B4-BE49-F238E27FC236}">
                    <a16:creationId xmlns:a16="http://schemas.microsoft.com/office/drawing/2014/main" id="{1CC18570-6D49-43CC-9345-4E964E84FF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6227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presentador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4575" y="3337570"/>
            <a:ext cx="756285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DD/MM/AA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7018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Expositor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021233"/>
            <a:ext cx="12191999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MES Y AÑO</a:t>
            </a:r>
            <a:endParaRPr lang="es-CL" dirty="0"/>
          </a:p>
        </p:txBody>
      </p:sp>
      <p:sp>
        <p:nvSpPr>
          <p:cNvPr id="44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695103"/>
            <a:ext cx="1219200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32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Bajada del Título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89107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3F02B20B-5EF9-4548-ADCB-2DEEDAE69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0598" y="1171774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1489CB20-7026-4C66-9D3D-47A9AE643F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111" y="1160333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AC41B7BD-08DF-41D7-B42F-DCFFEC004A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60598" y="2016298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AF49C6D5-43A8-4563-890A-A782D687FF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97111" y="200485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6" name="Marcador de texto 2">
            <a:extLst>
              <a:ext uri="{FF2B5EF4-FFF2-40B4-BE49-F238E27FC236}">
                <a16:creationId xmlns:a16="http://schemas.microsoft.com/office/drawing/2014/main" id="{3F880F4B-F1E5-4EC6-BCB0-E2249B4CEB2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0598" y="2886460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CEBFBD63-AE77-4F67-B163-EC7E1F45FB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97111" y="287501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2" name="Marcador de texto 2">
            <a:extLst>
              <a:ext uri="{FF2B5EF4-FFF2-40B4-BE49-F238E27FC236}">
                <a16:creationId xmlns:a16="http://schemas.microsoft.com/office/drawing/2014/main" id="{D8B1C6B4-3BF9-4F24-A09D-8A80F122A4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0598" y="3765156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04</a:t>
            </a:r>
            <a:endParaRPr lang="es-CL" dirty="0"/>
          </a:p>
        </p:txBody>
      </p: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B60AC8FC-2908-4FCD-9C1C-AE1A5122E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97111" y="375372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8FD3AA44-93C5-4C7F-878F-02F67B5C3D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60598" y="461152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05</a:t>
            </a:r>
            <a:endParaRPr lang="es-CL" dirty="0"/>
          </a:p>
        </p:txBody>
      </p:sp>
      <p:sp>
        <p:nvSpPr>
          <p:cNvPr id="46" name="Marcador de texto 2">
            <a:extLst>
              <a:ext uri="{FF2B5EF4-FFF2-40B4-BE49-F238E27FC236}">
                <a16:creationId xmlns:a16="http://schemas.microsoft.com/office/drawing/2014/main" id="{796AC2B5-8F8F-4488-AA02-FE18C3CDA5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97111" y="460009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8" name="Marcador de texto 2">
            <a:extLst>
              <a:ext uri="{FF2B5EF4-FFF2-40B4-BE49-F238E27FC236}">
                <a16:creationId xmlns:a16="http://schemas.microsoft.com/office/drawing/2014/main" id="{5FF25D75-6C57-45F1-AFF1-2195AB401A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0598" y="546644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06</a:t>
            </a:r>
            <a:endParaRPr lang="es-CL" dirty="0"/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F4A9DA19-EFC7-491F-81D9-89868D4439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7111" y="545501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758"/>
            <a:ext cx="1611517" cy="6858000"/>
          </a:xfrm>
          <a:prstGeom prst="rect">
            <a:avLst/>
          </a:prstGeom>
        </p:spPr>
      </p:pic>
      <p:grpSp>
        <p:nvGrpSpPr>
          <p:cNvPr id="73" name="Grupo 72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4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7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3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7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6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C3BE6599-1231-4DAE-B41C-2FC83F602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0263" y="441325"/>
            <a:ext cx="3316424" cy="392648"/>
          </a:xfrm>
          <a:prstGeom prst="rect">
            <a:avLst/>
          </a:prstGeom>
        </p:spPr>
        <p:txBody>
          <a:bodyPr lIns="72000" rIns="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51" name="Marcador de número de diapositiva 70">
            <a:extLst>
              <a:ext uri="{FF2B5EF4-FFF2-40B4-BE49-F238E27FC236}">
                <a16:creationId xmlns:a16="http://schemas.microsoft.com/office/drawing/2014/main" id="{63264F46-D0E8-448F-884F-FA6D252D5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52" name="Marcador de texto 2">
            <a:extLst>
              <a:ext uri="{FF2B5EF4-FFF2-40B4-BE49-F238E27FC236}">
                <a16:creationId xmlns:a16="http://schemas.microsoft.com/office/drawing/2014/main" id="{4F2FE148-36BC-467C-B3E9-2388FAADEC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7111" y="138777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3" name="Marcador de texto 2">
            <a:extLst>
              <a:ext uri="{FF2B5EF4-FFF2-40B4-BE49-F238E27FC236}">
                <a16:creationId xmlns:a16="http://schemas.microsoft.com/office/drawing/2014/main" id="{715C8820-8940-47C6-967B-8C45E618765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7111" y="2232298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0D78B94-C52A-4520-8CC1-B2794795B75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97111" y="3102460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5" name="Marcador de texto 2">
            <a:extLst>
              <a:ext uri="{FF2B5EF4-FFF2-40B4-BE49-F238E27FC236}">
                <a16:creationId xmlns:a16="http://schemas.microsoft.com/office/drawing/2014/main" id="{BB776279-76A9-4EFA-AA7B-50E72D5F1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97111" y="3981156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6" name="Marcador de texto 2">
            <a:extLst>
              <a:ext uri="{FF2B5EF4-FFF2-40B4-BE49-F238E27FC236}">
                <a16:creationId xmlns:a16="http://schemas.microsoft.com/office/drawing/2014/main" id="{D921326A-014D-4BFC-8A6B-EAD5D02A30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7111" y="482752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7" name="Marcador de texto 2">
            <a:extLst>
              <a:ext uri="{FF2B5EF4-FFF2-40B4-BE49-F238E27FC236}">
                <a16:creationId xmlns:a16="http://schemas.microsoft.com/office/drawing/2014/main" id="{22F5C067-8BC8-429D-A277-E5E429F983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7111" y="568244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77063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19370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C822A4C-AD9D-407B-A7C1-7137DFF45ED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8" name="Freeform 109">
              <a:extLst>
                <a:ext uri="{FF2B5EF4-FFF2-40B4-BE49-F238E27FC236}">
                  <a16:creationId xmlns:a16="http://schemas.microsoft.com/office/drawing/2014/main" id="{AC493B2D-40EB-4D8D-8AF7-281B95F96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9" name="Freeform 110">
              <a:extLst>
                <a:ext uri="{FF2B5EF4-FFF2-40B4-BE49-F238E27FC236}">
                  <a16:creationId xmlns:a16="http://schemas.microsoft.com/office/drawing/2014/main" id="{2C7F537E-237C-415C-AF93-71D6B382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9EF538B-C7F8-4ECF-9337-7F0E64DD522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1" name="Freeform 111">
                <a:extLst>
                  <a:ext uri="{FF2B5EF4-FFF2-40B4-BE49-F238E27FC236}">
                    <a16:creationId xmlns:a16="http://schemas.microsoft.com/office/drawing/2014/main" id="{8FB1136A-69DA-4AC9-912C-204B85F2A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112">
                <a:extLst>
                  <a:ext uri="{FF2B5EF4-FFF2-40B4-BE49-F238E27FC236}">
                    <a16:creationId xmlns:a16="http://schemas.microsoft.com/office/drawing/2014/main" id="{CCAF9F50-1367-494C-BD47-4156FCE8A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113">
                <a:extLst>
                  <a:ext uri="{FF2B5EF4-FFF2-40B4-BE49-F238E27FC236}">
                    <a16:creationId xmlns:a16="http://schemas.microsoft.com/office/drawing/2014/main" id="{DD2FC20F-8894-4253-B9CE-CFF9CA4691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114">
                <a:extLst>
                  <a:ext uri="{FF2B5EF4-FFF2-40B4-BE49-F238E27FC236}">
                    <a16:creationId xmlns:a16="http://schemas.microsoft.com/office/drawing/2014/main" id="{A77AC86A-28D0-41E6-86FC-CA838031A2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115">
                <a:extLst>
                  <a:ext uri="{FF2B5EF4-FFF2-40B4-BE49-F238E27FC236}">
                    <a16:creationId xmlns:a16="http://schemas.microsoft.com/office/drawing/2014/main" id="{D5F9449D-082A-4EB1-8255-E7593AF03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116">
                <a:extLst>
                  <a:ext uri="{FF2B5EF4-FFF2-40B4-BE49-F238E27FC236}">
                    <a16:creationId xmlns:a16="http://schemas.microsoft.com/office/drawing/2014/main" id="{0A47960C-F33C-47B7-AF6C-C28A2A6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117">
                <a:extLst>
                  <a:ext uri="{FF2B5EF4-FFF2-40B4-BE49-F238E27FC236}">
                    <a16:creationId xmlns:a16="http://schemas.microsoft.com/office/drawing/2014/main" id="{51B46D70-9DB6-4032-9AF5-F09BDE256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118">
                <a:extLst>
                  <a:ext uri="{FF2B5EF4-FFF2-40B4-BE49-F238E27FC236}">
                    <a16:creationId xmlns:a16="http://schemas.microsoft.com/office/drawing/2014/main" id="{FA34C565-0876-4B74-A0E6-54E9D8D68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119">
                <a:extLst>
                  <a:ext uri="{FF2B5EF4-FFF2-40B4-BE49-F238E27FC236}">
                    <a16:creationId xmlns:a16="http://schemas.microsoft.com/office/drawing/2014/main" id="{2A62373A-BF68-4B1A-A234-412B329A0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20">
                <a:extLst>
                  <a:ext uri="{FF2B5EF4-FFF2-40B4-BE49-F238E27FC236}">
                    <a16:creationId xmlns:a16="http://schemas.microsoft.com/office/drawing/2014/main" id="{9047BB06-3113-4431-824F-817A2DB6F7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21">
                <a:extLst>
                  <a:ext uri="{FF2B5EF4-FFF2-40B4-BE49-F238E27FC236}">
                    <a16:creationId xmlns:a16="http://schemas.microsoft.com/office/drawing/2014/main" id="{78DAC996-E48E-43A3-8148-37AD70275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22">
                <a:extLst>
                  <a:ext uri="{FF2B5EF4-FFF2-40B4-BE49-F238E27FC236}">
                    <a16:creationId xmlns:a16="http://schemas.microsoft.com/office/drawing/2014/main" id="{8C4D9DB6-EEF6-4D68-B83F-FFDC027D3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23">
                <a:extLst>
                  <a:ext uri="{FF2B5EF4-FFF2-40B4-BE49-F238E27FC236}">
                    <a16:creationId xmlns:a16="http://schemas.microsoft.com/office/drawing/2014/main" id="{AB839EC2-B84D-4D8C-BB20-ACACC3AD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24">
                <a:extLst>
                  <a:ext uri="{FF2B5EF4-FFF2-40B4-BE49-F238E27FC236}">
                    <a16:creationId xmlns:a16="http://schemas.microsoft.com/office/drawing/2014/main" id="{B369989B-745B-403C-ABDB-9FE5FAAF67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25">
                <a:extLst>
                  <a:ext uri="{FF2B5EF4-FFF2-40B4-BE49-F238E27FC236}">
                    <a16:creationId xmlns:a16="http://schemas.microsoft.com/office/drawing/2014/main" id="{7EAAA10F-1644-4C5C-BC7F-E42535311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26">
                <a:extLst>
                  <a:ext uri="{FF2B5EF4-FFF2-40B4-BE49-F238E27FC236}">
                    <a16:creationId xmlns:a16="http://schemas.microsoft.com/office/drawing/2014/main" id="{2C42D491-72F4-4B4E-A8D8-6BDFAE805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27">
                <a:extLst>
                  <a:ext uri="{FF2B5EF4-FFF2-40B4-BE49-F238E27FC236}">
                    <a16:creationId xmlns:a16="http://schemas.microsoft.com/office/drawing/2014/main" id="{52D3EA1E-651B-4D5B-8616-2CFD852A6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" name="Freeform 128">
              <a:extLst>
                <a:ext uri="{FF2B5EF4-FFF2-40B4-BE49-F238E27FC236}">
                  <a16:creationId xmlns:a16="http://schemas.microsoft.com/office/drawing/2014/main" id="{054AC02D-751F-402B-A6DF-C8CF4EC3FB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129">
              <a:extLst>
                <a:ext uri="{FF2B5EF4-FFF2-40B4-BE49-F238E27FC236}">
                  <a16:creationId xmlns:a16="http://schemas.microsoft.com/office/drawing/2014/main" id="{84AE193F-D249-4ECB-95AA-82589E93E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30">
              <a:extLst>
                <a:ext uri="{FF2B5EF4-FFF2-40B4-BE49-F238E27FC236}">
                  <a16:creationId xmlns:a16="http://schemas.microsoft.com/office/drawing/2014/main" id="{183B6B43-B270-4850-B2FD-D00D3F6C1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131">
              <a:extLst>
                <a:ext uri="{FF2B5EF4-FFF2-40B4-BE49-F238E27FC236}">
                  <a16:creationId xmlns:a16="http://schemas.microsoft.com/office/drawing/2014/main" id="{3A19FFA7-835D-4610-B0B4-1DA4E57EF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132">
              <a:extLst>
                <a:ext uri="{FF2B5EF4-FFF2-40B4-BE49-F238E27FC236}">
                  <a16:creationId xmlns:a16="http://schemas.microsoft.com/office/drawing/2014/main" id="{ACE56369-9340-4EA2-B684-C5D88CA2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33">
              <a:extLst>
                <a:ext uri="{FF2B5EF4-FFF2-40B4-BE49-F238E27FC236}">
                  <a16:creationId xmlns:a16="http://schemas.microsoft.com/office/drawing/2014/main" id="{19A176F7-003A-4433-8A2F-7BA4A7395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4">
              <a:extLst>
                <a:ext uri="{FF2B5EF4-FFF2-40B4-BE49-F238E27FC236}">
                  <a16:creationId xmlns:a16="http://schemas.microsoft.com/office/drawing/2014/main" id="{67822941-02E6-4D25-B2EE-F96003AF3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35">
              <a:extLst>
                <a:ext uri="{FF2B5EF4-FFF2-40B4-BE49-F238E27FC236}">
                  <a16:creationId xmlns:a16="http://schemas.microsoft.com/office/drawing/2014/main" id="{C7B320DF-2FBE-4722-8058-80F61D11D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136">
              <a:extLst>
                <a:ext uri="{FF2B5EF4-FFF2-40B4-BE49-F238E27FC236}">
                  <a16:creationId xmlns:a16="http://schemas.microsoft.com/office/drawing/2014/main" id="{A5EEE385-5472-4055-8070-64168677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137">
              <a:extLst>
                <a:ext uri="{FF2B5EF4-FFF2-40B4-BE49-F238E27FC236}">
                  <a16:creationId xmlns:a16="http://schemas.microsoft.com/office/drawing/2014/main" id="{DD5481C8-E01A-4144-83BA-88958A38D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3420AAD-74AE-410D-A497-E3E47790F96C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7AEF51AD-BF99-425F-B734-8C2617849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F10B6F06-5F39-46DA-809C-E3545537E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C31777F1-60F0-448D-A184-5F87C69EF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Rectangle 10">
              <a:extLst>
                <a:ext uri="{FF2B5EF4-FFF2-40B4-BE49-F238E27FC236}">
                  <a16:creationId xmlns:a16="http://schemas.microsoft.com/office/drawing/2014/main" id="{EA2C152F-470E-443A-B788-1D6DEAE88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F064D046-A5C1-4CC5-8571-B2E0380C1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95076BA6-365D-4310-8875-5A6F40BB5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D7338CFC-9CE5-4773-AEA0-3E9AE68DFB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519F29CE-CEB5-439A-A4FE-C63375F6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Rectangle 15">
              <a:extLst>
                <a:ext uri="{FF2B5EF4-FFF2-40B4-BE49-F238E27FC236}">
                  <a16:creationId xmlns:a16="http://schemas.microsoft.com/office/drawing/2014/main" id="{8D87395B-008E-4CEE-821D-AF3CC55B0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5272785E-40C6-4984-A2E0-DADCBBFDAA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F3A9EBAB-E2EE-4C97-9A01-1789CDAA1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CFF2F14C-F6A9-4232-8EF5-F20DF66AC5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CCC5B9C0-486E-4509-B8B1-0D20D26EC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F13B3A5-4948-49E7-8BCD-6A7DA8AF3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878E800-0D0B-4931-A880-282027548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AD9A9765-7C8C-46D4-BEC1-3546CEB65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3">
              <a:extLst>
                <a:ext uri="{FF2B5EF4-FFF2-40B4-BE49-F238E27FC236}">
                  <a16:creationId xmlns:a16="http://schemas.microsoft.com/office/drawing/2014/main" id="{CBB04038-032E-4292-B80F-37A9C2BE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4">
              <a:extLst>
                <a:ext uri="{FF2B5EF4-FFF2-40B4-BE49-F238E27FC236}">
                  <a16:creationId xmlns:a16="http://schemas.microsoft.com/office/drawing/2014/main" id="{B54CB486-D97D-4100-8002-8B0F257D38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Rectangle 25">
              <a:extLst>
                <a:ext uri="{FF2B5EF4-FFF2-40B4-BE49-F238E27FC236}">
                  <a16:creationId xmlns:a16="http://schemas.microsoft.com/office/drawing/2014/main" id="{586FFF76-D124-497B-BABE-3EFBB3C5B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6">
              <a:extLst>
                <a:ext uri="{FF2B5EF4-FFF2-40B4-BE49-F238E27FC236}">
                  <a16:creationId xmlns:a16="http://schemas.microsoft.com/office/drawing/2014/main" id="{067642E2-F669-4852-944F-D9E2E427C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7">
              <a:extLst>
                <a:ext uri="{FF2B5EF4-FFF2-40B4-BE49-F238E27FC236}">
                  <a16:creationId xmlns:a16="http://schemas.microsoft.com/office/drawing/2014/main" id="{6E59239A-7FF0-4648-B96A-2899312A8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8">
              <a:extLst>
                <a:ext uri="{FF2B5EF4-FFF2-40B4-BE49-F238E27FC236}">
                  <a16:creationId xmlns:a16="http://schemas.microsoft.com/office/drawing/2014/main" id="{B5ED75B1-FFCC-4C42-BCC6-F3092E908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9">
              <a:extLst>
                <a:ext uri="{FF2B5EF4-FFF2-40B4-BE49-F238E27FC236}">
                  <a16:creationId xmlns:a16="http://schemas.microsoft.com/office/drawing/2014/main" id="{C35EF449-2BA3-4502-8937-87A0B50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0">
              <a:extLst>
                <a:ext uri="{FF2B5EF4-FFF2-40B4-BE49-F238E27FC236}">
                  <a16:creationId xmlns:a16="http://schemas.microsoft.com/office/drawing/2014/main" id="{B352CD5C-720C-4926-A721-9AC5E7C0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1">
              <a:extLst>
                <a:ext uri="{FF2B5EF4-FFF2-40B4-BE49-F238E27FC236}">
                  <a16:creationId xmlns:a16="http://schemas.microsoft.com/office/drawing/2014/main" id="{3D1C0A91-7956-4303-BE66-133644EE2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2">
              <a:extLst>
                <a:ext uri="{FF2B5EF4-FFF2-40B4-BE49-F238E27FC236}">
                  <a16:creationId xmlns:a16="http://schemas.microsoft.com/office/drawing/2014/main" id="{6065B88A-8A94-4E59-83E4-06B0EA3215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3">
              <a:extLst>
                <a:ext uri="{FF2B5EF4-FFF2-40B4-BE49-F238E27FC236}">
                  <a16:creationId xmlns:a16="http://schemas.microsoft.com/office/drawing/2014/main" id="{0BFE1E3F-1A8D-4863-81C9-A339102AA4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4">
              <a:extLst>
                <a:ext uri="{FF2B5EF4-FFF2-40B4-BE49-F238E27FC236}">
                  <a16:creationId xmlns:a16="http://schemas.microsoft.com/office/drawing/2014/main" id="{35EFFDDD-6341-49DC-9AC3-FE95DEF8D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5">
              <a:extLst>
                <a:ext uri="{FF2B5EF4-FFF2-40B4-BE49-F238E27FC236}">
                  <a16:creationId xmlns:a16="http://schemas.microsoft.com/office/drawing/2014/main" id="{BE146320-5638-4CD8-83B6-B28234429C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6">
              <a:extLst>
                <a:ext uri="{FF2B5EF4-FFF2-40B4-BE49-F238E27FC236}">
                  <a16:creationId xmlns:a16="http://schemas.microsoft.com/office/drawing/2014/main" id="{03CE0CB8-6E7C-4FEB-A0A0-28E923818D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A253E82-27A2-4183-8EF5-BEF0DBC974E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6" name="Rectangle 5">
              <a:extLst>
                <a:ext uri="{FF2B5EF4-FFF2-40B4-BE49-F238E27FC236}">
                  <a16:creationId xmlns:a16="http://schemas.microsoft.com/office/drawing/2014/main" id="{9156220A-AF44-4CA1-9150-CC8BA2B1F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BAD51698-CEE8-47D5-9E82-F78D58E33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8" name="Freeform 38">
              <a:extLst>
                <a:ext uri="{FF2B5EF4-FFF2-40B4-BE49-F238E27FC236}">
                  <a16:creationId xmlns:a16="http://schemas.microsoft.com/office/drawing/2014/main" id="{075AA5A3-AC80-4A6B-A3A0-11374F833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43" name="Marcador de texto 2">
            <a:extLst>
              <a:ext uri="{FF2B5EF4-FFF2-40B4-BE49-F238E27FC236}">
                <a16:creationId xmlns:a16="http://schemas.microsoft.com/office/drawing/2014/main" id="{9F6B68FB-2535-48EA-AEE9-209765466B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4" name="Marcador de número de diapositiva 70">
            <a:extLst>
              <a:ext uri="{FF2B5EF4-FFF2-40B4-BE49-F238E27FC236}">
                <a16:creationId xmlns:a16="http://schemas.microsoft.com/office/drawing/2014/main" id="{1C1914F0-4918-414A-8C37-B7E61BBA5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145" name="Marcador de texto 2">
            <a:extLst>
              <a:ext uri="{FF2B5EF4-FFF2-40B4-BE49-F238E27FC236}">
                <a16:creationId xmlns:a16="http://schemas.microsoft.com/office/drawing/2014/main" id="{16A23D30-DC58-4BA7-8A12-7E1F2A10C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3525" y="1995079"/>
            <a:ext cx="11449050" cy="1707126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ts val="5200"/>
              </a:lnSpc>
              <a:buNone/>
              <a:defRPr sz="5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portadilla </a:t>
            </a:r>
            <a:br>
              <a:rPr lang="es-ES" dirty="0"/>
            </a:br>
            <a:r>
              <a:rPr lang="es-ES" dirty="0"/>
              <a:t>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111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Interior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70">
            <a:extLst>
              <a:ext uri="{FF2B5EF4-FFF2-40B4-BE49-F238E27FC236}">
                <a16:creationId xmlns:a16="http://schemas.microsoft.com/office/drawing/2014/main" id="{0EFF9DC4-4189-44F2-9202-B096455FD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B9DF791-6648-48B1-8907-EA33B7CABE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</p:txBody>
      </p:sp>
    </p:spTree>
    <p:extLst>
      <p:ext uri="{BB962C8B-B14F-4D97-AF65-F5344CB8AC3E}">
        <p14:creationId xmlns:p14="http://schemas.microsoft.com/office/powerpoint/2010/main" val="26047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Formato simple + imagen al cost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número de diapositiva 70">
            <a:extLst>
              <a:ext uri="{FF2B5EF4-FFF2-40B4-BE49-F238E27FC236}">
                <a16:creationId xmlns:a16="http://schemas.microsoft.com/office/drawing/2014/main" id="{96C1F2AD-89A3-4FC0-83B2-66AD0CBC0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  <a:p>
            <a:pPr lvl="0"/>
            <a:endParaRPr lang="es-ES" dirty="0"/>
          </a:p>
          <a:p>
            <a:pPr lvl="0"/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30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6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7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9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838948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 numer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6146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66145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52FADE42-D7A1-4C91-ADE6-DDD45A43BB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0377" y="10956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437D2C6-0DB8-493C-9930-CC56CBC8F6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66146" y="29250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013F99B-4B6A-4E1B-9051-B1585230C3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6145" y="32970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0" name="Marcador de texto 2">
            <a:extLst>
              <a:ext uri="{FF2B5EF4-FFF2-40B4-BE49-F238E27FC236}">
                <a16:creationId xmlns:a16="http://schemas.microsoft.com/office/drawing/2014/main" id="{B1D0621B-7B03-41A3-8F14-262F29903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0377" y="29244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709FBE3F-858F-43A3-A1BE-E6D72F244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6146" y="4776198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32" name="Marcador de texto 2">
            <a:extLst>
              <a:ext uri="{FF2B5EF4-FFF2-40B4-BE49-F238E27FC236}">
                <a16:creationId xmlns:a16="http://schemas.microsoft.com/office/drawing/2014/main" id="{B4E97635-6CC1-476E-904B-66E892EB1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6145" y="5148142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B76645D5-B6F6-4FC8-89F9-B0AFC3FC3F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40377" y="4775502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7487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610" y="107655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6884" y="1094561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46883" y="1477831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posición de imagen 4">
            <a:extLst>
              <a:ext uri="{FF2B5EF4-FFF2-40B4-BE49-F238E27FC236}">
                <a16:creationId xmlns:a16="http://schemas.microsoft.com/office/drawing/2014/main" id="{A53B2E55-10A3-4EB8-9D79-99F6524416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0610" y="2924097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41AC8940-6770-43AA-8F24-83D7957AD8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46884" y="2922649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0ADC3A77-93C8-4C56-BDBE-546FE5A5F6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46883" y="3305919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6" name="Marcador de posición de imagen 4">
            <a:extLst>
              <a:ext uri="{FF2B5EF4-FFF2-40B4-BE49-F238E27FC236}">
                <a16:creationId xmlns:a16="http://schemas.microsoft.com/office/drawing/2014/main" id="{180D7933-E305-48EE-A94D-42C280C253F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20610" y="475242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AFC07F10-867E-49C8-A631-B9681F783A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46884" y="4770430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C2C66C14-3394-4278-B0C2-99D4367B31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46883" y="5153700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963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47850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7850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7" name="Marcador de posición de imagen 4">
            <a:extLst>
              <a:ext uri="{FF2B5EF4-FFF2-40B4-BE49-F238E27FC236}">
                <a16:creationId xmlns:a16="http://schemas.microsoft.com/office/drawing/2014/main" id="{C3DA7A9B-5C9D-472C-97D8-C713F5B31A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30057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3E904E4B-1F61-4C47-93FC-DA92AEFB1F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0057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FE6F7E4B-2DE7-46CE-BD7C-CA3D85629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51E493BB-BBCE-41DF-AA09-F6E284E29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E86EF-5EFF-4749-8135-3D6C0A7A7C6E}"/>
              </a:ext>
            </a:extLst>
          </p:cNvPr>
          <p:cNvCxnSpPr>
            <a:cxnSpLocks/>
          </p:cNvCxnSpPr>
          <p:nvPr userDrawn="1"/>
        </p:nvCxnSpPr>
        <p:spPr>
          <a:xfrm>
            <a:off x="1847850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4D38D91-CF3E-44E3-A838-D9B4EF44F467}"/>
              </a:ext>
            </a:extLst>
          </p:cNvPr>
          <p:cNvCxnSpPr>
            <a:cxnSpLocks/>
          </p:cNvCxnSpPr>
          <p:nvPr userDrawn="1"/>
        </p:nvCxnSpPr>
        <p:spPr>
          <a:xfrm>
            <a:off x="6630057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E6A8206-3F05-4A7E-BA6A-3027AB4AC3C3}"/>
              </a:ext>
            </a:extLst>
          </p:cNvPr>
          <p:cNvCxnSpPr/>
          <p:nvPr userDrawn="1"/>
        </p:nvCxnSpPr>
        <p:spPr>
          <a:xfrm>
            <a:off x="1485397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740217-17BD-419B-B77D-962C9D2A283B}"/>
              </a:ext>
            </a:extLst>
          </p:cNvPr>
          <p:cNvCxnSpPr/>
          <p:nvPr userDrawn="1"/>
        </p:nvCxnSpPr>
        <p:spPr>
          <a:xfrm>
            <a:off x="6276750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6"/>
          <p:cNvSpPr>
            <a:spLocks noGrp="1"/>
          </p:cNvSpPr>
          <p:nvPr>
            <p:ph type="body" sz="quarter" idx="27" hasCustomPrompt="1"/>
          </p:nvPr>
        </p:nvSpPr>
        <p:spPr>
          <a:xfrm>
            <a:off x="1848735" y="2423967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  <p:sp>
        <p:nvSpPr>
          <p:cNvPr id="29" name="Marcador de texto 6"/>
          <p:cNvSpPr>
            <a:spLocks noGrp="1"/>
          </p:cNvSpPr>
          <p:nvPr>
            <p:ph type="body" sz="quarter" idx="28" hasCustomPrompt="1"/>
          </p:nvPr>
        </p:nvSpPr>
        <p:spPr>
          <a:xfrm>
            <a:off x="6629178" y="2431508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945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+ 2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58CF30-9789-4AF6-88DD-000B526B4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4305" y="1162662"/>
            <a:ext cx="8075577" cy="797969"/>
          </a:xfrm>
          <a:prstGeom prst="rect">
            <a:avLst/>
          </a:prstGeom>
        </p:spPr>
        <p:txBody>
          <a:bodyPr lIns="0"/>
          <a:lstStyle>
            <a:lvl1pPr>
              <a:defRPr lang="es-CL" sz="1600" b="1" strike="noStrike" cap="all" baseline="0" dirty="0"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ts val="2400"/>
              </a:lnSpc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onsect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FDD434A-37AA-48EB-8E6A-6C267B0EFA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EF9038D-C976-465C-8430-875FA011A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27A3780-4BA0-4898-B348-55D1A71546A4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C8C3643C-B3A7-4913-99FD-32FFBD734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2" name="Marcador de número de diapositiva 70">
            <a:extLst>
              <a:ext uri="{FF2B5EF4-FFF2-40B4-BE49-F238E27FC236}">
                <a16:creationId xmlns:a16="http://schemas.microsoft.com/office/drawing/2014/main" id="{EAC10AA9-FCCB-41F7-BD74-69E5FD57E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13" name="Marcador de posición de imagen 26">
            <a:extLst>
              <a:ext uri="{FF2B5EF4-FFF2-40B4-BE49-F238E27FC236}">
                <a16:creationId xmlns:a16="http://schemas.microsoft.com/office/drawing/2014/main" id="{7E66DFDF-3671-4F5C-AE1E-A0AE626D6D7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002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4" name="Marcador de posición de imagen 26">
            <a:extLst>
              <a:ext uri="{FF2B5EF4-FFF2-40B4-BE49-F238E27FC236}">
                <a16:creationId xmlns:a16="http://schemas.microsoft.com/office/drawing/2014/main" id="{C92FB699-44E2-4419-96AD-600264291F7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150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8291BBA-3814-43A7-812D-8F886044BE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27978" y="1969742"/>
            <a:ext cx="8077078" cy="1362929"/>
          </a:xfrm>
          <a:prstGeom prst="rect">
            <a:avLst/>
          </a:prstGeom>
        </p:spPr>
        <p:txBody>
          <a:bodyPr lIns="0"/>
          <a:lstStyle>
            <a:lvl1pPr algn="just">
              <a:defRPr lang="es-ES" sz="1400" dirty="0">
                <a:solidFill>
                  <a:schemeClr val="tx2"/>
                </a:solidFill>
              </a:defRPr>
            </a:lvl1pPr>
          </a:lstStyle>
          <a:p>
            <a:pPr marL="0" lvl="0" indent="0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 </a:t>
            </a:r>
            <a:r>
              <a:rPr lang="es-ES" dirty="0" err="1"/>
              <a:t>placerat</a:t>
            </a:r>
            <a:r>
              <a:rPr lang="es-ES" dirty="0"/>
              <a:t> </a:t>
            </a:r>
            <a:r>
              <a:rPr lang="es-ES" dirty="0" err="1"/>
              <a:t>pellentesque</a:t>
            </a:r>
            <a:r>
              <a:rPr lang="es-ES" dirty="0"/>
              <a:t> tortor </a:t>
            </a:r>
            <a:r>
              <a:rPr lang="es-ES" dirty="0" err="1"/>
              <a:t>vel</a:t>
            </a:r>
            <a:r>
              <a:rPr lang="es-ES" dirty="0"/>
              <a:t> platea </a:t>
            </a:r>
            <a:r>
              <a:rPr lang="es-ES" dirty="0" err="1"/>
              <a:t>proin</a:t>
            </a:r>
            <a:r>
              <a:rPr lang="es-ES" dirty="0"/>
              <a:t>, </a:t>
            </a:r>
            <a:r>
              <a:rPr lang="es-ES" dirty="0" err="1"/>
              <a:t>egestas</a:t>
            </a:r>
            <a:r>
              <a:rPr lang="es-ES" dirty="0"/>
              <a:t>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risus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arcu</a:t>
            </a:r>
            <a:r>
              <a:rPr lang="es-ES" dirty="0"/>
              <a:t> vitae, </a:t>
            </a:r>
            <a:r>
              <a:rPr lang="es-ES" dirty="0" err="1"/>
              <a:t>sollicitudin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24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3" pos="1323" userDrawn="1">
          <p15:clr>
            <a:srgbClr val="FBAE40"/>
          </p15:clr>
        </p15:guide>
        <p15:guide id="4" orient="horz" pos="278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n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BAEBA9F5-CD76-4AA2-8BC9-DA1909C6D4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86025" y="4305300"/>
            <a:ext cx="3486149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5AAE6238-2AB7-435F-83B4-E6CBF4D65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4125" y="4305300"/>
            <a:ext cx="3486150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</a:p>
          <a:p>
            <a:pPr lvl="0"/>
            <a:endParaRPr lang="es-CL" dirty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DFCCB7-BA83-470A-9213-5DE0757E027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47850" y="981074"/>
            <a:ext cx="8496300" cy="32194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2" name="Marcador de número de diapositiva 70">
            <a:extLst>
              <a:ext uri="{FF2B5EF4-FFF2-40B4-BE49-F238E27FC236}">
                <a16:creationId xmlns:a16="http://schemas.microsoft.com/office/drawing/2014/main" id="{FB3DF7D6-1893-4A71-BE82-4A3E0A6F9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615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con 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75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09490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0364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Imágen full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8546" y="0"/>
            <a:ext cx="1194749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152000"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imagen full 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20244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8F58F91-0033-4B76-AC08-AE1F093D0D3B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2" name="Freeform 109">
              <a:extLst>
                <a:ext uri="{FF2B5EF4-FFF2-40B4-BE49-F238E27FC236}">
                  <a16:creationId xmlns:a16="http://schemas.microsoft.com/office/drawing/2014/main" id="{96AB14E3-8E5C-4922-B9DB-3413AF77E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110">
              <a:extLst>
                <a:ext uri="{FF2B5EF4-FFF2-40B4-BE49-F238E27FC236}">
                  <a16:creationId xmlns:a16="http://schemas.microsoft.com/office/drawing/2014/main" id="{1A9D835A-82C2-43F5-B8EA-04DB94EED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2B3D4907-70C1-477D-93D5-207E4013928C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5" name="Freeform 111">
                <a:extLst>
                  <a:ext uri="{FF2B5EF4-FFF2-40B4-BE49-F238E27FC236}">
                    <a16:creationId xmlns:a16="http://schemas.microsoft.com/office/drawing/2014/main" id="{C5D69512-E583-4C2E-B631-E4361BAA3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6" name="Freeform 112">
                <a:extLst>
                  <a:ext uri="{FF2B5EF4-FFF2-40B4-BE49-F238E27FC236}">
                    <a16:creationId xmlns:a16="http://schemas.microsoft.com/office/drawing/2014/main" id="{2A7ACA2B-8D7E-418F-8E1E-CE20DA3C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3">
                <a:extLst>
                  <a:ext uri="{FF2B5EF4-FFF2-40B4-BE49-F238E27FC236}">
                    <a16:creationId xmlns:a16="http://schemas.microsoft.com/office/drawing/2014/main" id="{925D44F3-7225-4EEB-BC13-7CD4F1FD89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4">
                <a:extLst>
                  <a:ext uri="{FF2B5EF4-FFF2-40B4-BE49-F238E27FC236}">
                    <a16:creationId xmlns:a16="http://schemas.microsoft.com/office/drawing/2014/main" id="{64C00162-7B11-4A2C-997B-7459AEDD61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5">
                <a:extLst>
                  <a:ext uri="{FF2B5EF4-FFF2-40B4-BE49-F238E27FC236}">
                    <a16:creationId xmlns:a16="http://schemas.microsoft.com/office/drawing/2014/main" id="{A50C0306-E5CA-4BD5-9BFA-6ECCEEC3D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6">
                <a:extLst>
                  <a:ext uri="{FF2B5EF4-FFF2-40B4-BE49-F238E27FC236}">
                    <a16:creationId xmlns:a16="http://schemas.microsoft.com/office/drawing/2014/main" id="{86B71BD0-8245-4F02-A518-B56C446BE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7">
                <a:extLst>
                  <a:ext uri="{FF2B5EF4-FFF2-40B4-BE49-F238E27FC236}">
                    <a16:creationId xmlns:a16="http://schemas.microsoft.com/office/drawing/2014/main" id="{7E6A241D-4E61-4FBA-B683-14AA16AE9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8">
                <a:extLst>
                  <a:ext uri="{FF2B5EF4-FFF2-40B4-BE49-F238E27FC236}">
                    <a16:creationId xmlns:a16="http://schemas.microsoft.com/office/drawing/2014/main" id="{914652C7-D488-4847-AE92-49F866185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9">
                <a:extLst>
                  <a:ext uri="{FF2B5EF4-FFF2-40B4-BE49-F238E27FC236}">
                    <a16:creationId xmlns:a16="http://schemas.microsoft.com/office/drawing/2014/main" id="{C1437106-1E1F-4FD2-BD76-48C4F562D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20">
                <a:extLst>
                  <a:ext uri="{FF2B5EF4-FFF2-40B4-BE49-F238E27FC236}">
                    <a16:creationId xmlns:a16="http://schemas.microsoft.com/office/drawing/2014/main" id="{DC026305-F7D2-4A3C-A018-D1DA87A23B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1">
                <a:extLst>
                  <a:ext uri="{FF2B5EF4-FFF2-40B4-BE49-F238E27FC236}">
                    <a16:creationId xmlns:a16="http://schemas.microsoft.com/office/drawing/2014/main" id="{5ACC416C-1B47-4244-BDBD-E93DD8E3A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2">
                <a:extLst>
                  <a:ext uri="{FF2B5EF4-FFF2-40B4-BE49-F238E27FC236}">
                    <a16:creationId xmlns:a16="http://schemas.microsoft.com/office/drawing/2014/main" id="{3626AE19-E8FF-42DC-922E-FA743108A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3">
                <a:extLst>
                  <a:ext uri="{FF2B5EF4-FFF2-40B4-BE49-F238E27FC236}">
                    <a16:creationId xmlns:a16="http://schemas.microsoft.com/office/drawing/2014/main" id="{460BDDB1-5D20-4ED5-8DE6-26D279E899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4">
                <a:extLst>
                  <a:ext uri="{FF2B5EF4-FFF2-40B4-BE49-F238E27FC236}">
                    <a16:creationId xmlns:a16="http://schemas.microsoft.com/office/drawing/2014/main" id="{B44368DE-59B6-4674-BCD4-3B852D8469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5">
                <a:extLst>
                  <a:ext uri="{FF2B5EF4-FFF2-40B4-BE49-F238E27FC236}">
                    <a16:creationId xmlns:a16="http://schemas.microsoft.com/office/drawing/2014/main" id="{322C328A-634A-4068-A476-671FBABDF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6">
                <a:extLst>
                  <a:ext uri="{FF2B5EF4-FFF2-40B4-BE49-F238E27FC236}">
                    <a16:creationId xmlns:a16="http://schemas.microsoft.com/office/drawing/2014/main" id="{A73B8BD2-A04C-4508-B0E1-CA3F283E6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7">
                <a:extLst>
                  <a:ext uri="{FF2B5EF4-FFF2-40B4-BE49-F238E27FC236}">
                    <a16:creationId xmlns:a16="http://schemas.microsoft.com/office/drawing/2014/main" id="{4CECD2B1-20C0-46C1-A146-44114C4F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5" name="Freeform 128">
              <a:extLst>
                <a:ext uri="{FF2B5EF4-FFF2-40B4-BE49-F238E27FC236}">
                  <a16:creationId xmlns:a16="http://schemas.microsoft.com/office/drawing/2014/main" id="{C5152B54-691E-4141-BF10-58559062A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129">
              <a:extLst>
                <a:ext uri="{FF2B5EF4-FFF2-40B4-BE49-F238E27FC236}">
                  <a16:creationId xmlns:a16="http://schemas.microsoft.com/office/drawing/2014/main" id="{C6160175-9203-45D4-956A-EB90F8220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30">
              <a:extLst>
                <a:ext uri="{FF2B5EF4-FFF2-40B4-BE49-F238E27FC236}">
                  <a16:creationId xmlns:a16="http://schemas.microsoft.com/office/drawing/2014/main" id="{FD9CA157-3E9D-4B8A-BD4A-8B19A8677B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1">
              <a:extLst>
                <a:ext uri="{FF2B5EF4-FFF2-40B4-BE49-F238E27FC236}">
                  <a16:creationId xmlns:a16="http://schemas.microsoft.com/office/drawing/2014/main" id="{43C6FCFA-8F16-4F34-B4E9-A555655834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2">
              <a:extLst>
                <a:ext uri="{FF2B5EF4-FFF2-40B4-BE49-F238E27FC236}">
                  <a16:creationId xmlns:a16="http://schemas.microsoft.com/office/drawing/2014/main" id="{FF5C128F-1BA4-4FED-BBE7-58901C14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3">
              <a:extLst>
                <a:ext uri="{FF2B5EF4-FFF2-40B4-BE49-F238E27FC236}">
                  <a16:creationId xmlns:a16="http://schemas.microsoft.com/office/drawing/2014/main" id="{49C3CD5B-1A01-4824-B112-002AA2809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4">
              <a:extLst>
                <a:ext uri="{FF2B5EF4-FFF2-40B4-BE49-F238E27FC236}">
                  <a16:creationId xmlns:a16="http://schemas.microsoft.com/office/drawing/2014/main" id="{1D5C616F-DE3F-4843-A5B5-ACB4D857B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5">
              <a:extLst>
                <a:ext uri="{FF2B5EF4-FFF2-40B4-BE49-F238E27FC236}">
                  <a16:creationId xmlns:a16="http://schemas.microsoft.com/office/drawing/2014/main" id="{FE4549F1-79B2-43C2-8182-AD44C1F6D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6">
              <a:extLst>
                <a:ext uri="{FF2B5EF4-FFF2-40B4-BE49-F238E27FC236}">
                  <a16:creationId xmlns:a16="http://schemas.microsoft.com/office/drawing/2014/main" id="{317F4FD3-CFD9-4316-9945-4B3B052C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7">
              <a:extLst>
                <a:ext uri="{FF2B5EF4-FFF2-40B4-BE49-F238E27FC236}">
                  <a16:creationId xmlns:a16="http://schemas.microsoft.com/office/drawing/2014/main" id="{EA383349-7481-4607-BD58-0E4D94986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AE056D84-173E-42AC-8684-562B27B9464B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A9453ED4-4175-4F70-87FC-7DBB842EB9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A8D7C765-FE9F-4703-B262-623073FE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5F27F551-53DE-4CD4-A5FD-ECB69D9C7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E91FF38F-1F24-4D27-BE64-A918B4018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86B53FFE-FC53-46A6-9D5D-45E1C15B7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E0607D55-64B5-43A4-B8F8-56EA1C682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38249EC7-6FC9-400E-A604-7F245EF82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4995597-DC8D-4C23-8776-089124F6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2F589983-1B17-4695-8803-B42923747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6F4D6D0D-E191-4462-B566-567E53E836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C5292092-1D92-4005-ACFD-2EC41A56A1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063A0FE6-A7A4-43DC-8F4D-621F868628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DC30F834-B208-4742-8EFB-50F5DE8F4C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4D1C60A7-0F4B-443A-B07C-65EB3F7FC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E73CFA1F-E771-441B-BBCA-C164C1D78D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2796F9B6-31EC-4FF4-AA59-22AE57C5E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EF5550E1-6664-433C-BE41-B4BA8379A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BF476C5-C211-4EBB-AD9E-C09FF7E21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62C0935B-6BFE-408C-ACD3-6BBD46FD0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7EE5EEFA-55D7-4BAE-B262-321E9993E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C26B7DEF-EBD7-41A5-8FE8-887746F02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818B05BD-5E6A-4048-875E-91AA9321E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0EA17066-5690-4ECE-AD7D-DC32FE85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D2F72F6B-DB58-4028-AB03-BE1C047D3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019B9C43-9543-4801-8F5F-63DDBF94C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B3632215-F7D3-461E-B7F1-2F824879A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A8557DB8-AF22-41E9-B3DC-E4265A915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CDFD3285-82D8-4161-A2C5-8E5A9894F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3383C400-1E64-4778-9239-E84B63B3D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947AFB73-AB62-44F6-8BA5-C52B74380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84DC7DC9-C120-4F82-95FA-47B939E0633B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66C3A7FE-F708-4826-87B8-5D87ED9B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70F7B806-0AE0-46BE-9F12-FA7EA2DE2A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F47BD283-62E6-4C5B-9649-6904B135B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64073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ilar Estratégic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DCAE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435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ilar Estratégic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chemeClr val="accent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7309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ilar Estratégic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00B2D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6233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ilar Estratégic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7439B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866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ilares Estratégic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n 49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CCD70D3C-385C-464C-9F3F-B77A0D7461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3070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80C34C97-1FC4-47C7-A7BF-CC5FFF0FFB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9364485" y="30518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66943EA6-3EAC-4D6A-90D1-E6424B1DAF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28859" y="1199284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5656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5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323444BD-A16C-451B-97A0-6106EC883E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63773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4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4" name="Marcador de posición de imagen 4">
            <a:extLst>
              <a:ext uri="{FF2B5EF4-FFF2-40B4-BE49-F238E27FC236}">
                <a16:creationId xmlns:a16="http://schemas.microsoft.com/office/drawing/2014/main" id="{B2EA0EB3-9206-4C2A-893E-591E4EF14C1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828380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3C626FD5-5249-45AD-9D3A-D8CB7C7B39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35656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6" name="Marcador de posición de imagen 4">
            <a:extLst>
              <a:ext uri="{FF2B5EF4-FFF2-40B4-BE49-F238E27FC236}">
                <a16:creationId xmlns:a16="http://schemas.microsoft.com/office/drawing/2014/main" id="{3D49CB67-1EFB-45C2-B047-21DC963678C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100263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7" name="Marcador de texto 2">
            <a:extLst>
              <a:ext uri="{FF2B5EF4-FFF2-40B4-BE49-F238E27FC236}">
                <a16:creationId xmlns:a16="http://schemas.microsoft.com/office/drawing/2014/main" id="{76BE6FA6-1C20-452B-AF99-0F5989CAB0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63773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6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8" name="Marcador de posición de imagen 4">
            <a:extLst>
              <a:ext uri="{FF2B5EF4-FFF2-40B4-BE49-F238E27FC236}">
                <a16:creationId xmlns:a16="http://schemas.microsoft.com/office/drawing/2014/main" id="{1842295A-0375-4397-ADF0-E3360C59BF1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828380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9" name="Marcador de número de diapositiva 70">
            <a:extLst>
              <a:ext uri="{FF2B5EF4-FFF2-40B4-BE49-F238E27FC236}">
                <a16:creationId xmlns:a16="http://schemas.microsoft.com/office/drawing/2014/main" id="{F3B22BD4-F182-4C31-AF0C-CC9B4278A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016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71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72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1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magen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193614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Espacio para imagen full 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F760D59-0D75-468D-9532-CC7064DC9846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3" name="Freeform 109">
              <a:extLst>
                <a:ext uri="{FF2B5EF4-FFF2-40B4-BE49-F238E27FC236}">
                  <a16:creationId xmlns:a16="http://schemas.microsoft.com/office/drawing/2014/main" id="{2A16ABED-1480-4A17-8C5D-B31F7DF5C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110">
              <a:extLst>
                <a:ext uri="{FF2B5EF4-FFF2-40B4-BE49-F238E27FC236}">
                  <a16:creationId xmlns:a16="http://schemas.microsoft.com/office/drawing/2014/main" id="{0E93C5EF-86D1-4D3D-9F8D-64EA1AC1D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FE4F3B71-11F7-4774-9AA8-F249F7CFCCF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6" name="Freeform 111">
                <a:extLst>
                  <a:ext uri="{FF2B5EF4-FFF2-40B4-BE49-F238E27FC236}">
                    <a16:creationId xmlns:a16="http://schemas.microsoft.com/office/drawing/2014/main" id="{5E806105-4795-4E11-AB36-1BA90E4DC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2">
                <a:extLst>
                  <a:ext uri="{FF2B5EF4-FFF2-40B4-BE49-F238E27FC236}">
                    <a16:creationId xmlns:a16="http://schemas.microsoft.com/office/drawing/2014/main" id="{260EC9DB-4F20-4C3D-BC00-FE17BD3F5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3">
                <a:extLst>
                  <a:ext uri="{FF2B5EF4-FFF2-40B4-BE49-F238E27FC236}">
                    <a16:creationId xmlns:a16="http://schemas.microsoft.com/office/drawing/2014/main" id="{32D144DC-08C4-4D36-9F09-30318CB0C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4">
                <a:extLst>
                  <a:ext uri="{FF2B5EF4-FFF2-40B4-BE49-F238E27FC236}">
                    <a16:creationId xmlns:a16="http://schemas.microsoft.com/office/drawing/2014/main" id="{FA1527B0-419A-4EDE-90DE-3DB5EA195A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5">
                <a:extLst>
                  <a:ext uri="{FF2B5EF4-FFF2-40B4-BE49-F238E27FC236}">
                    <a16:creationId xmlns:a16="http://schemas.microsoft.com/office/drawing/2014/main" id="{E160C73E-6C60-4B73-B515-7E4F6BA2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6">
                <a:extLst>
                  <a:ext uri="{FF2B5EF4-FFF2-40B4-BE49-F238E27FC236}">
                    <a16:creationId xmlns:a16="http://schemas.microsoft.com/office/drawing/2014/main" id="{A2A72D1B-DCF0-48EE-9878-F2B782CC8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7">
                <a:extLst>
                  <a:ext uri="{FF2B5EF4-FFF2-40B4-BE49-F238E27FC236}">
                    <a16:creationId xmlns:a16="http://schemas.microsoft.com/office/drawing/2014/main" id="{0FC7E7C9-E634-427E-9E58-B9C430BBE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8">
                <a:extLst>
                  <a:ext uri="{FF2B5EF4-FFF2-40B4-BE49-F238E27FC236}">
                    <a16:creationId xmlns:a16="http://schemas.microsoft.com/office/drawing/2014/main" id="{E6D10DBA-3876-48D7-9601-6583978F0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9">
                <a:extLst>
                  <a:ext uri="{FF2B5EF4-FFF2-40B4-BE49-F238E27FC236}">
                    <a16:creationId xmlns:a16="http://schemas.microsoft.com/office/drawing/2014/main" id="{223290B5-A74A-46C5-88F1-980FA81D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0">
                <a:extLst>
                  <a:ext uri="{FF2B5EF4-FFF2-40B4-BE49-F238E27FC236}">
                    <a16:creationId xmlns:a16="http://schemas.microsoft.com/office/drawing/2014/main" id="{C0B629AE-44FB-4B7E-9242-726B09C3EA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1">
                <a:extLst>
                  <a:ext uri="{FF2B5EF4-FFF2-40B4-BE49-F238E27FC236}">
                    <a16:creationId xmlns:a16="http://schemas.microsoft.com/office/drawing/2014/main" id="{E7B5A626-9DB1-4C57-9694-B16E694E0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2">
                <a:extLst>
                  <a:ext uri="{FF2B5EF4-FFF2-40B4-BE49-F238E27FC236}">
                    <a16:creationId xmlns:a16="http://schemas.microsoft.com/office/drawing/2014/main" id="{F263ACAE-6424-44F4-8469-025661D48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3">
                <a:extLst>
                  <a:ext uri="{FF2B5EF4-FFF2-40B4-BE49-F238E27FC236}">
                    <a16:creationId xmlns:a16="http://schemas.microsoft.com/office/drawing/2014/main" id="{004F788D-5BD1-4CC0-A248-1F5FB64040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4">
                <a:extLst>
                  <a:ext uri="{FF2B5EF4-FFF2-40B4-BE49-F238E27FC236}">
                    <a16:creationId xmlns:a16="http://schemas.microsoft.com/office/drawing/2014/main" id="{345DB0C7-3792-447E-88EF-C02FD39F0E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5">
                <a:extLst>
                  <a:ext uri="{FF2B5EF4-FFF2-40B4-BE49-F238E27FC236}">
                    <a16:creationId xmlns:a16="http://schemas.microsoft.com/office/drawing/2014/main" id="{47231F00-A661-44B2-AB6B-48B47B564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6">
                <a:extLst>
                  <a:ext uri="{FF2B5EF4-FFF2-40B4-BE49-F238E27FC236}">
                    <a16:creationId xmlns:a16="http://schemas.microsoft.com/office/drawing/2014/main" id="{17D94E06-E3C2-4394-A870-6ABF58C7E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7">
                <a:extLst>
                  <a:ext uri="{FF2B5EF4-FFF2-40B4-BE49-F238E27FC236}">
                    <a16:creationId xmlns:a16="http://schemas.microsoft.com/office/drawing/2014/main" id="{95FF73C3-9273-4025-8043-B93FDB908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6" name="Freeform 128">
              <a:extLst>
                <a:ext uri="{FF2B5EF4-FFF2-40B4-BE49-F238E27FC236}">
                  <a16:creationId xmlns:a16="http://schemas.microsoft.com/office/drawing/2014/main" id="{02564356-1093-43A9-85A9-A61F0CB11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29">
              <a:extLst>
                <a:ext uri="{FF2B5EF4-FFF2-40B4-BE49-F238E27FC236}">
                  <a16:creationId xmlns:a16="http://schemas.microsoft.com/office/drawing/2014/main" id="{7EE7B7E7-D770-4BE6-A229-C7F8E56EF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0">
              <a:extLst>
                <a:ext uri="{FF2B5EF4-FFF2-40B4-BE49-F238E27FC236}">
                  <a16:creationId xmlns:a16="http://schemas.microsoft.com/office/drawing/2014/main" id="{81BB9DD0-461A-464C-BAD1-1B749AF42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1">
              <a:extLst>
                <a:ext uri="{FF2B5EF4-FFF2-40B4-BE49-F238E27FC236}">
                  <a16:creationId xmlns:a16="http://schemas.microsoft.com/office/drawing/2014/main" id="{BA540343-1981-4C56-93A1-76806F9915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2">
              <a:extLst>
                <a:ext uri="{FF2B5EF4-FFF2-40B4-BE49-F238E27FC236}">
                  <a16:creationId xmlns:a16="http://schemas.microsoft.com/office/drawing/2014/main" id="{9323C4A7-BC9A-4F71-8065-157BEB3ED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3">
              <a:extLst>
                <a:ext uri="{FF2B5EF4-FFF2-40B4-BE49-F238E27FC236}">
                  <a16:creationId xmlns:a16="http://schemas.microsoft.com/office/drawing/2014/main" id="{3840820B-B609-4264-80E3-C63ABAEF4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4">
              <a:extLst>
                <a:ext uri="{FF2B5EF4-FFF2-40B4-BE49-F238E27FC236}">
                  <a16:creationId xmlns:a16="http://schemas.microsoft.com/office/drawing/2014/main" id="{90734FCE-4632-4FF5-94EC-7A53F6744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5">
              <a:extLst>
                <a:ext uri="{FF2B5EF4-FFF2-40B4-BE49-F238E27FC236}">
                  <a16:creationId xmlns:a16="http://schemas.microsoft.com/office/drawing/2014/main" id="{07EDB1F7-C7B6-480C-A0F2-8E205E41A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6">
              <a:extLst>
                <a:ext uri="{FF2B5EF4-FFF2-40B4-BE49-F238E27FC236}">
                  <a16:creationId xmlns:a16="http://schemas.microsoft.com/office/drawing/2014/main" id="{9749C220-7280-435F-9427-913718A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7">
              <a:extLst>
                <a:ext uri="{FF2B5EF4-FFF2-40B4-BE49-F238E27FC236}">
                  <a16:creationId xmlns:a16="http://schemas.microsoft.com/office/drawing/2014/main" id="{80B56448-91AA-43A2-96EB-6B2C6DD0F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DF4E9642-1CEE-4C36-84A5-E7707F351C2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D5CAF925-F4D9-4B08-8765-47D2A3FAF9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41C85E79-FC7E-456C-B7BA-6CFB590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1B7CB862-FD9B-489B-88C2-457D3EBAA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66DE9029-ECBD-4D59-B3EB-039F06433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93A73A41-9855-449C-8CE6-8988E14DC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27FE99BC-A8B1-4FD8-866A-DD0FCA6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5483F718-1B44-47B2-B16F-08A84E250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A1B4900B-01A3-42FF-A7D7-53EB75F20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Rectangle 15">
              <a:extLst>
                <a:ext uri="{FF2B5EF4-FFF2-40B4-BE49-F238E27FC236}">
                  <a16:creationId xmlns:a16="http://schemas.microsoft.com/office/drawing/2014/main" id="{A94C6E5B-ED5B-43EE-BB82-D6A187D69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065BAD0E-64C8-472A-8CA0-75B3B3620B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644128E1-5AB5-4BAA-9E8B-525FB6035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E1D815EA-8F6D-4949-A069-8AD2725978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46FC4EF8-ECA3-4D5C-B580-FBB50F8B8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D3F66839-DCD6-4B3A-8E61-921504D8C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CCD0273-2D1B-424F-A3DB-DDA76B917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3209AFB6-C25C-4366-B217-7B70D57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007308E1-4658-41E9-A05B-9D413B05F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F400C19-7064-4416-A494-26E3F11F7D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Rectangle 25">
              <a:extLst>
                <a:ext uri="{FF2B5EF4-FFF2-40B4-BE49-F238E27FC236}">
                  <a16:creationId xmlns:a16="http://schemas.microsoft.com/office/drawing/2014/main" id="{3D6792A7-3ECF-4CD5-B495-F58746F0C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F0EB6394-BD27-454C-A015-9AD9232B5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61BE1907-7F66-4826-B330-4AC9B58E4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ECE2AF28-3A55-48B9-95EB-CB34ABB99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32AD8873-A2CC-4724-B48C-96E123D8D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6A181A18-0D61-4033-A3A2-E4555A616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1D1155FD-EB03-4C5F-A0DF-06AC1EA706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92887B06-8AB9-45D9-94C7-E2F1BF9C26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3">
              <a:extLst>
                <a:ext uri="{FF2B5EF4-FFF2-40B4-BE49-F238E27FC236}">
                  <a16:creationId xmlns:a16="http://schemas.microsoft.com/office/drawing/2014/main" id="{4A77B10C-CE16-49B2-A729-6BAA897648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E1E78D5B-0E50-4526-A2A1-33B2ECC48A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2C0295A8-B144-4B10-AB50-0DE7F6A5E4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126859A5-ECD7-4CFC-96D9-47C9C9F39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947265B8-5B32-4D49-A74F-51EBC684150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7" name="Rectangle 5">
              <a:extLst>
                <a:ext uri="{FF2B5EF4-FFF2-40B4-BE49-F238E27FC236}">
                  <a16:creationId xmlns:a16="http://schemas.microsoft.com/office/drawing/2014/main" id="{02E920ED-FF17-4757-A98D-1F7CAD73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8" name="Freeform 37">
              <a:extLst>
                <a:ext uri="{FF2B5EF4-FFF2-40B4-BE49-F238E27FC236}">
                  <a16:creationId xmlns:a16="http://schemas.microsoft.com/office/drawing/2014/main" id="{BC1CB73D-9D60-4103-8D2B-B2BFF2415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9" name="Freeform 38">
              <a:extLst>
                <a:ext uri="{FF2B5EF4-FFF2-40B4-BE49-F238E27FC236}">
                  <a16:creationId xmlns:a16="http://schemas.microsoft.com/office/drawing/2014/main" id="{3D1D2339-F4DB-4CBA-99A6-DCC5CD0CC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0" name="Marcador de texto 2">
            <a:extLst>
              <a:ext uri="{FF2B5EF4-FFF2-40B4-BE49-F238E27FC236}">
                <a16:creationId xmlns:a16="http://schemas.microsoft.com/office/drawing/2014/main" id="{347277CF-7CE2-46E9-8BAB-9BB99B5CE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71" name="Marcador de texto 2">
            <a:extLst>
              <a:ext uri="{FF2B5EF4-FFF2-40B4-BE49-F238E27FC236}">
                <a16:creationId xmlns:a16="http://schemas.microsoft.com/office/drawing/2014/main" id="{0BAB15C9-8FA6-4B01-9A53-5B559AE968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63AF6657-0F11-4C32-9E54-545EF1FD7BCA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0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201" userDrawn="1">
          <p15:clr>
            <a:srgbClr val="FBAE40"/>
          </p15:clr>
        </p15:guide>
        <p15:guide id="3" orient="horz" pos="96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pos="166" userDrawn="1">
          <p15:clr>
            <a:srgbClr val="FBAE40"/>
          </p15:clr>
        </p15:guide>
        <p15:guide id="6" pos="746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Imagen y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C05AADE7-4F3F-4C94-9A80-9CA76A458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6" name="Rectangle 10">
            <a:extLst>
              <a:ext uri="{FF2B5EF4-FFF2-40B4-BE49-F238E27FC236}">
                <a16:creationId xmlns:a16="http://schemas.microsoft.com/office/drawing/2014/main" id="{E52877B5-F746-4BF9-8B29-A4FA0AA333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48963" y="1375544"/>
            <a:ext cx="5924919" cy="4909868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>
              <a:latin typeface="+mj-lt"/>
            </a:endParaRPr>
          </a:p>
        </p:txBody>
      </p:sp>
      <p:sp>
        <p:nvSpPr>
          <p:cNvPr id="83" name="Marcador de texto 2">
            <a:extLst>
              <a:ext uri="{FF2B5EF4-FFF2-40B4-BE49-F238E27FC236}">
                <a16:creationId xmlns:a16="http://schemas.microsoft.com/office/drawing/2014/main" id="{B01517FF-8F20-46CA-951D-D9D0C1264E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71636" y="1188204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4" name="Marcador de texto 2">
            <a:extLst>
              <a:ext uri="{FF2B5EF4-FFF2-40B4-BE49-F238E27FC236}">
                <a16:creationId xmlns:a16="http://schemas.microsoft.com/office/drawing/2014/main" id="{07E66279-0CD4-45C5-8748-23186AFBCD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758640" y="3987161"/>
            <a:ext cx="2077379" cy="391824"/>
          </a:xfrm>
          <a:prstGeom prst="rect">
            <a:avLst/>
          </a:prstGeom>
          <a:solidFill>
            <a:schemeClr val="bg2"/>
          </a:solidFill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5" name="Marcador de texto 2">
            <a:extLst>
              <a:ext uri="{FF2B5EF4-FFF2-40B4-BE49-F238E27FC236}">
                <a16:creationId xmlns:a16="http://schemas.microsoft.com/office/drawing/2014/main" id="{269DDBA9-C6F6-4F32-B366-8F8E9B2306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636" y="6117043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4" name="Marcador de posición de imagen 26">
            <a:extLst>
              <a:ext uri="{FF2B5EF4-FFF2-40B4-BE49-F238E27FC236}">
                <a16:creationId xmlns:a16="http://schemas.microsoft.com/office/drawing/2014/main" id="{8927B421-1BB7-4777-A444-0D2812CB425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219450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5" name="Marcador de texto 2">
            <a:extLst>
              <a:ext uri="{FF2B5EF4-FFF2-40B4-BE49-F238E27FC236}">
                <a16:creationId xmlns:a16="http://schemas.microsoft.com/office/drawing/2014/main" id="{92E83A9E-5266-4BC5-A75A-F5E85A12FA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19450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6" name="Marcador de posición de imagen 26">
            <a:extLst>
              <a:ext uri="{FF2B5EF4-FFF2-40B4-BE49-F238E27FC236}">
                <a16:creationId xmlns:a16="http://schemas.microsoft.com/office/drawing/2014/main" id="{041D723F-C65E-4264-9AB9-0E7EA39E1AB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71635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7" name="Marcador de texto 2">
            <a:extLst>
              <a:ext uri="{FF2B5EF4-FFF2-40B4-BE49-F238E27FC236}">
                <a16:creationId xmlns:a16="http://schemas.microsoft.com/office/drawing/2014/main" id="{85346EEA-DB3A-4A35-9162-3A015D411C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71635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8" name="Marcador de posición de imagen 26">
            <a:extLst>
              <a:ext uri="{FF2B5EF4-FFF2-40B4-BE49-F238E27FC236}">
                <a16:creationId xmlns:a16="http://schemas.microsoft.com/office/drawing/2014/main" id="{F8493F9F-AD30-449D-B086-4AEE004A6F4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512669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9" name="Marcador de texto 2">
            <a:extLst>
              <a:ext uri="{FF2B5EF4-FFF2-40B4-BE49-F238E27FC236}">
                <a16:creationId xmlns:a16="http://schemas.microsoft.com/office/drawing/2014/main" id="{120FDCAD-FE11-44FA-B557-E62517A8AC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12669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0" name="Marcador de posición de imagen 26">
            <a:extLst>
              <a:ext uri="{FF2B5EF4-FFF2-40B4-BE49-F238E27FC236}">
                <a16:creationId xmlns:a16="http://schemas.microsoft.com/office/drawing/2014/main" id="{B541220A-C78A-483A-B3B4-D11A9638E8A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219450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1" name="Marcador de texto 2">
            <a:extLst>
              <a:ext uri="{FF2B5EF4-FFF2-40B4-BE49-F238E27FC236}">
                <a16:creationId xmlns:a16="http://schemas.microsoft.com/office/drawing/2014/main" id="{2F86F35F-B4D9-4BD2-882D-D53DF927005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19450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2" name="Marcador de posición de imagen 26">
            <a:extLst>
              <a:ext uri="{FF2B5EF4-FFF2-40B4-BE49-F238E27FC236}">
                <a16:creationId xmlns:a16="http://schemas.microsoft.com/office/drawing/2014/main" id="{E507EC5E-7668-4DD0-AEAA-F0498C1938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371635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3" name="Marcador de texto 2">
            <a:extLst>
              <a:ext uri="{FF2B5EF4-FFF2-40B4-BE49-F238E27FC236}">
                <a16:creationId xmlns:a16="http://schemas.microsoft.com/office/drawing/2014/main" id="{CB8F330C-43EE-453F-BA65-1F0A2CE4A9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71635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4" name="Marcador de posición de imagen 26">
            <a:extLst>
              <a:ext uri="{FF2B5EF4-FFF2-40B4-BE49-F238E27FC236}">
                <a16:creationId xmlns:a16="http://schemas.microsoft.com/office/drawing/2014/main" id="{3122E983-DA62-4108-B9B2-45A815131AA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512669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A1895702-A453-40D2-80B4-44D5BC5FCF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12669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6" name="Marcador de posición de imagen 26">
            <a:extLst>
              <a:ext uri="{FF2B5EF4-FFF2-40B4-BE49-F238E27FC236}">
                <a16:creationId xmlns:a16="http://schemas.microsoft.com/office/drawing/2014/main" id="{DB5AA1A6-9122-403F-806E-93C39732C11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219450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7" name="Marcador de texto 2">
            <a:extLst>
              <a:ext uri="{FF2B5EF4-FFF2-40B4-BE49-F238E27FC236}">
                <a16:creationId xmlns:a16="http://schemas.microsoft.com/office/drawing/2014/main" id="{56FEB054-799D-4761-AF93-EAD4060A30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19450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8" name="Marcador de posición de imagen 26">
            <a:extLst>
              <a:ext uri="{FF2B5EF4-FFF2-40B4-BE49-F238E27FC236}">
                <a16:creationId xmlns:a16="http://schemas.microsoft.com/office/drawing/2014/main" id="{EB316407-CC44-4AF4-8D25-76E4DDCDB7E4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371635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7038C025-CA67-4179-980C-E1C54C815A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1635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10" name="Marcador de posición de imagen 26">
            <a:extLst>
              <a:ext uri="{FF2B5EF4-FFF2-40B4-BE49-F238E27FC236}">
                <a16:creationId xmlns:a16="http://schemas.microsoft.com/office/drawing/2014/main" id="{17B887AE-E033-4784-8DE5-7A237032B1D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7512669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2B2BF6A3-DA20-4722-8286-3EB33588B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12669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9798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 Imagenes líne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17">
            <a:extLst>
              <a:ext uri="{FF2B5EF4-FFF2-40B4-BE49-F238E27FC236}">
                <a16:creationId xmlns:a16="http://schemas.microsoft.com/office/drawing/2014/main" id="{EF03A10A-1292-4FCC-94DD-282E5CD112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2085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2" name="Marcador de posición de imagen 17">
            <a:extLst>
              <a:ext uri="{FF2B5EF4-FFF2-40B4-BE49-F238E27FC236}">
                <a16:creationId xmlns:a16="http://schemas.microsoft.com/office/drawing/2014/main" id="{BC7F34C3-BF52-4597-B510-8F304A6244C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0056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3" name="Marcador de posición de imagen 17">
            <a:extLst>
              <a:ext uri="{FF2B5EF4-FFF2-40B4-BE49-F238E27FC236}">
                <a16:creationId xmlns:a16="http://schemas.microsoft.com/office/drawing/2014/main" id="{06B8C140-9E49-478D-BB6D-2DB9A6CB532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967567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4" name="Marcador de posición de imagen 17">
            <a:extLst>
              <a:ext uri="{FF2B5EF4-FFF2-40B4-BE49-F238E27FC236}">
                <a16:creationId xmlns:a16="http://schemas.microsoft.com/office/drawing/2014/main" id="{C4C7509B-4C7B-4538-905F-D0599FB8D3C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7299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5" name="Marcador de posición de imagen 17">
            <a:extLst>
              <a:ext uri="{FF2B5EF4-FFF2-40B4-BE49-F238E27FC236}">
                <a16:creationId xmlns:a16="http://schemas.microsoft.com/office/drawing/2014/main" id="{E91CF2ED-3A0A-49C2-9A43-88400738CD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32313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1" name="Marcador de posición de imagen 17">
            <a:extLst>
              <a:ext uri="{FF2B5EF4-FFF2-40B4-BE49-F238E27FC236}">
                <a16:creationId xmlns:a16="http://schemas.microsoft.com/office/drawing/2014/main" id="{95B17790-9B65-4658-9785-FC5DA7ED58A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24798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2" name="Marcador de posición de imagen 17">
            <a:extLst>
              <a:ext uri="{FF2B5EF4-FFF2-40B4-BE49-F238E27FC236}">
                <a16:creationId xmlns:a16="http://schemas.microsoft.com/office/drawing/2014/main" id="{03D07B1F-81F8-4312-B440-27B16521610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5327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3" name="Marcador de posición de imagen 17">
            <a:extLst>
              <a:ext uri="{FF2B5EF4-FFF2-40B4-BE49-F238E27FC236}">
                <a16:creationId xmlns:a16="http://schemas.microsoft.com/office/drawing/2014/main" id="{BC563EAF-C5A2-4B3E-A63B-638BB214D9D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020280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4" name="Marcador de posición de imagen 17">
            <a:extLst>
              <a:ext uri="{FF2B5EF4-FFF2-40B4-BE49-F238E27FC236}">
                <a16:creationId xmlns:a16="http://schemas.microsoft.com/office/drawing/2014/main" id="{4FCC1657-3D8C-4870-A74F-B4051A60800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12570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5" name="Marcador de posición de imagen 17">
            <a:extLst>
              <a:ext uri="{FF2B5EF4-FFF2-40B4-BE49-F238E27FC236}">
                <a16:creationId xmlns:a16="http://schemas.microsoft.com/office/drawing/2014/main" id="{5ED22089-CFC2-40BA-A99D-65EB66397D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185026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7414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Organi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52021C2-5757-4012-B973-BAAC99A473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14194"/>
          <a:stretch/>
        </p:blipFill>
        <p:spPr>
          <a:xfrm>
            <a:off x="0" y="0"/>
            <a:ext cx="11936627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704384E-39B3-4992-8BFC-7D554A7FC571}"/>
              </a:ext>
            </a:extLst>
          </p:cNvPr>
          <p:cNvSpPr/>
          <p:nvPr userDrawn="1"/>
        </p:nvSpPr>
        <p:spPr>
          <a:xfrm>
            <a:off x="0" y="0"/>
            <a:ext cx="11936627" cy="68580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EF725B-621C-49FD-BF7E-2BB5B72C6A2E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2" name="Freeform 109">
              <a:extLst>
                <a:ext uri="{FF2B5EF4-FFF2-40B4-BE49-F238E27FC236}">
                  <a16:creationId xmlns:a16="http://schemas.microsoft.com/office/drawing/2014/main" id="{4900CD4A-59EC-4448-873A-1CD30B983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10">
              <a:extLst>
                <a:ext uri="{FF2B5EF4-FFF2-40B4-BE49-F238E27FC236}">
                  <a16:creationId xmlns:a16="http://schemas.microsoft.com/office/drawing/2014/main" id="{0FB75E46-7EF3-4C0E-81B4-7CE25591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70C842D-128F-44BE-95B3-DFFCDC2B74E0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9" name="Freeform 111">
                <a:extLst>
                  <a:ext uri="{FF2B5EF4-FFF2-40B4-BE49-F238E27FC236}">
                    <a16:creationId xmlns:a16="http://schemas.microsoft.com/office/drawing/2014/main" id="{E2C8266F-CE1B-4623-BCD7-3934CA87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7B9FBBDE-24DB-48F3-80CC-E15F8EB10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57D6BF2A-6DBD-4CE4-9292-E299BA8F4B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ED1F6813-4282-4CD7-ACB3-9620ECF520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F47396CF-4F47-457E-9D6E-03295F474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8D51139F-EEE7-4994-8197-BF98AFC7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257421F4-38A2-4CDD-ABAC-F5E334D45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8">
                <a:extLst>
                  <a:ext uri="{FF2B5EF4-FFF2-40B4-BE49-F238E27FC236}">
                    <a16:creationId xmlns:a16="http://schemas.microsoft.com/office/drawing/2014/main" id="{0E544450-14B7-4BCC-8F3E-03EEC9272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9">
                <a:extLst>
                  <a:ext uri="{FF2B5EF4-FFF2-40B4-BE49-F238E27FC236}">
                    <a16:creationId xmlns:a16="http://schemas.microsoft.com/office/drawing/2014/main" id="{639D9F9E-F1AF-4FB4-B676-2F4724F13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20">
                <a:extLst>
                  <a:ext uri="{FF2B5EF4-FFF2-40B4-BE49-F238E27FC236}">
                    <a16:creationId xmlns:a16="http://schemas.microsoft.com/office/drawing/2014/main" id="{0EDEF020-1987-4242-A613-AD5BA2CE8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1">
                <a:extLst>
                  <a:ext uri="{FF2B5EF4-FFF2-40B4-BE49-F238E27FC236}">
                    <a16:creationId xmlns:a16="http://schemas.microsoft.com/office/drawing/2014/main" id="{D3DE75A3-8EAB-410D-96D0-396F89E0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2">
                <a:extLst>
                  <a:ext uri="{FF2B5EF4-FFF2-40B4-BE49-F238E27FC236}">
                    <a16:creationId xmlns:a16="http://schemas.microsoft.com/office/drawing/2014/main" id="{47F7BE9A-4AAC-43F0-86D5-D3FC282D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3">
                <a:extLst>
                  <a:ext uri="{FF2B5EF4-FFF2-40B4-BE49-F238E27FC236}">
                    <a16:creationId xmlns:a16="http://schemas.microsoft.com/office/drawing/2014/main" id="{B64129A5-A1EC-44C1-944E-2A66A742F4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4">
                <a:extLst>
                  <a:ext uri="{FF2B5EF4-FFF2-40B4-BE49-F238E27FC236}">
                    <a16:creationId xmlns:a16="http://schemas.microsoft.com/office/drawing/2014/main" id="{54820D47-3502-4E98-BDFE-6B42BAF487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5">
                <a:extLst>
                  <a:ext uri="{FF2B5EF4-FFF2-40B4-BE49-F238E27FC236}">
                    <a16:creationId xmlns:a16="http://schemas.microsoft.com/office/drawing/2014/main" id="{2C899EAF-0062-4226-BCCC-E29950F55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6">
                <a:extLst>
                  <a:ext uri="{FF2B5EF4-FFF2-40B4-BE49-F238E27FC236}">
                    <a16:creationId xmlns:a16="http://schemas.microsoft.com/office/drawing/2014/main" id="{0106E619-D496-462C-A74B-94F0EDA1A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7">
                <a:extLst>
                  <a:ext uri="{FF2B5EF4-FFF2-40B4-BE49-F238E27FC236}">
                    <a16:creationId xmlns:a16="http://schemas.microsoft.com/office/drawing/2014/main" id="{E2C029DE-5726-4B9D-847C-819F8FDA3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5" name="Freeform 128">
              <a:extLst>
                <a:ext uri="{FF2B5EF4-FFF2-40B4-BE49-F238E27FC236}">
                  <a16:creationId xmlns:a16="http://schemas.microsoft.com/office/drawing/2014/main" id="{28DFAD69-0305-43F0-AB6A-F9F22398E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29">
              <a:extLst>
                <a:ext uri="{FF2B5EF4-FFF2-40B4-BE49-F238E27FC236}">
                  <a16:creationId xmlns:a16="http://schemas.microsoft.com/office/drawing/2014/main" id="{28955766-29A0-40CF-A972-C43B01FEBA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0">
              <a:extLst>
                <a:ext uri="{FF2B5EF4-FFF2-40B4-BE49-F238E27FC236}">
                  <a16:creationId xmlns:a16="http://schemas.microsoft.com/office/drawing/2014/main" id="{F7F6A1D1-5501-4880-905B-213EC9C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31">
              <a:extLst>
                <a:ext uri="{FF2B5EF4-FFF2-40B4-BE49-F238E27FC236}">
                  <a16:creationId xmlns:a16="http://schemas.microsoft.com/office/drawing/2014/main" id="{74552335-738F-4CBB-8FBE-8313995DF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2">
              <a:extLst>
                <a:ext uri="{FF2B5EF4-FFF2-40B4-BE49-F238E27FC236}">
                  <a16:creationId xmlns:a16="http://schemas.microsoft.com/office/drawing/2014/main" id="{F74639BB-E9DD-492C-818D-149913EC0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3">
              <a:extLst>
                <a:ext uri="{FF2B5EF4-FFF2-40B4-BE49-F238E27FC236}">
                  <a16:creationId xmlns:a16="http://schemas.microsoft.com/office/drawing/2014/main" id="{6A6E3E53-A6A2-4A0B-9A80-F3968394F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4">
              <a:extLst>
                <a:ext uri="{FF2B5EF4-FFF2-40B4-BE49-F238E27FC236}">
                  <a16:creationId xmlns:a16="http://schemas.microsoft.com/office/drawing/2014/main" id="{60A08F07-9F70-486C-9F84-68121CF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5">
              <a:extLst>
                <a:ext uri="{FF2B5EF4-FFF2-40B4-BE49-F238E27FC236}">
                  <a16:creationId xmlns:a16="http://schemas.microsoft.com/office/drawing/2014/main" id="{F8CCCF53-1BC5-4A0C-9E25-91C1ABB5A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6">
              <a:extLst>
                <a:ext uri="{FF2B5EF4-FFF2-40B4-BE49-F238E27FC236}">
                  <a16:creationId xmlns:a16="http://schemas.microsoft.com/office/drawing/2014/main" id="{E7D8A1AF-0E94-4CC3-9747-B5A79F108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7">
              <a:extLst>
                <a:ext uri="{FF2B5EF4-FFF2-40B4-BE49-F238E27FC236}">
                  <a16:creationId xmlns:a16="http://schemas.microsoft.com/office/drawing/2014/main" id="{65BA17D8-961A-4AD1-B38A-D6252908C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7976C84-092F-49FA-AB9D-023ADC111096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8585EF89-1FC3-4A0F-AE8F-8105A1B29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FF43B98-8C59-4F27-B314-DE6094157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64767E1-9A0C-49BF-9833-90D047DC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9069C9AC-05F8-4BA0-887B-24C38A992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859D3FA7-560E-45CA-9764-F22B98ED7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0BEE64BD-072A-4A6D-817F-4D030DC7C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43A0B133-31FE-4979-BDB3-95F683F36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AE7BB1F5-C858-4C6C-8EED-EABC7307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E22F4F86-1FC7-4EBE-832A-E852F627E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227D212C-72D6-4E8B-B8F4-6D6E85CEF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189C1DDD-4E40-4523-9466-B1BAD7216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70B6F89-6F92-44DB-BC11-9D89950CA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FE1E4BB7-9458-439F-9CD8-1F0F638D8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1C93360-9667-4CC8-ADC4-226CCF486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4483ADA2-C100-47F1-B933-5424148E3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8B215AAC-6757-4821-8B2D-C97BEB40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41FB6C86-8DD3-44A6-9AE0-FBADE03FA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B21A84C-12DF-4206-A32D-BB0805E1E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5" name="Rectangle 25">
              <a:extLst>
                <a:ext uri="{FF2B5EF4-FFF2-40B4-BE49-F238E27FC236}">
                  <a16:creationId xmlns:a16="http://schemas.microsoft.com/office/drawing/2014/main" id="{43EE92E3-3854-42C5-96DE-FD7F34F7A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47D1B7CE-AAA4-4169-94FC-37906B5A48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52F63403-67BB-4316-A00C-B7ACB738C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B68271DD-9A32-48A2-A257-81BDE204A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8DC8DBA-D5DC-4838-9DE5-42B531703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CC02A31F-F826-48BF-8BBD-9FB283606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5EDA3DA2-82D4-460D-BF98-C6C0746E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7981056D-C786-47D3-827C-4AE09DD9A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43BD51B2-D931-4282-9E28-59CA7BA333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B661EDCA-9DD2-467F-9FF0-A883D7C25B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EFFB6C70-ACAE-4742-BAC7-06DE9623C4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3CA208A8-7A39-4234-8EA6-B62FD2A5F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7E6C8C9-6950-4DEF-B268-0D00DE44CC55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8C8CC6EB-EEB0-47BE-A33C-F13C6F962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554E81E8-3724-4C5F-8927-CFBC76657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431FF5A9-F33B-426D-852B-8B71B84F75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27971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RoadM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9C9098-82B7-43C5-9D5D-EE1994593A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86429" cy="6858000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F9E60A91-C83D-4C65-977C-32007AF254D7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2" name="Freeform 109">
              <a:extLst>
                <a:ext uri="{FF2B5EF4-FFF2-40B4-BE49-F238E27FC236}">
                  <a16:creationId xmlns:a16="http://schemas.microsoft.com/office/drawing/2014/main" id="{935A355D-7B0A-43AB-9A30-D8AD5CA1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3" name="Freeform 110">
              <a:extLst>
                <a:ext uri="{FF2B5EF4-FFF2-40B4-BE49-F238E27FC236}">
                  <a16:creationId xmlns:a16="http://schemas.microsoft.com/office/drawing/2014/main" id="{40B3861D-06D4-4C41-82FC-C8B5FB608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98446E80-013C-4388-860E-3AC745D91E57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85" name="Freeform 111">
                <a:extLst>
                  <a:ext uri="{FF2B5EF4-FFF2-40B4-BE49-F238E27FC236}">
                    <a16:creationId xmlns:a16="http://schemas.microsoft.com/office/drawing/2014/main" id="{F0948665-9B10-4DB1-94C4-8CABEF127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6" name="Freeform 112">
                <a:extLst>
                  <a:ext uri="{FF2B5EF4-FFF2-40B4-BE49-F238E27FC236}">
                    <a16:creationId xmlns:a16="http://schemas.microsoft.com/office/drawing/2014/main" id="{D1FE443B-C023-40BF-BE8A-0C94D3AE0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7" name="Freeform 113">
                <a:extLst>
                  <a:ext uri="{FF2B5EF4-FFF2-40B4-BE49-F238E27FC236}">
                    <a16:creationId xmlns:a16="http://schemas.microsoft.com/office/drawing/2014/main" id="{667D778E-7944-4C45-B2F0-86EBBFF3EF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8" name="Freeform 114">
                <a:extLst>
                  <a:ext uri="{FF2B5EF4-FFF2-40B4-BE49-F238E27FC236}">
                    <a16:creationId xmlns:a16="http://schemas.microsoft.com/office/drawing/2014/main" id="{82B2344E-3A0F-4D0A-8C88-02E4486923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9" name="Freeform 115">
                <a:extLst>
                  <a:ext uri="{FF2B5EF4-FFF2-40B4-BE49-F238E27FC236}">
                    <a16:creationId xmlns:a16="http://schemas.microsoft.com/office/drawing/2014/main" id="{D7DA89C8-1B16-45C6-A2E5-3F446E049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0" name="Freeform 116">
                <a:extLst>
                  <a:ext uri="{FF2B5EF4-FFF2-40B4-BE49-F238E27FC236}">
                    <a16:creationId xmlns:a16="http://schemas.microsoft.com/office/drawing/2014/main" id="{960A921C-005E-46D5-ADA8-BEAC8F068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1" name="Freeform 117">
                <a:extLst>
                  <a:ext uri="{FF2B5EF4-FFF2-40B4-BE49-F238E27FC236}">
                    <a16:creationId xmlns:a16="http://schemas.microsoft.com/office/drawing/2014/main" id="{F50C571E-A979-4E99-B16B-293D0DD34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2" name="Freeform 118">
                <a:extLst>
                  <a:ext uri="{FF2B5EF4-FFF2-40B4-BE49-F238E27FC236}">
                    <a16:creationId xmlns:a16="http://schemas.microsoft.com/office/drawing/2014/main" id="{D0611570-902B-45BF-A59D-C30B2187E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3" name="Freeform 119">
                <a:extLst>
                  <a:ext uri="{FF2B5EF4-FFF2-40B4-BE49-F238E27FC236}">
                    <a16:creationId xmlns:a16="http://schemas.microsoft.com/office/drawing/2014/main" id="{9AB70EAF-AFA9-485D-BFD7-70E1121D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4" name="Freeform 120">
                <a:extLst>
                  <a:ext uri="{FF2B5EF4-FFF2-40B4-BE49-F238E27FC236}">
                    <a16:creationId xmlns:a16="http://schemas.microsoft.com/office/drawing/2014/main" id="{04AD2F0C-9D01-4538-96B3-D308B95653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5" name="Freeform 121">
                <a:extLst>
                  <a:ext uri="{FF2B5EF4-FFF2-40B4-BE49-F238E27FC236}">
                    <a16:creationId xmlns:a16="http://schemas.microsoft.com/office/drawing/2014/main" id="{4DF5F49D-A06F-4FC7-BDFE-5944ECACB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6" name="Freeform 122">
                <a:extLst>
                  <a:ext uri="{FF2B5EF4-FFF2-40B4-BE49-F238E27FC236}">
                    <a16:creationId xmlns:a16="http://schemas.microsoft.com/office/drawing/2014/main" id="{90A14F21-B9FA-4692-8C46-8707C06DD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7" name="Freeform 123">
                <a:extLst>
                  <a:ext uri="{FF2B5EF4-FFF2-40B4-BE49-F238E27FC236}">
                    <a16:creationId xmlns:a16="http://schemas.microsoft.com/office/drawing/2014/main" id="{D7E0F11A-C9DF-4A36-A4E5-A6922359A6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8" name="Freeform 124">
                <a:extLst>
                  <a:ext uri="{FF2B5EF4-FFF2-40B4-BE49-F238E27FC236}">
                    <a16:creationId xmlns:a16="http://schemas.microsoft.com/office/drawing/2014/main" id="{E1B37946-5010-4817-B1C4-38CA40A85B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9" name="Freeform 125">
                <a:extLst>
                  <a:ext uri="{FF2B5EF4-FFF2-40B4-BE49-F238E27FC236}">
                    <a16:creationId xmlns:a16="http://schemas.microsoft.com/office/drawing/2014/main" id="{0B877D33-DC37-40B8-A4B4-522B1C7BC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0" name="Freeform 126">
                <a:extLst>
                  <a:ext uri="{FF2B5EF4-FFF2-40B4-BE49-F238E27FC236}">
                    <a16:creationId xmlns:a16="http://schemas.microsoft.com/office/drawing/2014/main" id="{D6ECEBFC-B528-425A-9046-D312145A4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1" name="Freeform 127">
                <a:extLst>
                  <a:ext uri="{FF2B5EF4-FFF2-40B4-BE49-F238E27FC236}">
                    <a16:creationId xmlns:a16="http://schemas.microsoft.com/office/drawing/2014/main" id="{DF690213-BD51-43B4-93D8-6D2C9C5A3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175" name="Freeform 128">
              <a:extLst>
                <a:ext uri="{FF2B5EF4-FFF2-40B4-BE49-F238E27FC236}">
                  <a16:creationId xmlns:a16="http://schemas.microsoft.com/office/drawing/2014/main" id="{3DF56A6C-A63A-4EA4-8E4B-2496D1BE5E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6" name="Freeform 129">
              <a:extLst>
                <a:ext uri="{FF2B5EF4-FFF2-40B4-BE49-F238E27FC236}">
                  <a16:creationId xmlns:a16="http://schemas.microsoft.com/office/drawing/2014/main" id="{5B254F54-080A-46FD-9B85-2A72F7B2A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7" name="Freeform 130">
              <a:extLst>
                <a:ext uri="{FF2B5EF4-FFF2-40B4-BE49-F238E27FC236}">
                  <a16:creationId xmlns:a16="http://schemas.microsoft.com/office/drawing/2014/main" id="{C40DC395-F46C-49E2-B55A-3EF7CA2D8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8" name="Freeform 131">
              <a:extLst>
                <a:ext uri="{FF2B5EF4-FFF2-40B4-BE49-F238E27FC236}">
                  <a16:creationId xmlns:a16="http://schemas.microsoft.com/office/drawing/2014/main" id="{211621E2-4BA7-468A-A6A3-C480D1755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9" name="Freeform 132">
              <a:extLst>
                <a:ext uri="{FF2B5EF4-FFF2-40B4-BE49-F238E27FC236}">
                  <a16:creationId xmlns:a16="http://schemas.microsoft.com/office/drawing/2014/main" id="{817B6A18-EFA4-4A13-BB53-1AD30179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0" name="Freeform 133">
              <a:extLst>
                <a:ext uri="{FF2B5EF4-FFF2-40B4-BE49-F238E27FC236}">
                  <a16:creationId xmlns:a16="http://schemas.microsoft.com/office/drawing/2014/main" id="{694A1B1A-1B77-4CDF-9F55-EA9A629C7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1" name="Freeform 134">
              <a:extLst>
                <a:ext uri="{FF2B5EF4-FFF2-40B4-BE49-F238E27FC236}">
                  <a16:creationId xmlns:a16="http://schemas.microsoft.com/office/drawing/2014/main" id="{70477B80-89B9-45A6-9409-22016A9BF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2" name="Freeform 135">
              <a:extLst>
                <a:ext uri="{FF2B5EF4-FFF2-40B4-BE49-F238E27FC236}">
                  <a16:creationId xmlns:a16="http://schemas.microsoft.com/office/drawing/2014/main" id="{8050B54D-8677-4BA0-8408-E20F1DC4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3" name="Freeform 136">
              <a:extLst>
                <a:ext uri="{FF2B5EF4-FFF2-40B4-BE49-F238E27FC236}">
                  <a16:creationId xmlns:a16="http://schemas.microsoft.com/office/drawing/2014/main" id="{E751A3BF-0760-4E3C-AEF1-8E8850A9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4" name="Freeform 137">
              <a:extLst>
                <a:ext uri="{FF2B5EF4-FFF2-40B4-BE49-F238E27FC236}">
                  <a16:creationId xmlns:a16="http://schemas.microsoft.com/office/drawing/2014/main" id="{8733404B-990F-4101-942A-1B16ABF1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85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E15226-FCD8-4FAC-A82D-0A3A917864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25"/>
          <a:stretch/>
        </p:blipFill>
        <p:spPr>
          <a:xfrm>
            <a:off x="-1" y="0"/>
            <a:ext cx="1598279" cy="6858000"/>
          </a:xfrm>
          <a:prstGeom prst="rect">
            <a:avLst/>
          </a:prstGeom>
          <a:solidFill>
            <a:srgbClr val="06070C"/>
          </a:solidFill>
        </p:spPr>
      </p:pic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9B27D484-B252-454E-8152-434A5BFC422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234" name="Rectangle 5">
              <a:extLst>
                <a:ext uri="{FF2B5EF4-FFF2-40B4-BE49-F238E27FC236}">
                  <a16:creationId xmlns:a16="http://schemas.microsoft.com/office/drawing/2014/main" id="{FCA6959D-2F8A-4A24-9D46-81D208A4F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5" name="Freeform 37">
              <a:extLst>
                <a:ext uri="{FF2B5EF4-FFF2-40B4-BE49-F238E27FC236}">
                  <a16:creationId xmlns:a16="http://schemas.microsoft.com/office/drawing/2014/main" id="{DD06CFBF-66CE-4D57-9CF6-97431195BD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6" name="Freeform 38">
              <a:extLst>
                <a:ext uri="{FF2B5EF4-FFF2-40B4-BE49-F238E27FC236}">
                  <a16:creationId xmlns:a16="http://schemas.microsoft.com/office/drawing/2014/main" id="{2B614564-3494-48F8-AA2B-2548244746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EDB83E67-36B2-4AFA-8C61-7B5F32F9821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7" name="Freeform 109">
              <a:extLst>
                <a:ext uri="{FF2B5EF4-FFF2-40B4-BE49-F238E27FC236}">
                  <a16:creationId xmlns:a16="http://schemas.microsoft.com/office/drawing/2014/main" id="{36273DA4-24E7-471C-B3E7-16892C963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78" name="Freeform 110">
              <a:extLst>
                <a:ext uri="{FF2B5EF4-FFF2-40B4-BE49-F238E27FC236}">
                  <a16:creationId xmlns:a16="http://schemas.microsoft.com/office/drawing/2014/main" id="{B61EC73E-7BDB-4B01-A905-1A3BC21D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971FCDB0-63FB-4376-9C02-43FC4E2AFD19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90" name="Freeform 111">
                <a:extLst>
                  <a:ext uri="{FF2B5EF4-FFF2-40B4-BE49-F238E27FC236}">
                    <a16:creationId xmlns:a16="http://schemas.microsoft.com/office/drawing/2014/main" id="{6CE243B5-BAC3-46A5-8B00-CB0212DC8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1" name="Freeform 112">
                <a:extLst>
                  <a:ext uri="{FF2B5EF4-FFF2-40B4-BE49-F238E27FC236}">
                    <a16:creationId xmlns:a16="http://schemas.microsoft.com/office/drawing/2014/main" id="{F7443ACA-3E9B-4332-A90E-82571E509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2" name="Freeform 113">
                <a:extLst>
                  <a:ext uri="{FF2B5EF4-FFF2-40B4-BE49-F238E27FC236}">
                    <a16:creationId xmlns:a16="http://schemas.microsoft.com/office/drawing/2014/main" id="{8E77EABA-3E88-484C-BAEF-547A3077DB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3" name="Freeform 114">
                <a:extLst>
                  <a:ext uri="{FF2B5EF4-FFF2-40B4-BE49-F238E27FC236}">
                    <a16:creationId xmlns:a16="http://schemas.microsoft.com/office/drawing/2014/main" id="{DE0CFBC0-6492-42D3-A579-4E9988CFF4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4" name="Freeform 115">
                <a:extLst>
                  <a:ext uri="{FF2B5EF4-FFF2-40B4-BE49-F238E27FC236}">
                    <a16:creationId xmlns:a16="http://schemas.microsoft.com/office/drawing/2014/main" id="{97EA83FE-0F8A-45CF-A322-07FF404AB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5" name="Freeform 116">
                <a:extLst>
                  <a:ext uri="{FF2B5EF4-FFF2-40B4-BE49-F238E27FC236}">
                    <a16:creationId xmlns:a16="http://schemas.microsoft.com/office/drawing/2014/main" id="{BD5E5651-1979-451C-9989-894AAF921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6" name="Freeform 117">
                <a:extLst>
                  <a:ext uri="{FF2B5EF4-FFF2-40B4-BE49-F238E27FC236}">
                    <a16:creationId xmlns:a16="http://schemas.microsoft.com/office/drawing/2014/main" id="{2F8C2839-A47B-4230-B04F-12A1A45E8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7" name="Freeform 118">
                <a:extLst>
                  <a:ext uri="{FF2B5EF4-FFF2-40B4-BE49-F238E27FC236}">
                    <a16:creationId xmlns:a16="http://schemas.microsoft.com/office/drawing/2014/main" id="{ECDD3A83-1AF6-4236-AC70-616E22023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8" name="Freeform 119">
                <a:extLst>
                  <a:ext uri="{FF2B5EF4-FFF2-40B4-BE49-F238E27FC236}">
                    <a16:creationId xmlns:a16="http://schemas.microsoft.com/office/drawing/2014/main" id="{0C81A9BD-AD14-42E7-B09D-A5AA9ACC3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9" name="Freeform 120">
                <a:extLst>
                  <a:ext uri="{FF2B5EF4-FFF2-40B4-BE49-F238E27FC236}">
                    <a16:creationId xmlns:a16="http://schemas.microsoft.com/office/drawing/2014/main" id="{EC13213A-83E6-49AD-A2B5-FC92172C2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0" name="Freeform 121">
                <a:extLst>
                  <a:ext uri="{FF2B5EF4-FFF2-40B4-BE49-F238E27FC236}">
                    <a16:creationId xmlns:a16="http://schemas.microsoft.com/office/drawing/2014/main" id="{E0E2F0D0-537C-4002-B9EA-E3B13C40D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1" name="Freeform 122">
                <a:extLst>
                  <a:ext uri="{FF2B5EF4-FFF2-40B4-BE49-F238E27FC236}">
                    <a16:creationId xmlns:a16="http://schemas.microsoft.com/office/drawing/2014/main" id="{97131EF0-FE0C-436C-AA21-8A7902535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2" name="Freeform 123">
                <a:extLst>
                  <a:ext uri="{FF2B5EF4-FFF2-40B4-BE49-F238E27FC236}">
                    <a16:creationId xmlns:a16="http://schemas.microsoft.com/office/drawing/2014/main" id="{4F1392A4-596E-4D05-92FB-24F1C5608D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3" name="Freeform 124">
                <a:extLst>
                  <a:ext uri="{FF2B5EF4-FFF2-40B4-BE49-F238E27FC236}">
                    <a16:creationId xmlns:a16="http://schemas.microsoft.com/office/drawing/2014/main" id="{3C0C3D25-81EC-4F75-91A3-13CC94ACA6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4" name="Freeform 125">
                <a:extLst>
                  <a:ext uri="{FF2B5EF4-FFF2-40B4-BE49-F238E27FC236}">
                    <a16:creationId xmlns:a16="http://schemas.microsoft.com/office/drawing/2014/main" id="{9EE28A6C-6497-4274-A5D7-D7D5BAB80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5" name="Freeform 126">
                <a:extLst>
                  <a:ext uri="{FF2B5EF4-FFF2-40B4-BE49-F238E27FC236}">
                    <a16:creationId xmlns:a16="http://schemas.microsoft.com/office/drawing/2014/main" id="{497FFE65-19ED-4A50-8BCC-CED794F28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6" name="Freeform 127">
                <a:extLst>
                  <a:ext uri="{FF2B5EF4-FFF2-40B4-BE49-F238E27FC236}">
                    <a16:creationId xmlns:a16="http://schemas.microsoft.com/office/drawing/2014/main" id="{86E570FE-556F-4D36-ABD8-4E23CD329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80" name="Freeform 128">
              <a:extLst>
                <a:ext uri="{FF2B5EF4-FFF2-40B4-BE49-F238E27FC236}">
                  <a16:creationId xmlns:a16="http://schemas.microsoft.com/office/drawing/2014/main" id="{17DA2945-320C-4DBF-BD14-D0F650CAC9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1" name="Freeform 129">
              <a:extLst>
                <a:ext uri="{FF2B5EF4-FFF2-40B4-BE49-F238E27FC236}">
                  <a16:creationId xmlns:a16="http://schemas.microsoft.com/office/drawing/2014/main" id="{92B6E3C6-AD1D-4390-9A1D-178A93A5FF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2" name="Freeform 130">
              <a:extLst>
                <a:ext uri="{FF2B5EF4-FFF2-40B4-BE49-F238E27FC236}">
                  <a16:creationId xmlns:a16="http://schemas.microsoft.com/office/drawing/2014/main" id="{0380871C-AD2C-476B-8C6A-18AEA0A207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3" name="Freeform 131">
              <a:extLst>
                <a:ext uri="{FF2B5EF4-FFF2-40B4-BE49-F238E27FC236}">
                  <a16:creationId xmlns:a16="http://schemas.microsoft.com/office/drawing/2014/main" id="{65349037-E34B-497D-8128-FA6D54D06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4" name="Freeform 132">
              <a:extLst>
                <a:ext uri="{FF2B5EF4-FFF2-40B4-BE49-F238E27FC236}">
                  <a16:creationId xmlns:a16="http://schemas.microsoft.com/office/drawing/2014/main" id="{655FDAF9-A377-4A0C-8493-67C11D07D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5" name="Freeform 133">
              <a:extLst>
                <a:ext uri="{FF2B5EF4-FFF2-40B4-BE49-F238E27FC236}">
                  <a16:creationId xmlns:a16="http://schemas.microsoft.com/office/drawing/2014/main" id="{72D7D61A-0459-4C59-86B7-7CD7D3256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6" name="Freeform 134">
              <a:extLst>
                <a:ext uri="{FF2B5EF4-FFF2-40B4-BE49-F238E27FC236}">
                  <a16:creationId xmlns:a16="http://schemas.microsoft.com/office/drawing/2014/main" id="{FCF43178-6C6B-4713-B6F9-52D7641E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7" name="Freeform 135">
              <a:extLst>
                <a:ext uri="{FF2B5EF4-FFF2-40B4-BE49-F238E27FC236}">
                  <a16:creationId xmlns:a16="http://schemas.microsoft.com/office/drawing/2014/main" id="{9548F93F-6478-4637-90E5-B7CAF354F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8" name="Freeform 136">
              <a:extLst>
                <a:ext uri="{FF2B5EF4-FFF2-40B4-BE49-F238E27FC236}">
                  <a16:creationId xmlns:a16="http://schemas.microsoft.com/office/drawing/2014/main" id="{DB62A8C6-A87B-4671-8596-4C52F0955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9" name="Freeform 137">
              <a:extLst>
                <a:ext uri="{FF2B5EF4-FFF2-40B4-BE49-F238E27FC236}">
                  <a16:creationId xmlns:a16="http://schemas.microsoft.com/office/drawing/2014/main" id="{E8BBD841-8286-4FE7-9C08-F054E021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909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NO USAR_Solo para instru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453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Marcador de texto 5">
            <a:extLst>
              <a:ext uri="{FF2B5EF4-FFF2-40B4-BE49-F238E27FC236}">
                <a16:creationId xmlns:a16="http://schemas.microsoft.com/office/drawing/2014/main" id="{50DB74FD-00EE-4862-92AC-97D1150E429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8636778" y="3296030"/>
            <a:ext cx="6858000" cy="265936"/>
          </a:xfrm>
          <a:prstGeom prst="rect">
            <a:avLst/>
          </a:prstGeom>
          <a:solidFill>
            <a:schemeClr val="accent2"/>
          </a:solidFill>
        </p:spPr>
        <p:txBody>
          <a:bodyPr rIns="324000"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spc="3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Aprendizaje No-Supervisado | </a:t>
            </a:r>
            <a:r>
              <a:rPr lang="es-ES" dirty="0" err="1"/>
              <a:t>Clustering</a:t>
            </a:r>
            <a:r>
              <a:rPr lang="es-ES" dirty="0"/>
              <a:t> | 2023</a:t>
            </a:r>
            <a:endParaRPr lang="es-CL" dirty="0"/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8D5BE26-3A40-47D3-B29A-F455B2290FF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rgbClr val="000000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7C6D352E-505B-495D-B3FF-B1763D1DB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067D6118-44AA-415D-B0A1-366604B2D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CE545E41-0FEB-47DC-AABC-490CCB450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D0D2EBC1-73AD-4438-95AC-896377E2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4B65249F-2C0E-48EE-8C9D-85D799EB9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B2A117A0-FE1E-46E6-8E3E-197411BD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2E4FC00D-2C6F-4D1C-94E5-E3F329AAE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FA01D53-E975-4AF6-9355-3F5304BDC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0E66D0D5-F539-43AF-90D4-DF2F92BD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1F792CA8-089A-4C19-B221-59CF5B4471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834F7817-F932-4478-9FEA-DA8B0EBD0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14E51887-E352-4149-91F9-BD52D305D3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71AC51F5-2164-4A07-853C-563F6F3B8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787BBF1A-01EA-4612-B0F0-3F4F8D4D5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ABB1A0E4-5962-4377-93F0-E6A546AD1D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520E9850-6E75-4E14-9107-C14C4B06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20842D60-6B74-4448-BE83-277CCC2ED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F62709B-D48F-4ADA-A9C1-84AF24A1A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F29BFEB6-CCDD-4D62-8650-EE8CC3BE5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8EDB595B-6E01-46FB-A05B-F91F4D8781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2A34DCBB-6B73-4224-AEAA-DDAC6AEE0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7C5A23C3-8A30-4C4A-9A71-F9FE81A7E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52CCA802-C4B9-496B-AB23-574A262F7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F1878ED7-B72B-409A-8EE0-6E749A1F7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6F3276A4-4CFB-4593-AA9D-771C01904F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2407F4D3-4552-4229-8628-80C054B40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EC997D33-DE7F-4FAE-93D4-15B7357D9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2790B280-6A7C-456D-823F-406C401638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08201962-9093-439C-8F3D-54623CAFEF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BCCA80F3-D8D1-489B-94C8-059F29446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9F2E9E04-119F-49AA-8E58-22D8B31369C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9150D7C5-0ACA-420E-A7B4-EF35F9ACF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CEA593E1-A104-43C5-B93E-3160F9DF5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68BBB12C-BC2A-42F0-9684-6D2A42C82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EE6603AC-AB47-4B29-B379-F603E331CC4D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</p:grpSpPr>
        <p:sp>
          <p:nvSpPr>
            <p:cNvPr id="199" name="Freeform 109">
              <a:extLst>
                <a:ext uri="{FF2B5EF4-FFF2-40B4-BE49-F238E27FC236}">
                  <a16:creationId xmlns:a16="http://schemas.microsoft.com/office/drawing/2014/main" id="{245007CF-6DC6-4102-8947-BF483A767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0" name="Freeform 110">
              <a:extLst>
                <a:ext uri="{FF2B5EF4-FFF2-40B4-BE49-F238E27FC236}">
                  <a16:creationId xmlns:a16="http://schemas.microsoft.com/office/drawing/2014/main" id="{EB7BAD8A-5A19-4046-9E1A-FECFD189E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01" name="Grupo 200">
              <a:extLst>
                <a:ext uri="{FF2B5EF4-FFF2-40B4-BE49-F238E27FC236}">
                  <a16:creationId xmlns:a16="http://schemas.microsoft.com/office/drawing/2014/main" id="{621283A6-3CDE-4782-835D-B5F7C49E43C2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</p:grpSpPr>
          <p:sp>
            <p:nvSpPr>
              <p:cNvPr id="212" name="Freeform 111">
                <a:extLst>
                  <a:ext uri="{FF2B5EF4-FFF2-40B4-BE49-F238E27FC236}">
                    <a16:creationId xmlns:a16="http://schemas.microsoft.com/office/drawing/2014/main" id="{BB6BDADD-00D2-4E08-98E7-62A42952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3" name="Freeform 112">
                <a:extLst>
                  <a:ext uri="{FF2B5EF4-FFF2-40B4-BE49-F238E27FC236}">
                    <a16:creationId xmlns:a16="http://schemas.microsoft.com/office/drawing/2014/main" id="{93A2BA46-C620-4491-9D52-806EC1B83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4" name="Freeform 113">
                <a:extLst>
                  <a:ext uri="{FF2B5EF4-FFF2-40B4-BE49-F238E27FC236}">
                    <a16:creationId xmlns:a16="http://schemas.microsoft.com/office/drawing/2014/main" id="{7AC779F9-A759-44E6-A41D-3740E1C283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5" name="Freeform 114">
                <a:extLst>
                  <a:ext uri="{FF2B5EF4-FFF2-40B4-BE49-F238E27FC236}">
                    <a16:creationId xmlns:a16="http://schemas.microsoft.com/office/drawing/2014/main" id="{E2F90FDF-77E0-47BB-9190-CAA7FAD18D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6" name="Freeform 115">
                <a:extLst>
                  <a:ext uri="{FF2B5EF4-FFF2-40B4-BE49-F238E27FC236}">
                    <a16:creationId xmlns:a16="http://schemas.microsoft.com/office/drawing/2014/main" id="{1CF39C91-BD22-456F-AF73-3AB98D849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7" name="Freeform 116">
                <a:extLst>
                  <a:ext uri="{FF2B5EF4-FFF2-40B4-BE49-F238E27FC236}">
                    <a16:creationId xmlns:a16="http://schemas.microsoft.com/office/drawing/2014/main" id="{6DB5F3C3-1EC6-40EA-9225-2286DC14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8" name="Freeform 117">
                <a:extLst>
                  <a:ext uri="{FF2B5EF4-FFF2-40B4-BE49-F238E27FC236}">
                    <a16:creationId xmlns:a16="http://schemas.microsoft.com/office/drawing/2014/main" id="{0B3ED509-4775-4E0C-A10A-E046A526A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9" name="Freeform 118">
                <a:extLst>
                  <a:ext uri="{FF2B5EF4-FFF2-40B4-BE49-F238E27FC236}">
                    <a16:creationId xmlns:a16="http://schemas.microsoft.com/office/drawing/2014/main" id="{DF5E93A4-AC03-4D9E-8254-DE104865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0" name="Freeform 119">
                <a:extLst>
                  <a:ext uri="{FF2B5EF4-FFF2-40B4-BE49-F238E27FC236}">
                    <a16:creationId xmlns:a16="http://schemas.microsoft.com/office/drawing/2014/main" id="{E0F1DEC2-1822-40F7-901C-0E711FFC3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1" name="Freeform 120">
                <a:extLst>
                  <a:ext uri="{FF2B5EF4-FFF2-40B4-BE49-F238E27FC236}">
                    <a16:creationId xmlns:a16="http://schemas.microsoft.com/office/drawing/2014/main" id="{8D840E56-8959-436A-B712-B47DE1520A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2" name="Freeform 121">
                <a:extLst>
                  <a:ext uri="{FF2B5EF4-FFF2-40B4-BE49-F238E27FC236}">
                    <a16:creationId xmlns:a16="http://schemas.microsoft.com/office/drawing/2014/main" id="{D83C984A-B65E-413C-B962-56324FA32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3" name="Freeform 122">
                <a:extLst>
                  <a:ext uri="{FF2B5EF4-FFF2-40B4-BE49-F238E27FC236}">
                    <a16:creationId xmlns:a16="http://schemas.microsoft.com/office/drawing/2014/main" id="{7F2E8CE2-2E55-47BD-870F-59B79C09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4" name="Freeform 123">
                <a:extLst>
                  <a:ext uri="{FF2B5EF4-FFF2-40B4-BE49-F238E27FC236}">
                    <a16:creationId xmlns:a16="http://schemas.microsoft.com/office/drawing/2014/main" id="{3E414593-8649-4EBD-AF98-02BF077C62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5" name="Freeform 124">
                <a:extLst>
                  <a:ext uri="{FF2B5EF4-FFF2-40B4-BE49-F238E27FC236}">
                    <a16:creationId xmlns:a16="http://schemas.microsoft.com/office/drawing/2014/main" id="{570554D6-D116-48DE-B28B-E4338C0A8D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6" name="Freeform 125">
                <a:extLst>
                  <a:ext uri="{FF2B5EF4-FFF2-40B4-BE49-F238E27FC236}">
                    <a16:creationId xmlns:a16="http://schemas.microsoft.com/office/drawing/2014/main" id="{9F22ACCE-35A7-4082-9ABD-1F227DC39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7" name="Freeform 126">
                <a:extLst>
                  <a:ext uri="{FF2B5EF4-FFF2-40B4-BE49-F238E27FC236}">
                    <a16:creationId xmlns:a16="http://schemas.microsoft.com/office/drawing/2014/main" id="{4876B10C-2140-4D7E-980F-F06E11209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8" name="Freeform 127">
                <a:extLst>
                  <a:ext uri="{FF2B5EF4-FFF2-40B4-BE49-F238E27FC236}">
                    <a16:creationId xmlns:a16="http://schemas.microsoft.com/office/drawing/2014/main" id="{28430070-56F5-4E5E-9B58-9A005795C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2" name="Freeform 128">
              <a:extLst>
                <a:ext uri="{FF2B5EF4-FFF2-40B4-BE49-F238E27FC236}">
                  <a16:creationId xmlns:a16="http://schemas.microsoft.com/office/drawing/2014/main" id="{BED7E100-E2A7-4576-9C09-7EC162D5F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3" name="Freeform 129">
              <a:extLst>
                <a:ext uri="{FF2B5EF4-FFF2-40B4-BE49-F238E27FC236}">
                  <a16:creationId xmlns:a16="http://schemas.microsoft.com/office/drawing/2014/main" id="{A787F0B4-1CDB-4947-A330-F5D733FEE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4" name="Freeform 130">
              <a:extLst>
                <a:ext uri="{FF2B5EF4-FFF2-40B4-BE49-F238E27FC236}">
                  <a16:creationId xmlns:a16="http://schemas.microsoft.com/office/drawing/2014/main" id="{F7A5B330-6B60-4BD7-B8A8-E2D06D909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5" name="Freeform 131">
              <a:extLst>
                <a:ext uri="{FF2B5EF4-FFF2-40B4-BE49-F238E27FC236}">
                  <a16:creationId xmlns:a16="http://schemas.microsoft.com/office/drawing/2014/main" id="{AE35F4B4-4BEB-4CCE-BA59-0CFBBE3B49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6" name="Freeform 132">
              <a:extLst>
                <a:ext uri="{FF2B5EF4-FFF2-40B4-BE49-F238E27FC236}">
                  <a16:creationId xmlns:a16="http://schemas.microsoft.com/office/drawing/2014/main" id="{04EEC533-D593-41FA-B48D-AC747FDE3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7" name="Freeform 133">
              <a:extLst>
                <a:ext uri="{FF2B5EF4-FFF2-40B4-BE49-F238E27FC236}">
                  <a16:creationId xmlns:a16="http://schemas.microsoft.com/office/drawing/2014/main" id="{7719BD16-FFA5-4837-B916-829B4B03D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8" name="Freeform 134">
              <a:extLst>
                <a:ext uri="{FF2B5EF4-FFF2-40B4-BE49-F238E27FC236}">
                  <a16:creationId xmlns:a16="http://schemas.microsoft.com/office/drawing/2014/main" id="{E7F329FD-23AA-49DA-B4D1-82FD85D5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9" name="Freeform 135">
              <a:extLst>
                <a:ext uri="{FF2B5EF4-FFF2-40B4-BE49-F238E27FC236}">
                  <a16:creationId xmlns:a16="http://schemas.microsoft.com/office/drawing/2014/main" id="{C6CFD023-7157-4CB7-AEDD-37DFB1580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0" name="Freeform 136">
              <a:extLst>
                <a:ext uri="{FF2B5EF4-FFF2-40B4-BE49-F238E27FC236}">
                  <a16:creationId xmlns:a16="http://schemas.microsoft.com/office/drawing/2014/main" id="{E01809A6-966C-41E8-A276-62910141A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1" name="Freeform 137">
              <a:extLst>
                <a:ext uri="{FF2B5EF4-FFF2-40B4-BE49-F238E27FC236}">
                  <a16:creationId xmlns:a16="http://schemas.microsoft.com/office/drawing/2014/main" id="{FF7A5D7D-38E9-4FE3-B84D-09FF25715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75" name="Marcador de número de diapositiva 70">
            <a:extLst>
              <a:ext uri="{FF2B5EF4-FFF2-40B4-BE49-F238E27FC236}">
                <a16:creationId xmlns:a16="http://schemas.microsoft.com/office/drawing/2014/main" id="{F5C5AE08-5AE1-4643-9207-8BC98EE62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220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9" r:id="rId2"/>
    <p:sldLayoutId id="2147483670" r:id="rId3"/>
    <p:sldLayoutId id="2147483656" r:id="rId4"/>
    <p:sldLayoutId id="2147483676" r:id="rId5"/>
    <p:sldLayoutId id="2147483649" r:id="rId6"/>
    <p:sldLayoutId id="2147483661" r:id="rId7"/>
    <p:sldLayoutId id="2147483680" r:id="rId8"/>
    <p:sldLayoutId id="2147483677" r:id="rId9"/>
    <p:sldLayoutId id="2147483658" r:id="rId10"/>
    <p:sldLayoutId id="2147483654" r:id="rId11"/>
    <p:sldLayoutId id="2147483657" r:id="rId12"/>
    <p:sldLayoutId id="2147483663" r:id="rId13"/>
    <p:sldLayoutId id="2147483660" r:id="rId14"/>
    <p:sldLayoutId id="2147483683" r:id="rId15"/>
    <p:sldLayoutId id="2147483659" r:id="rId16"/>
    <p:sldLayoutId id="2147483681" r:id="rId17"/>
    <p:sldLayoutId id="2147483682" r:id="rId18"/>
    <p:sldLayoutId id="2147483678" r:id="rId19"/>
    <p:sldLayoutId id="2147483684" r:id="rId20"/>
    <p:sldLayoutId id="2147483650" r:id="rId21"/>
    <p:sldLayoutId id="2147483679" r:id="rId22"/>
    <p:sldLayoutId id="2147483667" r:id="rId23"/>
    <p:sldLayoutId id="2147483687" r:id="rId24"/>
    <p:sldLayoutId id="2147483694" r:id="rId25"/>
    <p:sldLayoutId id="2147483695" r:id="rId26"/>
    <p:sldLayoutId id="2147483668" r:id="rId2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1000" b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orient="horz" pos="527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66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105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hyperlink" Target="http://www.diegocalvo.es/analisis-cluster-no-jerarquico-k-means-en-r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l-intercluster-and-intracluster-distanc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9139640-BC66-C84A-AFF3-05F059059272}"/>
              </a:ext>
            </a:extLst>
          </p:cNvPr>
          <p:cNvGrpSpPr/>
          <p:nvPr/>
        </p:nvGrpSpPr>
        <p:grpSpPr>
          <a:xfrm>
            <a:off x="2519082" y="1219226"/>
            <a:ext cx="7153836" cy="2356695"/>
            <a:chOff x="2519082" y="1219226"/>
            <a:chExt cx="7153836" cy="2356695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2FC02EC-7848-4D45-A571-39C51868FF71}"/>
                </a:ext>
              </a:extLst>
            </p:cNvPr>
            <p:cNvGrpSpPr/>
            <p:nvPr/>
          </p:nvGrpSpPr>
          <p:grpSpPr>
            <a:xfrm>
              <a:off x="4908333" y="2285786"/>
              <a:ext cx="2322348" cy="389404"/>
              <a:chOff x="4146859" y="3656362"/>
              <a:chExt cx="4114181" cy="689853"/>
            </a:xfrm>
          </p:grpSpPr>
          <p:sp>
            <p:nvSpPr>
              <p:cNvPr id="17" name="Freeform 84">
                <a:extLst>
                  <a:ext uri="{FF2B5EF4-FFF2-40B4-BE49-F238E27FC236}">
                    <a16:creationId xmlns:a16="http://schemas.microsoft.com/office/drawing/2014/main" id="{9BB39BFE-BB35-42FB-AAFF-E3CD48B41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859" y="3656362"/>
                <a:ext cx="362934" cy="66768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85">
                <a:extLst>
                  <a:ext uri="{FF2B5EF4-FFF2-40B4-BE49-F238E27FC236}">
                    <a16:creationId xmlns:a16="http://schemas.microsoft.com/office/drawing/2014/main" id="{4ACC130D-6FF1-4ADA-B652-51859A788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7974" y="3670215"/>
                <a:ext cx="385097" cy="656607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86">
                <a:extLst>
                  <a:ext uri="{FF2B5EF4-FFF2-40B4-BE49-F238E27FC236}">
                    <a16:creationId xmlns:a16="http://schemas.microsoft.com/office/drawing/2014/main" id="{9FC03D2C-CDB0-4943-BBB0-7A4DE8959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0778" y="3664674"/>
                <a:ext cx="362934" cy="664918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87">
                <a:extLst>
                  <a:ext uri="{FF2B5EF4-FFF2-40B4-BE49-F238E27FC236}">
                    <a16:creationId xmlns:a16="http://schemas.microsoft.com/office/drawing/2014/main" id="{93121329-D2EE-47C2-9162-A7DEE17E3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0203" y="3675756"/>
                <a:ext cx="307524" cy="648295"/>
              </a:xfrm>
              <a:custGeom>
                <a:avLst/>
                <a:gdLst>
                  <a:gd name="T0" fmla="*/ 108 w 111"/>
                  <a:gd name="T1" fmla="*/ 15 h 234"/>
                  <a:gd name="T2" fmla="*/ 69 w 111"/>
                  <a:gd name="T3" fmla="*/ 15 h 234"/>
                  <a:gd name="T4" fmla="*/ 17 w 111"/>
                  <a:gd name="T5" fmla="*/ 234 h 234"/>
                  <a:gd name="T6" fmla="*/ 0 w 111"/>
                  <a:gd name="T7" fmla="*/ 234 h 234"/>
                  <a:gd name="T8" fmla="*/ 52 w 111"/>
                  <a:gd name="T9" fmla="*/ 15 h 234"/>
                  <a:gd name="T10" fmla="*/ 13 w 111"/>
                  <a:gd name="T11" fmla="*/ 15 h 234"/>
                  <a:gd name="T12" fmla="*/ 17 w 111"/>
                  <a:gd name="T13" fmla="*/ 0 h 234"/>
                  <a:gd name="T14" fmla="*/ 111 w 111"/>
                  <a:gd name="T15" fmla="*/ 1 h 234"/>
                  <a:gd name="T16" fmla="*/ 108 w 111"/>
                  <a:gd name="T17" fmla="*/ 15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234">
                    <a:moveTo>
                      <a:pt x="108" y="15"/>
                    </a:moveTo>
                    <a:lnTo>
                      <a:pt x="69" y="15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52" y="15"/>
                    </a:lnTo>
                    <a:lnTo>
                      <a:pt x="13" y="15"/>
                    </a:lnTo>
                    <a:lnTo>
                      <a:pt x="17" y="0"/>
                    </a:lnTo>
                    <a:lnTo>
                      <a:pt x="111" y="1"/>
                    </a:lnTo>
                    <a:lnTo>
                      <a:pt x="108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88">
                <a:extLst>
                  <a:ext uri="{FF2B5EF4-FFF2-40B4-BE49-F238E27FC236}">
                    <a16:creationId xmlns:a16="http://schemas.microsoft.com/office/drawing/2014/main" id="{9E38C50A-696E-4EF9-A0C7-B43D46BA78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26302" y="3675756"/>
                <a:ext cx="335229" cy="651066"/>
              </a:xfrm>
              <a:custGeom>
                <a:avLst/>
                <a:gdLst>
                  <a:gd name="T0" fmla="*/ 53 w 121"/>
                  <a:gd name="T1" fmla="*/ 148 h 235"/>
                  <a:gd name="T2" fmla="*/ 96 w 121"/>
                  <a:gd name="T3" fmla="*/ 148 h 235"/>
                  <a:gd name="T4" fmla="*/ 107 w 121"/>
                  <a:gd name="T5" fmla="*/ 19 h 235"/>
                  <a:gd name="T6" fmla="*/ 53 w 121"/>
                  <a:gd name="T7" fmla="*/ 148 h 235"/>
                  <a:gd name="T8" fmla="*/ 107 w 121"/>
                  <a:gd name="T9" fmla="*/ 235 h 235"/>
                  <a:gd name="T10" fmla="*/ 91 w 121"/>
                  <a:gd name="T11" fmla="*/ 235 h 235"/>
                  <a:gd name="T12" fmla="*/ 96 w 121"/>
                  <a:gd name="T13" fmla="*/ 164 h 235"/>
                  <a:gd name="T14" fmla="*/ 47 w 121"/>
                  <a:gd name="T15" fmla="*/ 163 h 235"/>
                  <a:gd name="T16" fmla="*/ 16 w 121"/>
                  <a:gd name="T17" fmla="*/ 235 h 235"/>
                  <a:gd name="T18" fmla="*/ 0 w 121"/>
                  <a:gd name="T19" fmla="*/ 235 h 235"/>
                  <a:gd name="T20" fmla="*/ 99 w 121"/>
                  <a:gd name="T21" fmla="*/ 0 h 235"/>
                  <a:gd name="T22" fmla="*/ 121 w 121"/>
                  <a:gd name="T23" fmla="*/ 0 h 235"/>
                  <a:gd name="T24" fmla="*/ 107 w 121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235">
                    <a:moveTo>
                      <a:pt x="53" y="148"/>
                    </a:moveTo>
                    <a:lnTo>
                      <a:pt x="96" y="148"/>
                    </a:lnTo>
                    <a:lnTo>
                      <a:pt x="107" y="19"/>
                    </a:lnTo>
                    <a:lnTo>
                      <a:pt x="53" y="148"/>
                    </a:lnTo>
                    <a:close/>
                    <a:moveTo>
                      <a:pt x="107" y="235"/>
                    </a:moveTo>
                    <a:lnTo>
                      <a:pt x="91" y="235"/>
                    </a:lnTo>
                    <a:lnTo>
                      <a:pt x="96" y="164"/>
                    </a:lnTo>
                    <a:lnTo>
                      <a:pt x="47" y="163"/>
                    </a:lnTo>
                    <a:lnTo>
                      <a:pt x="16" y="235"/>
                    </a:lnTo>
                    <a:lnTo>
                      <a:pt x="0" y="235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07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89">
                <a:extLst>
                  <a:ext uri="{FF2B5EF4-FFF2-40B4-BE49-F238E27FC236}">
                    <a16:creationId xmlns:a16="http://schemas.microsoft.com/office/drawing/2014/main" id="{276747B6-0C3A-4A19-AA98-70491DCAD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6811" y="3684067"/>
                <a:ext cx="196704" cy="642754"/>
              </a:xfrm>
              <a:custGeom>
                <a:avLst/>
                <a:gdLst>
                  <a:gd name="T0" fmla="*/ 16 w 71"/>
                  <a:gd name="T1" fmla="*/ 232 h 232"/>
                  <a:gd name="T2" fmla="*/ 0 w 71"/>
                  <a:gd name="T3" fmla="*/ 232 h 232"/>
                  <a:gd name="T4" fmla="*/ 56 w 71"/>
                  <a:gd name="T5" fmla="*/ 0 h 232"/>
                  <a:gd name="T6" fmla="*/ 71 w 71"/>
                  <a:gd name="T7" fmla="*/ 0 h 232"/>
                  <a:gd name="T8" fmla="*/ 16 w 71"/>
                  <a:gd name="T9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232">
                    <a:moveTo>
                      <a:pt x="16" y="232"/>
                    </a:moveTo>
                    <a:lnTo>
                      <a:pt x="0" y="232"/>
                    </a:lnTo>
                    <a:lnTo>
                      <a:pt x="56" y="0"/>
                    </a:lnTo>
                    <a:lnTo>
                      <a:pt x="71" y="0"/>
                    </a:lnTo>
                    <a:lnTo>
                      <a:pt x="16" y="2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90">
                <a:extLst>
                  <a:ext uri="{FF2B5EF4-FFF2-40B4-BE49-F238E27FC236}">
                    <a16:creationId xmlns:a16="http://schemas.microsoft.com/office/drawing/2014/main" id="{D3D0C595-83D0-4598-A4DA-CB3B3C275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2909" y="3684067"/>
                <a:ext cx="412802" cy="648295"/>
              </a:xfrm>
              <a:custGeom>
                <a:avLst/>
                <a:gdLst>
                  <a:gd name="T0" fmla="*/ 93 w 149"/>
                  <a:gd name="T1" fmla="*/ 234 h 234"/>
                  <a:gd name="T2" fmla="*/ 68 w 149"/>
                  <a:gd name="T3" fmla="*/ 234 h 234"/>
                  <a:gd name="T4" fmla="*/ 66 w 149"/>
                  <a:gd name="T5" fmla="*/ 17 h 234"/>
                  <a:gd name="T6" fmla="*/ 16 w 149"/>
                  <a:gd name="T7" fmla="*/ 233 h 234"/>
                  <a:gd name="T8" fmla="*/ 0 w 149"/>
                  <a:gd name="T9" fmla="*/ 233 h 234"/>
                  <a:gd name="T10" fmla="*/ 56 w 149"/>
                  <a:gd name="T11" fmla="*/ 0 h 234"/>
                  <a:gd name="T12" fmla="*/ 80 w 149"/>
                  <a:gd name="T13" fmla="*/ 1 h 234"/>
                  <a:gd name="T14" fmla="*/ 83 w 149"/>
                  <a:gd name="T15" fmla="*/ 224 h 234"/>
                  <a:gd name="T16" fmla="*/ 134 w 149"/>
                  <a:gd name="T17" fmla="*/ 1 h 234"/>
                  <a:gd name="T18" fmla="*/ 149 w 149"/>
                  <a:gd name="T19" fmla="*/ 1 h 234"/>
                  <a:gd name="T20" fmla="*/ 93 w 149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9" h="234">
                    <a:moveTo>
                      <a:pt x="93" y="234"/>
                    </a:moveTo>
                    <a:lnTo>
                      <a:pt x="68" y="234"/>
                    </a:lnTo>
                    <a:lnTo>
                      <a:pt x="66" y="17"/>
                    </a:lnTo>
                    <a:lnTo>
                      <a:pt x="16" y="233"/>
                    </a:lnTo>
                    <a:lnTo>
                      <a:pt x="0" y="233"/>
                    </a:lnTo>
                    <a:lnTo>
                      <a:pt x="56" y="0"/>
                    </a:lnTo>
                    <a:lnTo>
                      <a:pt x="80" y="1"/>
                    </a:lnTo>
                    <a:lnTo>
                      <a:pt x="83" y="224"/>
                    </a:lnTo>
                    <a:lnTo>
                      <a:pt x="134" y="1"/>
                    </a:lnTo>
                    <a:lnTo>
                      <a:pt x="149" y="1"/>
                    </a:lnTo>
                    <a:lnTo>
                      <a:pt x="93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91">
                <a:extLst>
                  <a:ext uri="{FF2B5EF4-FFF2-40B4-BE49-F238E27FC236}">
                    <a16:creationId xmlns:a16="http://schemas.microsoft.com/office/drawing/2014/main" id="{35D695EB-245F-4801-95F7-12C20203F5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1860" y="3686838"/>
                <a:ext cx="340770" cy="651066"/>
              </a:xfrm>
              <a:custGeom>
                <a:avLst/>
                <a:gdLst>
                  <a:gd name="T0" fmla="*/ 53 w 123"/>
                  <a:gd name="T1" fmla="*/ 148 h 235"/>
                  <a:gd name="T2" fmla="*/ 98 w 123"/>
                  <a:gd name="T3" fmla="*/ 148 h 235"/>
                  <a:gd name="T4" fmla="*/ 108 w 123"/>
                  <a:gd name="T5" fmla="*/ 17 h 235"/>
                  <a:gd name="T6" fmla="*/ 53 w 123"/>
                  <a:gd name="T7" fmla="*/ 148 h 235"/>
                  <a:gd name="T8" fmla="*/ 108 w 123"/>
                  <a:gd name="T9" fmla="*/ 235 h 235"/>
                  <a:gd name="T10" fmla="*/ 91 w 123"/>
                  <a:gd name="T11" fmla="*/ 234 h 235"/>
                  <a:gd name="T12" fmla="*/ 97 w 123"/>
                  <a:gd name="T13" fmla="*/ 164 h 235"/>
                  <a:gd name="T14" fmla="*/ 47 w 123"/>
                  <a:gd name="T15" fmla="*/ 163 h 235"/>
                  <a:gd name="T16" fmla="*/ 17 w 123"/>
                  <a:gd name="T17" fmla="*/ 234 h 235"/>
                  <a:gd name="T18" fmla="*/ 0 w 123"/>
                  <a:gd name="T19" fmla="*/ 234 h 235"/>
                  <a:gd name="T20" fmla="*/ 100 w 123"/>
                  <a:gd name="T21" fmla="*/ 0 h 235"/>
                  <a:gd name="T22" fmla="*/ 123 w 123"/>
                  <a:gd name="T23" fmla="*/ 0 h 235"/>
                  <a:gd name="T24" fmla="*/ 108 w 123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235">
                    <a:moveTo>
                      <a:pt x="53" y="148"/>
                    </a:moveTo>
                    <a:lnTo>
                      <a:pt x="98" y="148"/>
                    </a:lnTo>
                    <a:lnTo>
                      <a:pt x="108" y="17"/>
                    </a:lnTo>
                    <a:lnTo>
                      <a:pt x="53" y="148"/>
                    </a:lnTo>
                    <a:close/>
                    <a:moveTo>
                      <a:pt x="108" y="235"/>
                    </a:moveTo>
                    <a:lnTo>
                      <a:pt x="91" y="234"/>
                    </a:lnTo>
                    <a:lnTo>
                      <a:pt x="97" y="164"/>
                    </a:lnTo>
                    <a:lnTo>
                      <a:pt x="47" y="163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100" y="0"/>
                    </a:lnTo>
                    <a:lnTo>
                      <a:pt x="123" y="0"/>
                    </a:lnTo>
                    <a:lnTo>
                      <a:pt x="108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92">
                <a:extLst>
                  <a:ext uri="{FF2B5EF4-FFF2-40B4-BE49-F238E27FC236}">
                    <a16:creationId xmlns:a16="http://schemas.microsoft.com/office/drawing/2014/main" id="{DD788364-2338-42BF-BC36-B1CFC89111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25138" y="3692379"/>
                <a:ext cx="351852" cy="648295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93">
                <a:extLst>
                  <a:ext uri="{FF2B5EF4-FFF2-40B4-BE49-F238E27FC236}">
                    <a16:creationId xmlns:a16="http://schemas.microsoft.com/office/drawing/2014/main" id="{3A8E09B0-33E0-420E-BC56-357A8A56C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2400" y="3695149"/>
                <a:ext cx="224409" cy="648295"/>
              </a:xfrm>
              <a:custGeom>
                <a:avLst/>
                <a:gdLst>
                  <a:gd name="T0" fmla="*/ 77 w 81"/>
                  <a:gd name="T1" fmla="*/ 234 h 234"/>
                  <a:gd name="T2" fmla="*/ 0 w 81"/>
                  <a:gd name="T3" fmla="*/ 234 h 234"/>
                  <a:gd name="T4" fmla="*/ 56 w 81"/>
                  <a:gd name="T5" fmla="*/ 0 h 234"/>
                  <a:gd name="T6" fmla="*/ 72 w 81"/>
                  <a:gd name="T7" fmla="*/ 0 h 234"/>
                  <a:gd name="T8" fmla="*/ 20 w 81"/>
                  <a:gd name="T9" fmla="*/ 219 h 234"/>
                  <a:gd name="T10" fmla="*/ 81 w 81"/>
                  <a:gd name="T11" fmla="*/ 220 h 234"/>
                  <a:gd name="T12" fmla="*/ 77 w 81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34">
                    <a:moveTo>
                      <a:pt x="77" y="234"/>
                    </a:moveTo>
                    <a:lnTo>
                      <a:pt x="0" y="234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20" y="219"/>
                    </a:lnTo>
                    <a:lnTo>
                      <a:pt x="81" y="220"/>
                    </a:lnTo>
                    <a:lnTo>
                      <a:pt x="77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94">
                <a:extLst>
                  <a:ext uri="{FF2B5EF4-FFF2-40B4-BE49-F238E27FC236}">
                    <a16:creationId xmlns:a16="http://schemas.microsoft.com/office/drawing/2014/main" id="{EAF3F43D-0984-41AC-A597-6F2E47CDB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253" y="3697920"/>
                <a:ext cx="376787" cy="648295"/>
              </a:xfrm>
              <a:custGeom>
                <a:avLst/>
                <a:gdLst>
                  <a:gd name="T0" fmla="*/ 0 w 136"/>
                  <a:gd name="T1" fmla="*/ 234 h 234"/>
                  <a:gd name="T2" fmla="*/ 82 w 136"/>
                  <a:gd name="T3" fmla="*/ 234 h 234"/>
                  <a:gd name="T4" fmla="*/ 86 w 136"/>
                  <a:gd name="T5" fmla="*/ 220 h 234"/>
                  <a:gd name="T6" fmla="*/ 19 w 136"/>
                  <a:gd name="T7" fmla="*/ 219 h 234"/>
                  <a:gd name="T8" fmla="*/ 43 w 136"/>
                  <a:gd name="T9" fmla="*/ 119 h 234"/>
                  <a:gd name="T10" fmla="*/ 97 w 136"/>
                  <a:gd name="T11" fmla="*/ 120 h 234"/>
                  <a:gd name="T12" fmla="*/ 101 w 136"/>
                  <a:gd name="T13" fmla="*/ 106 h 234"/>
                  <a:gd name="T14" fmla="*/ 47 w 136"/>
                  <a:gd name="T15" fmla="*/ 105 h 234"/>
                  <a:gd name="T16" fmla="*/ 68 w 136"/>
                  <a:gd name="T17" fmla="*/ 15 h 234"/>
                  <a:gd name="T18" fmla="*/ 133 w 136"/>
                  <a:gd name="T19" fmla="*/ 16 h 234"/>
                  <a:gd name="T20" fmla="*/ 136 w 136"/>
                  <a:gd name="T21" fmla="*/ 1 h 234"/>
                  <a:gd name="T22" fmla="*/ 55 w 136"/>
                  <a:gd name="T23" fmla="*/ 0 h 234"/>
                  <a:gd name="T24" fmla="*/ 0 w 136"/>
                  <a:gd name="T2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6" h="234">
                    <a:moveTo>
                      <a:pt x="0" y="234"/>
                    </a:moveTo>
                    <a:lnTo>
                      <a:pt x="82" y="234"/>
                    </a:lnTo>
                    <a:lnTo>
                      <a:pt x="86" y="220"/>
                    </a:lnTo>
                    <a:lnTo>
                      <a:pt x="19" y="219"/>
                    </a:lnTo>
                    <a:lnTo>
                      <a:pt x="43" y="119"/>
                    </a:lnTo>
                    <a:lnTo>
                      <a:pt x="97" y="120"/>
                    </a:lnTo>
                    <a:lnTo>
                      <a:pt x="101" y="106"/>
                    </a:lnTo>
                    <a:lnTo>
                      <a:pt x="47" y="105"/>
                    </a:lnTo>
                    <a:lnTo>
                      <a:pt x="68" y="15"/>
                    </a:lnTo>
                    <a:lnTo>
                      <a:pt x="133" y="16"/>
                    </a:lnTo>
                    <a:lnTo>
                      <a:pt x="136" y="1"/>
                    </a:lnTo>
                    <a:lnTo>
                      <a:pt x="55" y="0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8" name="Freeform 95">
              <a:extLst>
                <a:ext uri="{FF2B5EF4-FFF2-40B4-BE49-F238E27FC236}">
                  <a16:creationId xmlns:a16="http://schemas.microsoft.com/office/drawing/2014/main" id="{D214E3C8-57A4-4D3B-93C0-CD8ED17B1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710" y="1844774"/>
              <a:ext cx="322157" cy="329978"/>
            </a:xfrm>
            <a:custGeom>
              <a:avLst/>
              <a:gdLst>
                <a:gd name="T0" fmla="*/ 124 w 206"/>
                <a:gd name="T1" fmla="*/ 84 h 211"/>
                <a:gd name="T2" fmla="*/ 124 w 206"/>
                <a:gd name="T3" fmla="*/ 0 h 211"/>
                <a:gd name="T4" fmla="*/ 81 w 206"/>
                <a:gd name="T5" fmla="*/ 0 h 211"/>
                <a:gd name="T6" fmla="*/ 81 w 206"/>
                <a:gd name="T7" fmla="*/ 84 h 211"/>
                <a:gd name="T8" fmla="*/ 0 w 206"/>
                <a:gd name="T9" fmla="*/ 84 h 211"/>
                <a:gd name="T10" fmla="*/ 0 w 206"/>
                <a:gd name="T11" fmla="*/ 127 h 211"/>
                <a:gd name="T12" fmla="*/ 81 w 206"/>
                <a:gd name="T13" fmla="*/ 127 h 211"/>
                <a:gd name="T14" fmla="*/ 81 w 206"/>
                <a:gd name="T15" fmla="*/ 211 h 211"/>
                <a:gd name="T16" fmla="*/ 124 w 206"/>
                <a:gd name="T17" fmla="*/ 211 h 211"/>
                <a:gd name="T18" fmla="*/ 124 w 206"/>
                <a:gd name="T19" fmla="*/ 127 h 211"/>
                <a:gd name="T20" fmla="*/ 206 w 206"/>
                <a:gd name="T21" fmla="*/ 127 h 211"/>
                <a:gd name="T22" fmla="*/ 206 w 206"/>
                <a:gd name="T23" fmla="*/ 84 h 211"/>
                <a:gd name="T24" fmla="*/ 124 w 206"/>
                <a:gd name="T25" fmla="*/ 8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6" h="211">
                  <a:moveTo>
                    <a:pt x="124" y="84"/>
                  </a:moveTo>
                  <a:lnTo>
                    <a:pt x="124" y="0"/>
                  </a:lnTo>
                  <a:lnTo>
                    <a:pt x="81" y="0"/>
                  </a:lnTo>
                  <a:lnTo>
                    <a:pt x="81" y="84"/>
                  </a:lnTo>
                  <a:lnTo>
                    <a:pt x="0" y="84"/>
                  </a:lnTo>
                  <a:lnTo>
                    <a:pt x="0" y="127"/>
                  </a:lnTo>
                  <a:lnTo>
                    <a:pt x="81" y="127"/>
                  </a:lnTo>
                  <a:lnTo>
                    <a:pt x="81" y="211"/>
                  </a:lnTo>
                  <a:lnTo>
                    <a:pt x="124" y="211"/>
                  </a:lnTo>
                  <a:lnTo>
                    <a:pt x="124" y="127"/>
                  </a:lnTo>
                  <a:lnTo>
                    <a:pt x="206" y="127"/>
                  </a:lnTo>
                  <a:lnTo>
                    <a:pt x="206" y="84"/>
                  </a:lnTo>
                  <a:lnTo>
                    <a:pt x="124" y="84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8DC28DCC-842C-4EED-9DAD-722C5B434320}"/>
                </a:ext>
              </a:extLst>
            </p:cNvPr>
            <p:cNvGrpSpPr/>
            <p:nvPr/>
          </p:nvGrpSpPr>
          <p:grpSpPr>
            <a:xfrm>
              <a:off x="4969325" y="1830700"/>
              <a:ext cx="1235457" cy="361255"/>
              <a:chOff x="4254909" y="2850150"/>
              <a:chExt cx="2188688" cy="639984"/>
            </a:xfrm>
          </p:grpSpPr>
          <p:sp>
            <p:nvSpPr>
              <p:cNvPr id="30" name="Freeform 79">
                <a:extLst>
                  <a:ext uri="{FF2B5EF4-FFF2-40B4-BE49-F238E27FC236}">
                    <a16:creationId xmlns:a16="http://schemas.microsoft.com/office/drawing/2014/main" id="{921DDF31-EE14-4503-AC78-A6F01892A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909" y="2850150"/>
                <a:ext cx="293672" cy="63998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80">
                <a:extLst>
                  <a:ext uri="{FF2B5EF4-FFF2-40B4-BE49-F238E27FC236}">
                    <a16:creationId xmlns:a16="http://schemas.microsoft.com/office/drawing/2014/main" id="{BC3EC658-9A6D-49BA-A9D1-08DA419F6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875" y="2855691"/>
                <a:ext cx="412802" cy="628902"/>
              </a:xfrm>
              <a:custGeom>
                <a:avLst/>
                <a:gdLst>
                  <a:gd name="T0" fmla="*/ 76 w 149"/>
                  <a:gd name="T1" fmla="*/ 160 h 227"/>
                  <a:gd name="T2" fmla="*/ 101 w 149"/>
                  <a:gd name="T3" fmla="*/ 0 h 227"/>
                  <a:gd name="T4" fmla="*/ 149 w 149"/>
                  <a:gd name="T5" fmla="*/ 0 h 227"/>
                  <a:gd name="T6" fmla="*/ 149 w 149"/>
                  <a:gd name="T7" fmla="*/ 227 h 227"/>
                  <a:gd name="T8" fmla="*/ 116 w 149"/>
                  <a:gd name="T9" fmla="*/ 227 h 227"/>
                  <a:gd name="T10" fmla="*/ 116 w 149"/>
                  <a:gd name="T11" fmla="*/ 65 h 227"/>
                  <a:gd name="T12" fmla="*/ 92 w 149"/>
                  <a:gd name="T13" fmla="*/ 227 h 227"/>
                  <a:gd name="T14" fmla="*/ 58 w 149"/>
                  <a:gd name="T15" fmla="*/ 227 h 227"/>
                  <a:gd name="T16" fmla="*/ 32 w 149"/>
                  <a:gd name="T17" fmla="*/ 66 h 227"/>
                  <a:gd name="T18" fmla="*/ 32 w 149"/>
                  <a:gd name="T19" fmla="*/ 227 h 227"/>
                  <a:gd name="T20" fmla="*/ 0 w 149"/>
                  <a:gd name="T21" fmla="*/ 227 h 227"/>
                  <a:gd name="T22" fmla="*/ 0 w 149"/>
                  <a:gd name="T23" fmla="*/ 0 h 227"/>
                  <a:gd name="T24" fmla="*/ 50 w 149"/>
                  <a:gd name="T25" fmla="*/ 0 h 227"/>
                  <a:gd name="T26" fmla="*/ 76 w 149"/>
                  <a:gd name="T27" fmla="*/ 16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227">
                    <a:moveTo>
                      <a:pt x="76" y="160"/>
                    </a:moveTo>
                    <a:lnTo>
                      <a:pt x="101" y="0"/>
                    </a:lnTo>
                    <a:lnTo>
                      <a:pt x="149" y="0"/>
                    </a:lnTo>
                    <a:lnTo>
                      <a:pt x="149" y="227"/>
                    </a:lnTo>
                    <a:lnTo>
                      <a:pt x="116" y="227"/>
                    </a:lnTo>
                    <a:lnTo>
                      <a:pt x="116" y="65"/>
                    </a:lnTo>
                    <a:lnTo>
                      <a:pt x="92" y="227"/>
                    </a:lnTo>
                    <a:lnTo>
                      <a:pt x="58" y="227"/>
                    </a:lnTo>
                    <a:lnTo>
                      <a:pt x="32" y="66"/>
                    </a:lnTo>
                    <a:lnTo>
                      <a:pt x="32" y="227"/>
                    </a:lnTo>
                    <a:lnTo>
                      <a:pt x="0" y="227"/>
                    </a:lnTo>
                    <a:lnTo>
                      <a:pt x="0" y="0"/>
                    </a:lnTo>
                    <a:lnTo>
                      <a:pt x="50" y="0"/>
                    </a:lnTo>
                    <a:lnTo>
                      <a:pt x="76" y="1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81">
                <a:extLst>
                  <a:ext uri="{FF2B5EF4-FFF2-40B4-BE49-F238E27FC236}">
                    <a16:creationId xmlns:a16="http://schemas.microsoft.com/office/drawing/2014/main" id="{78F77729-ADC0-4F53-9329-AA9ADACEAB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38433" y="2855691"/>
                <a:ext cx="346311" cy="628902"/>
              </a:xfrm>
              <a:custGeom>
                <a:avLst/>
                <a:gdLst>
                  <a:gd name="T0" fmla="*/ 44 w 125"/>
                  <a:gd name="T1" fmla="*/ 154 h 227"/>
                  <a:gd name="T2" fmla="*/ 78 w 125"/>
                  <a:gd name="T3" fmla="*/ 154 h 227"/>
                  <a:gd name="T4" fmla="*/ 61 w 125"/>
                  <a:gd name="T5" fmla="*/ 40 h 227"/>
                  <a:gd name="T6" fmla="*/ 44 w 125"/>
                  <a:gd name="T7" fmla="*/ 154 h 227"/>
                  <a:gd name="T8" fmla="*/ 125 w 125"/>
                  <a:gd name="T9" fmla="*/ 227 h 227"/>
                  <a:gd name="T10" fmla="*/ 89 w 125"/>
                  <a:gd name="T11" fmla="*/ 227 h 227"/>
                  <a:gd name="T12" fmla="*/ 83 w 125"/>
                  <a:gd name="T13" fmla="*/ 186 h 227"/>
                  <a:gd name="T14" fmla="*/ 39 w 125"/>
                  <a:gd name="T15" fmla="*/ 186 h 227"/>
                  <a:gd name="T16" fmla="*/ 33 w 125"/>
                  <a:gd name="T17" fmla="*/ 227 h 227"/>
                  <a:gd name="T18" fmla="*/ 0 w 125"/>
                  <a:gd name="T19" fmla="*/ 227 h 227"/>
                  <a:gd name="T20" fmla="*/ 37 w 125"/>
                  <a:gd name="T21" fmla="*/ 0 h 227"/>
                  <a:gd name="T22" fmla="*/ 88 w 125"/>
                  <a:gd name="T23" fmla="*/ 0 h 227"/>
                  <a:gd name="T24" fmla="*/ 125 w 125"/>
                  <a:gd name="T25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" h="227">
                    <a:moveTo>
                      <a:pt x="44" y="154"/>
                    </a:moveTo>
                    <a:lnTo>
                      <a:pt x="78" y="154"/>
                    </a:lnTo>
                    <a:lnTo>
                      <a:pt x="61" y="40"/>
                    </a:lnTo>
                    <a:lnTo>
                      <a:pt x="44" y="154"/>
                    </a:lnTo>
                    <a:close/>
                    <a:moveTo>
                      <a:pt x="125" y="227"/>
                    </a:moveTo>
                    <a:lnTo>
                      <a:pt x="89" y="227"/>
                    </a:lnTo>
                    <a:lnTo>
                      <a:pt x="83" y="186"/>
                    </a:lnTo>
                    <a:lnTo>
                      <a:pt x="39" y="186"/>
                    </a:lnTo>
                    <a:lnTo>
                      <a:pt x="33" y="227"/>
                    </a:lnTo>
                    <a:lnTo>
                      <a:pt x="0" y="227"/>
                    </a:lnTo>
                    <a:lnTo>
                      <a:pt x="37" y="0"/>
                    </a:lnTo>
                    <a:lnTo>
                      <a:pt x="88" y="0"/>
                    </a:lnTo>
                    <a:lnTo>
                      <a:pt x="125" y="2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82">
                <a:extLst>
                  <a:ext uri="{FF2B5EF4-FFF2-40B4-BE49-F238E27FC236}">
                    <a16:creationId xmlns:a16="http://schemas.microsoft.com/office/drawing/2014/main" id="{B9F63CEA-6F0F-4583-9979-F57540BA79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7729" y="2855691"/>
                <a:ext cx="307524" cy="628902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83">
                <a:extLst>
                  <a:ext uri="{FF2B5EF4-FFF2-40B4-BE49-F238E27FC236}">
                    <a16:creationId xmlns:a16="http://schemas.microsoft.com/office/drawing/2014/main" id="{93258266-4F2E-4D42-84C6-43908DDA4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43" y="2855691"/>
                <a:ext cx="304754" cy="628902"/>
              </a:xfrm>
              <a:custGeom>
                <a:avLst/>
                <a:gdLst>
                  <a:gd name="T0" fmla="*/ 0 w 110"/>
                  <a:gd name="T1" fmla="*/ 0 h 227"/>
                  <a:gd name="T2" fmla="*/ 110 w 110"/>
                  <a:gd name="T3" fmla="*/ 0 h 227"/>
                  <a:gd name="T4" fmla="*/ 110 w 110"/>
                  <a:gd name="T5" fmla="*/ 32 h 227"/>
                  <a:gd name="T6" fmla="*/ 72 w 110"/>
                  <a:gd name="T7" fmla="*/ 32 h 227"/>
                  <a:gd name="T8" fmla="*/ 72 w 110"/>
                  <a:gd name="T9" fmla="*/ 227 h 227"/>
                  <a:gd name="T10" fmla="*/ 37 w 110"/>
                  <a:gd name="T11" fmla="*/ 227 h 227"/>
                  <a:gd name="T12" fmla="*/ 37 w 110"/>
                  <a:gd name="T13" fmla="*/ 32 h 227"/>
                  <a:gd name="T14" fmla="*/ 0 w 110"/>
                  <a:gd name="T15" fmla="*/ 32 h 227"/>
                  <a:gd name="T16" fmla="*/ 0 w 110"/>
                  <a:gd name="T17" fmla="*/ 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227">
                    <a:moveTo>
                      <a:pt x="0" y="0"/>
                    </a:moveTo>
                    <a:lnTo>
                      <a:pt x="110" y="0"/>
                    </a:lnTo>
                    <a:lnTo>
                      <a:pt x="110" y="32"/>
                    </a:lnTo>
                    <a:lnTo>
                      <a:pt x="72" y="32"/>
                    </a:lnTo>
                    <a:lnTo>
                      <a:pt x="72" y="227"/>
                    </a:lnTo>
                    <a:lnTo>
                      <a:pt x="37" y="227"/>
                    </a:lnTo>
                    <a:lnTo>
                      <a:pt x="37" y="32"/>
                    </a:lnTo>
                    <a:lnTo>
                      <a:pt x="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1C8B62A2-FBA9-48FF-A71E-8BADE05ED652}"/>
                </a:ext>
              </a:extLst>
            </p:cNvPr>
            <p:cNvGrpSpPr/>
            <p:nvPr/>
          </p:nvGrpSpPr>
          <p:grpSpPr>
            <a:xfrm>
              <a:off x="5308684" y="2762767"/>
              <a:ext cx="1565434" cy="408170"/>
              <a:chOff x="4856105" y="4501363"/>
              <a:chExt cx="2773261" cy="723099"/>
            </a:xfrm>
          </p:grpSpPr>
          <p:sp>
            <p:nvSpPr>
              <p:cNvPr id="36" name="Freeform 77">
                <a:extLst>
                  <a:ext uri="{FF2B5EF4-FFF2-40B4-BE49-F238E27FC236}">
                    <a16:creationId xmlns:a16="http://schemas.microsoft.com/office/drawing/2014/main" id="{57B55019-CCE7-4B58-BA32-C3B09EA5A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8203" y="4501363"/>
                <a:ext cx="191163" cy="182852"/>
              </a:xfrm>
              <a:custGeom>
                <a:avLst/>
                <a:gdLst>
                  <a:gd name="T0" fmla="*/ 69 w 69"/>
                  <a:gd name="T1" fmla="*/ 65 h 66"/>
                  <a:gd name="T2" fmla="*/ 59 w 69"/>
                  <a:gd name="T3" fmla="*/ 66 h 66"/>
                  <a:gd name="T4" fmla="*/ 54 w 69"/>
                  <a:gd name="T5" fmla="*/ 12 h 66"/>
                  <a:gd name="T6" fmla="*/ 2 w 69"/>
                  <a:gd name="T7" fmla="*/ 20 h 66"/>
                  <a:gd name="T8" fmla="*/ 0 w 69"/>
                  <a:gd name="T9" fmla="*/ 10 h 66"/>
                  <a:gd name="T10" fmla="*/ 64 w 69"/>
                  <a:gd name="T11" fmla="*/ 0 h 66"/>
                  <a:gd name="T12" fmla="*/ 69 w 69"/>
                  <a:gd name="T13" fmla="*/ 6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66">
                    <a:moveTo>
                      <a:pt x="69" y="65"/>
                    </a:moveTo>
                    <a:lnTo>
                      <a:pt x="59" y="66"/>
                    </a:lnTo>
                    <a:lnTo>
                      <a:pt x="54" y="12"/>
                    </a:lnTo>
                    <a:lnTo>
                      <a:pt x="2" y="20"/>
                    </a:lnTo>
                    <a:lnTo>
                      <a:pt x="0" y="10"/>
                    </a:lnTo>
                    <a:lnTo>
                      <a:pt x="64" y="0"/>
                    </a:lnTo>
                    <a:lnTo>
                      <a:pt x="69" y="65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04">
                <a:extLst>
                  <a:ext uri="{FF2B5EF4-FFF2-40B4-BE49-F238E27FC236}">
                    <a16:creationId xmlns:a16="http://schemas.microsoft.com/office/drawing/2014/main" id="{CB5B4E82-E996-4916-89A7-673EE3DA6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9499" y="4501363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3 h 16"/>
                  <a:gd name="T8" fmla="*/ 12 w 17"/>
                  <a:gd name="T9" fmla="*/ 3 h 16"/>
                  <a:gd name="T10" fmla="*/ 15 w 17"/>
                  <a:gd name="T11" fmla="*/ 13 h 16"/>
                  <a:gd name="T12" fmla="*/ 15 w 17"/>
                  <a:gd name="T13" fmla="*/ 13 h 16"/>
                  <a:gd name="T14" fmla="*/ 9 w 17"/>
                  <a:gd name="T15" fmla="*/ 16 h 16"/>
                  <a:gd name="T16" fmla="*/ 9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2"/>
                      <a:pt x="9" y="0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6" y="5"/>
                      <a:pt x="17" y="9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3" y="15"/>
                      <a:pt x="11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423FC57B-5B48-475C-876E-5AE9FB2B1743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20330"/>
                <a:chOff x="4856105" y="4504132"/>
                <a:chExt cx="2698458" cy="720330"/>
              </a:xfrm>
            </p:grpSpPr>
            <p:sp>
              <p:nvSpPr>
                <p:cNvPr id="39" name="Freeform 101">
                  <a:extLst>
                    <a:ext uri="{FF2B5EF4-FFF2-40B4-BE49-F238E27FC236}">
                      <a16:creationId xmlns:a16="http://schemas.microsoft.com/office/drawing/2014/main" id="{D21E2C9C-117A-4B2A-A747-997D1A999F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5188445"/>
                  <a:ext cx="36016" cy="36017"/>
                </a:xfrm>
                <a:custGeom>
                  <a:avLst/>
                  <a:gdLst>
                    <a:gd name="T0" fmla="*/ 0 w 15"/>
                    <a:gd name="T1" fmla="*/ 8 h 15"/>
                    <a:gd name="T2" fmla="*/ 7 w 15"/>
                    <a:gd name="T3" fmla="*/ 0 h 15"/>
                    <a:gd name="T4" fmla="*/ 7 w 15"/>
                    <a:gd name="T5" fmla="*/ 0 h 15"/>
                    <a:gd name="T6" fmla="*/ 15 w 15"/>
                    <a:gd name="T7" fmla="*/ 7 h 15"/>
                    <a:gd name="T8" fmla="*/ 15 w 15"/>
                    <a:gd name="T9" fmla="*/ 7 h 15"/>
                    <a:gd name="T10" fmla="*/ 8 w 15"/>
                    <a:gd name="T11" fmla="*/ 15 h 15"/>
                    <a:gd name="T12" fmla="*/ 8 w 15"/>
                    <a:gd name="T13" fmla="*/ 15 h 15"/>
                    <a:gd name="T14" fmla="*/ 8 w 15"/>
                    <a:gd name="T15" fmla="*/ 15 h 15"/>
                    <a:gd name="T16" fmla="*/ 8 w 15"/>
                    <a:gd name="T17" fmla="*/ 15 h 15"/>
                    <a:gd name="T18" fmla="*/ 7 w 15"/>
                    <a:gd name="T19" fmla="*/ 15 h 15"/>
                    <a:gd name="T20" fmla="*/ 7 w 15"/>
                    <a:gd name="T21" fmla="*/ 15 h 15"/>
                    <a:gd name="T22" fmla="*/ 0 w 15"/>
                    <a:gd name="T23" fmla="*/ 8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5">
                      <a:moveTo>
                        <a:pt x="0" y="8"/>
                      </a:moveTo>
                      <a:cubicBezTo>
                        <a:pt x="0" y="4"/>
                        <a:pt x="3" y="1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4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7" y="15"/>
                        <a:pt x="7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55B68F44-4184-4722-8C78-175C76E378B6}"/>
                    </a:ext>
                  </a:extLst>
                </p:cNvPr>
                <p:cNvGrpSpPr/>
                <p:nvPr/>
              </p:nvGrpSpPr>
              <p:grpSpPr>
                <a:xfrm>
                  <a:off x="4856105" y="4504132"/>
                  <a:ext cx="2698458" cy="714789"/>
                  <a:chOff x="4856105" y="4504132"/>
                  <a:chExt cx="2698458" cy="714789"/>
                </a:xfrm>
              </p:grpSpPr>
              <p:grpSp>
                <p:nvGrpSpPr>
                  <p:cNvPr id="41" name="Grupo 40">
                    <a:extLst>
                      <a:ext uri="{FF2B5EF4-FFF2-40B4-BE49-F238E27FC236}">
                        <a16:creationId xmlns:a16="http://schemas.microsoft.com/office/drawing/2014/main" id="{31B9484A-5325-47FE-8497-95216D2DE7C6}"/>
                      </a:ext>
                    </a:extLst>
                  </p:cNvPr>
                  <p:cNvGrpSpPr/>
                  <p:nvPr/>
                </p:nvGrpSpPr>
                <p:grpSpPr>
                  <a:xfrm>
                    <a:off x="4919827" y="4587247"/>
                    <a:ext cx="2634736" cy="631674"/>
                    <a:chOff x="4919827" y="4587247"/>
                    <a:chExt cx="2634736" cy="631674"/>
                  </a:xfrm>
                </p:grpSpPr>
                <p:sp>
                  <p:nvSpPr>
                    <p:cNvPr id="43" name="Freeform 98">
                      <a:extLst>
                        <a:ext uri="{FF2B5EF4-FFF2-40B4-BE49-F238E27FC236}">
                          <a16:creationId xmlns:a16="http://schemas.microsoft.com/office/drawing/2014/main" id="{7C88850C-00F8-4F75-88DC-536CCBFB441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919827" y="4590019"/>
                      <a:ext cx="1230098" cy="628902"/>
                    </a:xfrm>
                    <a:custGeom>
                      <a:avLst/>
                      <a:gdLst>
                        <a:gd name="T0" fmla="*/ 495 w 509"/>
                        <a:gd name="T1" fmla="*/ 254 h 261"/>
                        <a:gd name="T2" fmla="*/ 502 w 509"/>
                        <a:gd name="T3" fmla="*/ 247 h 261"/>
                        <a:gd name="T4" fmla="*/ 509 w 509"/>
                        <a:gd name="T5" fmla="*/ 254 h 261"/>
                        <a:gd name="T6" fmla="*/ 501 w 509"/>
                        <a:gd name="T7" fmla="*/ 261 h 261"/>
                        <a:gd name="T8" fmla="*/ 451 w 509"/>
                        <a:gd name="T9" fmla="*/ 249 h 261"/>
                        <a:gd name="T10" fmla="*/ 459 w 509"/>
                        <a:gd name="T11" fmla="*/ 243 h 261"/>
                        <a:gd name="T12" fmla="*/ 466 w 509"/>
                        <a:gd name="T13" fmla="*/ 251 h 261"/>
                        <a:gd name="T14" fmla="*/ 457 w 509"/>
                        <a:gd name="T15" fmla="*/ 257 h 261"/>
                        <a:gd name="T16" fmla="*/ 408 w 509"/>
                        <a:gd name="T17" fmla="*/ 242 h 261"/>
                        <a:gd name="T18" fmla="*/ 417 w 509"/>
                        <a:gd name="T19" fmla="*/ 236 h 261"/>
                        <a:gd name="T20" fmla="*/ 415 w 509"/>
                        <a:gd name="T21" fmla="*/ 251 h 261"/>
                        <a:gd name="T22" fmla="*/ 371 w 509"/>
                        <a:gd name="T23" fmla="*/ 241 h 261"/>
                        <a:gd name="T24" fmla="*/ 366 w 509"/>
                        <a:gd name="T25" fmla="*/ 232 h 261"/>
                        <a:gd name="T26" fmla="*/ 374 w 509"/>
                        <a:gd name="T27" fmla="*/ 227 h 261"/>
                        <a:gd name="T28" fmla="*/ 380 w 509"/>
                        <a:gd name="T29" fmla="*/ 236 h 261"/>
                        <a:gd name="T30" fmla="*/ 371 w 509"/>
                        <a:gd name="T31" fmla="*/ 241 h 261"/>
                        <a:gd name="T32" fmla="*/ 324 w 509"/>
                        <a:gd name="T33" fmla="*/ 220 h 261"/>
                        <a:gd name="T34" fmla="*/ 338 w 509"/>
                        <a:gd name="T35" fmla="*/ 225 h 261"/>
                        <a:gd name="T36" fmla="*/ 331 w 509"/>
                        <a:gd name="T37" fmla="*/ 230 h 261"/>
                        <a:gd name="T38" fmla="*/ 283 w 509"/>
                        <a:gd name="T39" fmla="*/ 205 h 261"/>
                        <a:gd name="T40" fmla="*/ 292 w 509"/>
                        <a:gd name="T41" fmla="*/ 201 h 261"/>
                        <a:gd name="T42" fmla="*/ 289 w 509"/>
                        <a:gd name="T43" fmla="*/ 215 h 261"/>
                        <a:gd name="T44" fmla="*/ 246 w 509"/>
                        <a:gd name="T45" fmla="*/ 198 h 261"/>
                        <a:gd name="T46" fmla="*/ 252 w 509"/>
                        <a:gd name="T47" fmla="*/ 184 h 261"/>
                        <a:gd name="T48" fmla="*/ 256 w 509"/>
                        <a:gd name="T49" fmla="*/ 194 h 261"/>
                        <a:gd name="T50" fmla="*/ 246 w 509"/>
                        <a:gd name="T51" fmla="*/ 198 h 261"/>
                        <a:gd name="T52" fmla="*/ 204 w 509"/>
                        <a:gd name="T53" fmla="*/ 168 h 261"/>
                        <a:gd name="T54" fmla="*/ 214 w 509"/>
                        <a:gd name="T55" fmla="*/ 165 h 261"/>
                        <a:gd name="T56" fmla="*/ 217 w 509"/>
                        <a:gd name="T57" fmla="*/ 175 h 261"/>
                        <a:gd name="T58" fmla="*/ 207 w 509"/>
                        <a:gd name="T59" fmla="*/ 178 h 261"/>
                        <a:gd name="T60" fmla="*/ 166 w 509"/>
                        <a:gd name="T61" fmla="*/ 146 h 261"/>
                        <a:gd name="T62" fmla="*/ 179 w 509"/>
                        <a:gd name="T63" fmla="*/ 154 h 261"/>
                        <a:gd name="T64" fmla="*/ 172 w 509"/>
                        <a:gd name="T65" fmla="*/ 157 h 261"/>
                        <a:gd name="T66" fmla="*/ 130 w 509"/>
                        <a:gd name="T67" fmla="*/ 121 h 261"/>
                        <a:gd name="T68" fmla="*/ 140 w 509"/>
                        <a:gd name="T69" fmla="*/ 120 h 261"/>
                        <a:gd name="T70" fmla="*/ 136 w 509"/>
                        <a:gd name="T71" fmla="*/ 133 h 261"/>
                        <a:gd name="T72" fmla="*/ 97 w 509"/>
                        <a:gd name="T73" fmla="*/ 105 h 261"/>
                        <a:gd name="T74" fmla="*/ 106 w 509"/>
                        <a:gd name="T75" fmla="*/ 94 h 261"/>
                        <a:gd name="T76" fmla="*/ 106 w 509"/>
                        <a:gd name="T77" fmla="*/ 94 h 261"/>
                        <a:gd name="T78" fmla="*/ 101 w 509"/>
                        <a:gd name="T79" fmla="*/ 107 h 261"/>
                        <a:gd name="T80" fmla="*/ 64 w 509"/>
                        <a:gd name="T81" fmla="*/ 76 h 261"/>
                        <a:gd name="T82" fmla="*/ 73 w 509"/>
                        <a:gd name="T83" fmla="*/ 65 h 261"/>
                        <a:gd name="T84" fmla="*/ 74 w 509"/>
                        <a:gd name="T85" fmla="*/ 76 h 261"/>
                        <a:gd name="T86" fmla="*/ 64 w 509"/>
                        <a:gd name="T87" fmla="*/ 76 h 261"/>
                        <a:gd name="T88" fmla="*/ 32 w 509"/>
                        <a:gd name="T89" fmla="*/ 35 h 261"/>
                        <a:gd name="T90" fmla="*/ 42 w 509"/>
                        <a:gd name="T91" fmla="*/ 35 h 261"/>
                        <a:gd name="T92" fmla="*/ 37 w 509"/>
                        <a:gd name="T93" fmla="*/ 47 h 261"/>
                        <a:gd name="T94" fmla="*/ 3 w 509"/>
                        <a:gd name="T95" fmla="*/ 12 h 261"/>
                        <a:gd name="T96" fmla="*/ 3 w 509"/>
                        <a:gd name="T97" fmla="*/ 2 h 261"/>
                        <a:gd name="T98" fmla="*/ 14 w 509"/>
                        <a:gd name="T99" fmla="*/ 3 h 261"/>
                        <a:gd name="T100" fmla="*/ 13 w 509"/>
                        <a:gd name="T101" fmla="*/ 13 h 261"/>
                        <a:gd name="T102" fmla="*/ 3 w 509"/>
                        <a:gd name="T103" fmla="*/ 12 h 2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509" h="261">
                          <a:moveTo>
                            <a:pt x="501" y="261"/>
                          </a:moveTo>
                          <a:cubicBezTo>
                            <a:pt x="497" y="261"/>
                            <a:pt x="494" y="258"/>
                            <a:pt x="495" y="254"/>
                          </a:cubicBezTo>
                          <a:cubicBezTo>
                            <a:pt x="495" y="254"/>
                            <a:pt x="495" y="254"/>
                            <a:pt x="495" y="254"/>
                          </a:cubicBezTo>
                          <a:cubicBezTo>
                            <a:pt x="495" y="250"/>
                            <a:pt x="498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6" y="247"/>
                            <a:pt x="509" y="250"/>
                            <a:pt x="509" y="254"/>
                          </a:cubicBezTo>
                          <a:cubicBezTo>
                            <a:pt x="509" y="254"/>
                            <a:pt x="509" y="254"/>
                            <a:pt x="509" y="254"/>
                          </a:cubicBezTo>
                          <a:cubicBezTo>
                            <a:pt x="509" y="258"/>
                            <a:pt x="506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1" y="261"/>
                          </a:cubicBezTo>
                          <a:close/>
                          <a:moveTo>
                            <a:pt x="457" y="257"/>
                          </a:moveTo>
                          <a:cubicBezTo>
                            <a:pt x="454" y="257"/>
                            <a:pt x="451" y="253"/>
                            <a:pt x="451" y="249"/>
                          </a:cubicBezTo>
                          <a:cubicBezTo>
                            <a:pt x="451" y="249"/>
                            <a:pt x="451" y="249"/>
                            <a:pt x="451" y="249"/>
                          </a:cubicBezTo>
                          <a:cubicBezTo>
                            <a:pt x="452" y="245"/>
                            <a:pt x="455" y="242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63" y="243"/>
                            <a:pt x="466" y="247"/>
                            <a:pt x="466" y="251"/>
                          </a:cubicBezTo>
                          <a:cubicBezTo>
                            <a:pt x="466" y="251"/>
                            <a:pt x="466" y="251"/>
                            <a:pt x="466" y="251"/>
                          </a:cubicBezTo>
                          <a:cubicBezTo>
                            <a:pt x="465" y="255"/>
                            <a:pt x="462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7" y="257"/>
                          </a:cubicBezTo>
                          <a:close/>
                          <a:moveTo>
                            <a:pt x="414" y="251"/>
                          </a:moveTo>
                          <a:cubicBezTo>
                            <a:pt x="414" y="251"/>
                            <a:pt x="414" y="251"/>
                            <a:pt x="414" y="251"/>
                          </a:cubicBezTo>
                          <a:cubicBezTo>
                            <a:pt x="410" y="250"/>
                            <a:pt x="407" y="246"/>
                            <a:pt x="408" y="242"/>
                          </a:cubicBezTo>
                          <a:cubicBezTo>
                            <a:pt x="408" y="242"/>
                            <a:pt x="408" y="242"/>
                            <a:pt x="408" y="242"/>
                          </a:cubicBezTo>
                          <a:cubicBezTo>
                            <a:pt x="409" y="238"/>
                            <a:pt x="413" y="236"/>
                            <a:pt x="417" y="236"/>
                          </a:cubicBezTo>
                          <a:cubicBezTo>
                            <a:pt x="417" y="236"/>
                            <a:pt x="417" y="236"/>
                            <a:pt x="417" y="236"/>
                          </a:cubicBezTo>
                          <a:cubicBezTo>
                            <a:pt x="421" y="237"/>
                            <a:pt x="423" y="241"/>
                            <a:pt x="422" y="245"/>
                          </a:cubicBezTo>
                          <a:cubicBezTo>
                            <a:pt x="422" y="245"/>
                            <a:pt x="422" y="245"/>
                            <a:pt x="422" y="245"/>
                          </a:cubicBezTo>
                          <a:cubicBezTo>
                            <a:pt x="422" y="248"/>
                            <a:pt x="419" y="251"/>
                            <a:pt x="415" y="251"/>
                          </a:cubicBezTo>
                          <a:cubicBezTo>
                            <a:pt x="415" y="251"/>
                            <a:pt x="415" y="251"/>
                            <a:pt x="415" y="251"/>
                          </a:cubicBezTo>
                          <a:cubicBezTo>
                            <a:pt x="415" y="251"/>
                            <a:pt x="414" y="251"/>
                            <a:pt x="414" y="251"/>
                          </a:cubicBezTo>
                          <a:close/>
                          <a:moveTo>
                            <a:pt x="371" y="241"/>
                          </a:moveTo>
                          <a:cubicBezTo>
                            <a:pt x="371" y="241"/>
                            <a:pt x="371" y="241"/>
                            <a:pt x="371" y="241"/>
                          </a:cubicBezTo>
                          <a:cubicBezTo>
                            <a:pt x="367" y="240"/>
                            <a:pt x="365" y="236"/>
                            <a:pt x="366" y="232"/>
                          </a:cubicBezTo>
                          <a:cubicBezTo>
                            <a:pt x="366" y="232"/>
                            <a:pt x="366" y="232"/>
                            <a:pt x="366" y="232"/>
                          </a:cubicBezTo>
                          <a:cubicBezTo>
                            <a:pt x="366" y="229"/>
                            <a:pt x="371" y="226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8" y="228"/>
                            <a:pt x="381" y="232"/>
                            <a:pt x="380" y="236"/>
                          </a:cubicBezTo>
                          <a:cubicBezTo>
                            <a:pt x="380" y="236"/>
                            <a:pt x="380" y="236"/>
                            <a:pt x="380" y="236"/>
                          </a:cubicBezTo>
                          <a:cubicBezTo>
                            <a:pt x="379" y="239"/>
                            <a:pt x="376" y="242"/>
                            <a:pt x="373" y="242"/>
                          </a:cubicBezTo>
                          <a:cubicBezTo>
                            <a:pt x="373" y="242"/>
                            <a:pt x="373" y="242"/>
                            <a:pt x="373" y="242"/>
                          </a:cubicBezTo>
                          <a:cubicBezTo>
                            <a:pt x="372" y="242"/>
                            <a:pt x="371" y="242"/>
                            <a:pt x="371" y="241"/>
                          </a:cubicBezTo>
                          <a:close/>
                          <a:moveTo>
                            <a:pt x="328" y="229"/>
                          </a:moveTo>
                          <a:cubicBezTo>
                            <a:pt x="325" y="228"/>
                            <a:pt x="322" y="224"/>
                            <a:pt x="324" y="220"/>
                          </a:cubicBezTo>
                          <a:cubicBezTo>
                            <a:pt x="324" y="220"/>
                            <a:pt x="324" y="220"/>
                            <a:pt x="324" y="220"/>
                          </a:cubicBezTo>
                          <a:cubicBezTo>
                            <a:pt x="325" y="216"/>
                            <a:pt x="329" y="214"/>
                            <a:pt x="333" y="215"/>
                          </a:cubicBezTo>
                          <a:cubicBezTo>
                            <a:pt x="333" y="215"/>
                            <a:pt x="333" y="215"/>
                            <a:pt x="333" y="215"/>
                          </a:cubicBezTo>
                          <a:cubicBezTo>
                            <a:pt x="337" y="217"/>
                            <a:pt x="339" y="221"/>
                            <a:pt x="338" y="225"/>
                          </a:cubicBezTo>
                          <a:cubicBezTo>
                            <a:pt x="338" y="225"/>
                            <a:pt x="338" y="225"/>
                            <a:pt x="338" y="225"/>
                          </a:cubicBezTo>
                          <a:cubicBezTo>
                            <a:pt x="337" y="228"/>
                            <a:pt x="334" y="230"/>
                            <a:pt x="331" y="230"/>
                          </a:cubicBezTo>
                          <a:cubicBezTo>
                            <a:pt x="331" y="230"/>
                            <a:pt x="331" y="230"/>
                            <a:pt x="331" y="230"/>
                          </a:cubicBezTo>
                          <a:cubicBezTo>
                            <a:pt x="330" y="230"/>
                            <a:pt x="329" y="230"/>
                            <a:pt x="328" y="229"/>
                          </a:cubicBezTo>
                          <a:close/>
                          <a:moveTo>
                            <a:pt x="287" y="215"/>
                          </a:moveTo>
                          <a:cubicBezTo>
                            <a:pt x="283" y="213"/>
                            <a:pt x="281" y="209"/>
                            <a:pt x="283" y="205"/>
                          </a:cubicBezTo>
                          <a:cubicBezTo>
                            <a:pt x="283" y="205"/>
                            <a:pt x="283" y="205"/>
                            <a:pt x="283" y="205"/>
                          </a:cubicBezTo>
                          <a:cubicBezTo>
                            <a:pt x="284" y="202"/>
                            <a:pt x="288" y="200"/>
                            <a:pt x="292" y="201"/>
                          </a:cubicBezTo>
                          <a:cubicBezTo>
                            <a:pt x="292" y="201"/>
                            <a:pt x="292" y="201"/>
                            <a:pt x="292" y="201"/>
                          </a:cubicBezTo>
                          <a:cubicBezTo>
                            <a:pt x="296" y="203"/>
                            <a:pt x="298" y="207"/>
                            <a:pt x="296" y="211"/>
                          </a:cubicBezTo>
                          <a:cubicBezTo>
                            <a:pt x="296" y="211"/>
                            <a:pt x="296" y="211"/>
                            <a:pt x="296" y="211"/>
                          </a:cubicBezTo>
                          <a:cubicBezTo>
                            <a:pt x="295" y="214"/>
                            <a:pt x="292" y="215"/>
                            <a:pt x="289" y="215"/>
                          </a:cubicBezTo>
                          <a:cubicBezTo>
                            <a:pt x="289" y="215"/>
                            <a:pt x="289" y="215"/>
                            <a:pt x="289" y="215"/>
                          </a:cubicBezTo>
                          <a:cubicBezTo>
                            <a:pt x="289" y="215"/>
                            <a:pt x="288" y="215"/>
                            <a:pt x="287" y="215"/>
                          </a:cubicBezTo>
                          <a:close/>
                          <a:moveTo>
                            <a:pt x="246" y="198"/>
                          </a:moveTo>
                          <a:cubicBezTo>
                            <a:pt x="243" y="196"/>
                            <a:pt x="241" y="192"/>
                            <a:pt x="243" y="188"/>
                          </a:cubicBezTo>
                          <a:cubicBezTo>
                            <a:pt x="243" y="188"/>
                            <a:pt x="243" y="188"/>
                            <a:pt x="243" y="188"/>
                          </a:cubicBezTo>
                          <a:cubicBezTo>
                            <a:pt x="244" y="184"/>
                            <a:pt x="249" y="183"/>
                            <a:pt x="252" y="184"/>
                          </a:cubicBezTo>
                          <a:cubicBezTo>
                            <a:pt x="252" y="184"/>
                            <a:pt x="252" y="184"/>
                            <a:pt x="252" y="184"/>
                          </a:cubicBezTo>
                          <a:cubicBezTo>
                            <a:pt x="256" y="186"/>
                            <a:pt x="258" y="190"/>
                            <a:pt x="256" y="194"/>
                          </a:cubicBezTo>
                          <a:cubicBezTo>
                            <a:pt x="256" y="194"/>
                            <a:pt x="256" y="194"/>
                            <a:pt x="256" y="194"/>
                          </a:cubicBezTo>
                          <a:cubicBezTo>
                            <a:pt x="255" y="197"/>
                            <a:pt x="252" y="198"/>
                            <a:pt x="249" y="198"/>
                          </a:cubicBezTo>
                          <a:cubicBezTo>
                            <a:pt x="249" y="198"/>
                            <a:pt x="249" y="198"/>
                            <a:pt x="249" y="198"/>
                          </a:cubicBezTo>
                          <a:cubicBezTo>
                            <a:pt x="248" y="198"/>
                            <a:pt x="247" y="198"/>
                            <a:pt x="246" y="198"/>
                          </a:cubicBezTo>
                          <a:close/>
                          <a:moveTo>
                            <a:pt x="207" y="178"/>
                          </a:moveTo>
                          <a:cubicBezTo>
                            <a:pt x="203" y="176"/>
                            <a:pt x="202" y="172"/>
                            <a:pt x="204" y="168"/>
                          </a:cubicBezTo>
                          <a:cubicBezTo>
                            <a:pt x="204" y="168"/>
                            <a:pt x="204" y="168"/>
                            <a:pt x="204" y="168"/>
                          </a:cubicBezTo>
                          <a:cubicBezTo>
                            <a:pt x="206" y="165"/>
                            <a:pt x="210" y="163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7" y="167"/>
                            <a:pt x="218" y="172"/>
                            <a:pt x="217" y="175"/>
                          </a:cubicBezTo>
                          <a:cubicBezTo>
                            <a:pt x="217" y="175"/>
                            <a:pt x="217" y="175"/>
                            <a:pt x="217" y="175"/>
                          </a:cubicBezTo>
                          <a:cubicBezTo>
                            <a:pt x="215" y="178"/>
                            <a:pt x="213" y="179"/>
                            <a:pt x="210" y="179"/>
                          </a:cubicBezTo>
                          <a:cubicBezTo>
                            <a:pt x="210" y="179"/>
                            <a:pt x="210" y="179"/>
                            <a:pt x="210" y="179"/>
                          </a:cubicBezTo>
                          <a:cubicBezTo>
                            <a:pt x="209" y="179"/>
                            <a:pt x="208" y="179"/>
                            <a:pt x="207" y="178"/>
                          </a:cubicBezTo>
                          <a:close/>
                          <a:moveTo>
                            <a:pt x="169" y="156"/>
                          </a:moveTo>
                          <a:cubicBezTo>
                            <a:pt x="165" y="154"/>
                            <a:pt x="164" y="149"/>
                            <a:pt x="166" y="146"/>
                          </a:cubicBezTo>
                          <a:cubicBezTo>
                            <a:pt x="166" y="146"/>
                            <a:pt x="166" y="146"/>
                            <a:pt x="166" y="146"/>
                          </a:cubicBezTo>
                          <a:cubicBezTo>
                            <a:pt x="168" y="143"/>
                            <a:pt x="173" y="141"/>
                            <a:pt x="176" y="144"/>
                          </a:cubicBezTo>
                          <a:cubicBezTo>
                            <a:pt x="176" y="144"/>
                            <a:pt x="176" y="144"/>
                            <a:pt x="176" y="144"/>
                          </a:cubicBezTo>
                          <a:cubicBezTo>
                            <a:pt x="180" y="146"/>
                            <a:pt x="181" y="150"/>
                            <a:pt x="179" y="154"/>
                          </a:cubicBezTo>
                          <a:cubicBezTo>
                            <a:pt x="179" y="154"/>
                            <a:pt x="179" y="154"/>
                            <a:pt x="179" y="154"/>
                          </a:cubicBezTo>
                          <a:cubicBezTo>
                            <a:pt x="177" y="156"/>
                            <a:pt x="175" y="157"/>
                            <a:pt x="172" y="157"/>
                          </a:cubicBezTo>
                          <a:cubicBezTo>
                            <a:pt x="172" y="157"/>
                            <a:pt x="172" y="157"/>
                            <a:pt x="172" y="157"/>
                          </a:cubicBezTo>
                          <a:cubicBezTo>
                            <a:pt x="171" y="157"/>
                            <a:pt x="170" y="157"/>
                            <a:pt x="169" y="156"/>
                          </a:cubicBezTo>
                          <a:close/>
                          <a:moveTo>
                            <a:pt x="132" y="132"/>
                          </a:moveTo>
                          <a:cubicBezTo>
                            <a:pt x="129" y="129"/>
                            <a:pt x="128" y="125"/>
                            <a:pt x="130" y="121"/>
                          </a:cubicBezTo>
                          <a:cubicBezTo>
                            <a:pt x="130" y="121"/>
                            <a:pt x="130" y="121"/>
                            <a:pt x="130" y="121"/>
                          </a:cubicBezTo>
                          <a:cubicBezTo>
                            <a:pt x="133" y="118"/>
                            <a:pt x="137" y="117"/>
                            <a:pt x="140" y="120"/>
                          </a:cubicBezTo>
                          <a:cubicBezTo>
                            <a:pt x="140" y="120"/>
                            <a:pt x="140" y="120"/>
                            <a:pt x="140" y="120"/>
                          </a:cubicBezTo>
                          <a:cubicBezTo>
                            <a:pt x="144" y="122"/>
                            <a:pt x="144" y="127"/>
                            <a:pt x="142" y="130"/>
                          </a:cubicBezTo>
                          <a:cubicBezTo>
                            <a:pt x="142" y="130"/>
                            <a:pt x="142" y="130"/>
                            <a:pt x="142" y="130"/>
                          </a:cubicBezTo>
                          <a:cubicBezTo>
                            <a:pt x="141" y="132"/>
                            <a:pt x="138" y="133"/>
                            <a:pt x="136" y="133"/>
                          </a:cubicBezTo>
                          <a:cubicBezTo>
                            <a:pt x="136" y="133"/>
                            <a:pt x="136" y="133"/>
                            <a:pt x="136" y="133"/>
                          </a:cubicBezTo>
                          <a:cubicBezTo>
                            <a:pt x="135" y="133"/>
                            <a:pt x="133" y="133"/>
                            <a:pt x="132" y="132"/>
                          </a:cubicBezTo>
                          <a:close/>
                          <a:moveTo>
                            <a:pt x="97" y="105"/>
                          </a:moveTo>
                          <a:cubicBezTo>
                            <a:pt x="94" y="102"/>
                            <a:pt x="93" y="98"/>
                            <a:pt x="96" y="95"/>
                          </a:cubicBezTo>
                          <a:cubicBezTo>
                            <a:pt x="96" y="95"/>
                            <a:pt x="96" y="95"/>
                            <a:pt x="96" y="95"/>
                          </a:cubicBezTo>
                          <a:cubicBezTo>
                            <a:pt x="98" y="92"/>
                            <a:pt x="103" y="91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9" y="96"/>
                            <a:pt x="110" y="101"/>
                            <a:pt x="107" y="104"/>
                          </a:cubicBezTo>
                          <a:cubicBezTo>
                            <a:pt x="107" y="104"/>
                            <a:pt x="107" y="104"/>
                            <a:pt x="107" y="104"/>
                          </a:cubicBezTo>
                          <a:cubicBezTo>
                            <a:pt x="106" y="106"/>
                            <a:pt x="104" y="107"/>
                            <a:pt x="101" y="107"/>
                          </a:cubicBezTo>
                          <a:cubicBezTo>
                            <a:pt x="101" y="107"/>
                            <a:pt x="101" y="107"/>
                            <a:pt x="101" y="107"/>
                          </a:cubicBezTo>
                          <a:cubicBezTo>
                            <a:pt x="100" y="107"/>
                            <a:pt x="98" y="106"/>
                            <a:pt x="97" y="105"/>
                          </a:cubicBezTo>
                          <a:close/>
                          <a:moveTo>
                            <a:pt x="64" y="76"/>
                          </a:moveTo>
                          <a:cubicBezTo>
                            <a:pt x="60" y="73"/>
                            <a:pt x="60" y="69"/>
                            <a:pt x="63" y="66"/>
                          </a:cubicBezTo>
                          <a:cubicBezTo>
                            <a:pt x="63" y="66"/>
                            <a:pt x="63" y="66"/>
                            <a:pt x="63" y="66"/>
                          </a:cubicBezTo>
                          <a:cubicBezTo>
                            <a:pt x="66" y="63"/>
                            <a:pt x="70" y="63"/>
                            <a:pt x="73" y="65"/>
                          </a:cubicBezTo>
                          <a:cubicBezTo>
                            <a:pt x="73" y="65"/>
                            <a:pt x="73" y="65"/>
                            <a:pt x="73" y="65"/>
                          </a:cubicBezTo>
                          <a:cubicBezTo>
                            <a:pt x="76" y="68"/>
                            <a:pt x="77" y="73"/>
                            <a:pt x="74" y="76"/>
                          </a:cubicBezTo>
                          <a:cubicBezTo>
                            <a:pt x="74" y="76"/>
                            <a:pt x="74" y="76"/>
                            <a:pt x="74" y="76"/>
                          </a:cubicBezTo>
                          <a:cubicBezTo>
                            <a:pt x="72" y="77"/>
                            <a:pt x="70" y="78"/>
                            <a:pt x="68" y="78"/>
                          </a:cubicBezTo>
                          <a:cubicBezTo>
                            <a:pt x="68" y="78"/>
                            <a:pt x="68" y="78"/>
                            <a:pt x="68" y="78"/>
                          </a:cubicBezTo>
                          <a:cubicBezTo>
                            <a:pt x="67" y="78"/>
                            <a:pt x="65" y="77"/>
                            <a:pt x="64" y="76"/>
                          </a:cubicBezTo>
                          <a:close/>
                          <a:moveTo>
                            <a:pt x="32" y="45"/>
                          </a:moveTo>
                          <a:cubicBezTo>
                            <a:pt x="32" y="45"/>
                            <a:pt x="32" y="45"/>
                            <a:pt x="32" y="45"/>
                          </a:cubicBezTo>
                          <a:cubicBezTo>
                            <a:pt x="29" y="42"/>
                            <a:pt x="29" y="38"/>
                            <a:pt x="32" y="35"/>
                          </a:cubicBezTo>
                          <a:cubicBezTo>
                            <a:pt x="32" y="35"/>
                            <a:pt x="32" y="35"/>
                            <a:pt x="32" y="35"/>
                          </a:cubicBezTo>
                          <a:cubicBezTo>
                            <a:pt x="35" y="32"/>
                            <a:pt x="40" y="32"/>
                            <a:pt x="42" y="35"/>
                          </a:cubicBezTo>
                          <a:cubicBezTo>
                            <a:pt x="42" y="35"/>
                            <a:pt x="42" y="35"/>
                            <a:pt x="42" y="35"/>
                          </a:cubicBezTo>
                          <a:cubicBezTo>
                            <a:pt x="45" y="38"/>
                            <a:pt x="45" y="43"/>
                            <a:pt x="42" y="45"/>
                          </a:cubicBezTo>
                          <a:cubicBezTo>
                            <a:pt x="42" y="45"/>
                            <a:pt x="42" y="45"/>
                            <a:pt x="42" y="45"/>
                          </a:cubicBezTo>
                          <a:cubicBezTo>
                            <a:pt x="41" y="47"/>
                            <a:pt x="39" y="47"/>
                            <a:pt x="37" y="47"/>
                          </a:cubicBezTo>
                          <a:cubicBezTo>
                            <a:pt x="37" y="47"/>
                            <a:pt x="37" y="47"/>
                            <a:pt x="37" y="47"/>
                          </a:cubicBezTo>
                          <a:cubicBezTo>
                            <a:pt x="35" y="47"/>
                            <a:pt x="33" y="47"/>
                            <a:pt x="32" y="45"/>
                          </a:cubicBezTo>
                          <a:close/>
                          <a:moveTo>
                            <a:pt x="3" y="12"/>
                          </a:moveTo>
                          <a:cubicBezTo>
                            <a:pt x="3" y="12"/>
                            <a:pt x="3" y="12"/>
                            <a:pt x="3" y="12"/>
                          </a:cubicBezTo>
                          <a:cubicBezTo>
                            <a:pt x="0" y="9"/>
                            <a:pt x="0" y="5"/>
                            <a:pt x="3" y="2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7" y="0"/>
                            <a:pt x="11" y="0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6" y="6"/>
                            <a:pt x="16" y="11"/>
                            <a:pt x="13" y="13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2" y="14"/>
                            <a:pt x="10" y="15"/>
                            <a:pt x="8" y="15"/>
                          </a:cubicBezTo>
                          <a:cubicBezTo>
                            <a:pt x="8" y="15"/>
                            <a:pt x="8" y="15"/>
                            <a:pt x="8" y="15"/>
                          </a:cubicBezTo>
                          <a:cubicBezTo>
                            <a:pt x="6" y="15"/>
                            <a:pt x="4" y="14"/>
                            <a:pt x="3" y="12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44" name="Freeform 99">
                      <a:extLst>
                        <a:ext uri="{FF2B5EF4-FFF2-40B4-BE49-F238E27FC236}">
                          <a16:creationId xmlns:a16="http://schemas.microsoft.com/office/drawing/2014/main" id="{805DF44E-7373-46C8-8071-0E0091377CB2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4587247"/>
                      <a:ext cx="1230098" cy="631672"/>
                    </a:xfrm>
                    <a:custGeom>
                      <a:avLst/>
                      <a:gdLst>
                        <a:gd name="T0" fmla="*/ 7 w 510"/>
                        <a:gd name="T1" fmla="*/ 248 h 262"/>
                        <a:gd name="T2" fmla="*/ 15 w 510"/>
                        <a:gd name="T3" fmla="*/ 255 h 262"/>
                        <a:gd name="T4" fmla="*/ 8 w 510"/>
                        <a:gd name="T5" fmla="*/ 262 h 262"/>
                        <a:gd name="T6" fmla="*/ 0 w 510"/>
                        <a:gd name="T7" fmla="*/ 256 h 262"/>
                        <a:gd name="T8" fmla="*/ 50 w 510"/>
                        <a:gd name="T9" fmla="*/ 244 h 262"/>
                        <a:gd name="T10" fmla="*/ 58 w 510"/>
                        <a:gd name="T11" fmla="*/ 250 h 262"/>
                        <a:gd name="T12" fmla="*/ 52 w 510"/>
                        <a:gd name="T13" fmla="*/ 258 h 262"/>
                        <a:gd name="T14" fmla="*/ 44 w 510"/>
                        <a:gd name="T15" fmla="*/ 252 h 262"/>
                        <a:gd name="T16" fmla="*/ 93 w 510"/>
                        <a:gd name="T17" fmla="*/ 237 h 262"/>
                        <a:gd name="T18" fmla="*/ 101 w 510"/>
                        <a:gd name="T19" fmla="*/ 243 h 262"/>
                        <a:gd name="T20" fmla="*/ 95 w 510"/>
                        <a:gd name="T21" fmla="*/ 252 h 262"/>
                        <a:gd name="T22" fmla="*/ 87 w 510"/>
                        <a:gd name="T23" fmla="*/ 246 h 262"/>
                        <a:gd name="T24" fmla="*/ 135 w 510"/>
                        <a:gd name="T25" fmla="*/ 228 h 262"/>
                        <a:gd name="T26" fmla="*/ 144 w 510"/>
                        <a:gd name="T27" fmla="*/ 233 h 262"/>
                        <a:gd name="T28" fmla="*/ 139 w 510"/>
                        <a:gd name="T29" fmla="*/ 242 h 262"/>
                        <a:gd name="T30" fmla="*/ 130 w 510"/>
                        <a:gd name="T31" fmla="*/ 237 h 262"/>
                        <a:gd name="T32" fmla="*/ 177 w 510"/>
                        <a:gd name="T33" fmla="*/ 216 h 262"/>
                        <a:gd name="T34" fmla="*/ 181 w 510"/>
                        <a:gd name="T35" fmla="*/ 230 h 262"/>
                        <a:gd name="T36" fmla="*/ 179 w 510"/>
                        <a:gd name="T37" fmla="*/ 231 h 262"/>
                        <a:gd name="T38" fmla="*/ 217 w 510"/>
                        <a:gd name="T39" fmla="*/ 202 h 262"/>
                        <a:gd name="T40" fmla="*/ 227 w 510"/>
                        <a:gd name="T41" fmla="*/ 206 h 262"/>
                        <a:gd name="T42" fmla="*/ 220 w 510"/>
                        <a:gd name="T43" fmla="*/ 216 h 262"/>
                        <a:gd name="T44" fmla="*/ 254 w 510"/>
                        <a:gd name="T45" fmla="*/ 195 h 262"/>
                        <a:gd name="T46" fmla="*/ 267 w 510"/>
                        <a:gd name="T47" fmla="*/ 189 h 262"/>
                        <a:gd name="T48" fmla="*/ 263 w 510"/>
                        <a:gd name="T49" fmla="*/ 199 h 262"/>
                        <a:gd name="T50" fmla="*/ 254 w 510"/>
                        <a:gd name="T51" fmla="*/ 195 h 262"/>
                        <a:gd name="T52" fmla="*/ 296 w 510"/>
                        <a:gd name="T53" fmla="*/ 166 h 262"/>
                        <a:gd name="T54" fmla="*/ 303 w 510"/>
                        <a:gd name="T55" fmla="*/ 179 h 262"/>
                        <a:gd name="T56" fmla="*/ 299 w 510"/>
                        <a:gd name="T57" fmla="*/ 180 h 262"/>
                        <a:gd name="T58" fmla="*/ 333 w 510"/>
                        <a:gd name="T59" fmla="*/ 144 h 262"/>
                        <a:gd name="T60" fmla="*/ 333 w 510"/>
                        <a:gd name="T61" fmla="*/ 144 h 262"/>
                        <a:gd name="T62" fmla="*/ 341 w 510"/>
                        <a:gd name="T63" fmla="*/ 157 h 262"/>
                        <a:gd name="T64" fmla="*/ 337 w 510"/>
                        <a:gd name="T65" fmla="*/ 158 h 262"/>
                        <a:gd name="T66" fmla="*/ 369 w 510"/>
                        <a:gd name="T67" fmla="*/ 120 h 262"/>
                        <a:gd name="T68" fmla="*/ 369 w 510"/>
                        <a:gd name="T69" fmla="*/ 120 h 262"/>
                        <a:gd name="T70" fmla="*/ 378 w 510"/>
                        <a:gd name="T71" fmla="*/ 132 h 262"/>
                        <a:gd name="T72" fmla="*/ 374 w 510"/>
                        <a:gd name="T73" fmla="*/ 134 h 262"/>
                        <a:gd name="T74" fmla="*/ 404 w 510"/>
                        <a:gd name="T75" fmla="*/ 94 h 262"/>
                        <a:gd name="T76" fmla="*/ 414 w 510"/>
                        <a:gd name="T77" fmla="*/ 95 h 262"/>
                        <a:gd name="T78" fmla="*/ 408 w 510"/>
                        <a:gd name="T79" fmla="*/ 107 h 262"/>
                        <a:gd name="T80" fmla="*/ 436 w 510"/>
                        <a:gd name="T81" fmla="*/ 76 h 262"/>
                        <a:gd name="T82" fmla="*/ 447 w 510"/>
                        <a:gd name="T83" fmla="*/ 66 h 262"/>
                        <a:gd name="T84" fmla="*/ 446 w 510"/>
                        <a:gd name="T85" fmla="*/ 77 h 262"/>
                        <a:gd name="T86" fmla="*/ 436 w 510"/>
                        <a:gd name="T87" fmla="*/ 76 h 262"/>
                        <a:gd name="T88" fmla="*/ 467 w 510"/>
                        <a:gd name="T89" fmla="*/ 36 h 262"/>
                        <a:gd name="T90" fmla="*/ 478 w 510"/>
                        <a:gd name="T91" fmla="*/ 46 h 262"/>
                        <a:gd name="T92" fmla="*/ 473 w 510"/>
                        <a:gd name="T93" fmla="*/ 48 h 262"/>
                        <a:gd name="T94" fmla="*/ 496 w 510"/>
                        <a:gd name="T95" fmla="*/ 3 h 262"/>
                        <a:gd name="T96" fmla="*/ 506 w 510"/>
                        <a:gd name="T97" fmla="*/ 3 h 262"/>
                        <a:gd name="T98" fmla="*/ 502 w 510"/>
                        <a:gd name="T99" fmla="*/ 15 h 2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510" h="262">
                          <a:moveTo>
                            <a:pt x="0" y="256"/>
                          </a:moveTo>
                          <a:cubicBezTo>
                            <a:pt x="0" y="251"/>
                            <a:pt x="3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11" y="248"/>
                            <a:pt x="14" y="251"/>
                            <a:pt x="15" y="255"/>
                          </a:cubicBezTo>
                          <a:cubicBezTo>
                            <a:pt x="15" y="255"/>
                            <a:pt x="15" y="255"/>
                            <a:pt x="15" y="255"/>
                          </a:cubicBezTo>
                          <a:cubicBezTo>
                            <a:pt x="15" y="259"/>
                            <a:pt x="12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7" y="262"/>
                          </a:cubicBezTo>
                          <a:cubicBezTo>
                            <a:pt x="7" y="262"/>
                            <a:pt x="7" y="262"/>
                            <a:pt x="7" y="262"/>
                          </a:cubicBezTo>
                          <a:cubicBezTo>
                            <a:pt x="4" y="262"/>
                            <a:pt x="0" y="259"/>
                            <a:pt x="0" y="256"/>
                          </a:cubicBezTo>
                          <a:close/>
                          <a:moveTo>
                            <a:pt x="44" y="252"/>
                          </a:moveTo>
                          <a:cubicBezTo>
                            <a:pt x="43" y="248"/>
                            <a:pt x="46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4" y="243"/>
                            <a:pt x="58" y="246"/>
                            <a:pt x="58" y="250"/>
                          </a:cubicBezTo>
                          <a:cubicBezTo>
                            <a:pt x="58" y="250"/>
                            <a:pt x="58" y="250"/>
                            <a:pt x="58" y="250"/>
                          </a:cubicBezTo>
                          <a:cubicBezTo>
                            <a:pt x="59" y="254"/>
                            <a:pt x="56" y="258"/>
                            <a:pt x="52" y="258"/>
                          </a:cubicBezTo>
                          <a:cubicBezTo>
                            <a:pt x="52" y="258"/>
                            <a:pt x="52" y="258"/>
                            <a:pt x="52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47" y="258"/>
                            <a:pt x="44" y="256"/>
                            <a:pt x="44" y="252"/>
                          </a:cubicBezTo>
                          <a:close/>
                          <a:moveTo>
                            <a:pt x="87" y="246"/>
                          </a:moveTo>
                          <a:cubicBezTo>
                            <a:pt x="86" y="242"/>
                            <a:pt x="89" y="238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7" y="237"/>
                            <a:pt x="101" y="239"/>
                            <a:pt x="101" y="243"/>
                          </a:cubicBezTo>
                          <a:cubicBezTo>
                            <a:pt x="101" y="243"/>
                            <a:pt x="101" y="243"/>
                            <a:pt x="101" y="243"/>
                          </a:cubicBezTo>
                          <a:cubicBezTo>
                            <a:pt x="102" y="247"/>
                            <a:pt x="99" y="251"/>
                            <a:pt x="95" y="252"/>
                          </a:cubicBezTo>
                          <a:cubicBezTo>
                            <a:pt x="95" y="252"/>
                            <a:pt x="95" y="252"/>
                            <a:pt x="95" y="252"/>
                          </a:cubicBezTo>
                          <a:cubicBezTo>
                            <a:pt x="95" y="252"/>
                            <a:pt x="95" y="252"/>
                            <a:pt x="94" y="252"/>
                          </a:cubicBezTo>
                          <a:cubicBezTo>
                            <a:pt x="94" y="252"/>
                            <a:pt x="94" y="252"/>
                            <a:pt x="94" y="252"/>
                          </a:cubicBezTo>
                          <a:cubicBezTo>
                            <a:pt x="91" y="252"/>
                            <a:pt x="88" y="249"/>
                            <a:pt x="87" y="246"/>
                          </a:cubicBezTo>
                          <a:close/>
                          <a:moveTo>
                            <a:pt x="130" y="237"/>
                          </a:moveTo>
                          <a:cubicBezTo>
                            <a:pt x="129" y="233"/>
                            <a:pt x="131" y="229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9" y="227"/>
                            <a:pt x="143" y="230"/>
                            <a:pt x="144" y="233"/>
                          </a:cubicBezTo>
                          <a:cubicBezTo>
                            <a:pt x="144" y="233"/>
                            <a:pt x="144" y="233"/>
                            <a:pt x="144" y="233"/>
                          </a:cubicBezTo>
                          <a:cubicBezTo>
                            <a:pt x="145" y="237"/>
                            <a:pt x="142" y="241"/>
                            <a:pt x="139" y="242"/>
                          </a:cubicBezTo>
                          <a:cubicBezTo>
                            <a:pt x="139" y="242"/>
                            <a:pt x="139" y="242"/>
                            <a:pt x="139" y="242"/>
                          </a:cubicBezTo>
                          <a:cubicBezTo>
                            <a:pt x="138" y="243"/>
                            <a:pt x="137" y="243"/>
                            <a:pt x="137" y="243"/>
                          </a:cubicBezTo>
                          <a:cubicBezTo>
                            <a:pt x="137" y="243"/>
                            <a:pt x="137" y="243"/>
                            <a:pt x="137" y="243"/>
                          </a:cubicBezTo>
                          <a:cubicBezTo>
                            <a:pt x="133" y="243"/>
                            <a:pt x="130" y="240"/>
                            <a:pt x="130" y="237"/>
                          </a:cubicBezTo>
                          <a:close/>
                          <a:moveTo>
                            <a:pt x="172" y="226"/>
                          </a:moveTo>
                          <a:cubicBezTo>
                            <a:pt x="171" y="222"/>
                            <a:pt x="173" y="218"/>
                            <a:pt x="177" y="216"/>
                          </a:cubicBezTo>
                          <a:cubicBezTo>
                            <a:pt x="177" y="216"/>
                            <a:pt x="177" y="216"/>
                            <a:pt x="177" y="216"/>
                          </a:cubicBezTo>
                          <a:cubicBezTo>
                            <a:pt x="180" y="215"/>
                            <a:pt x="185" y="217"/>
                            <a:pt x="186" y="221"/>
                          </a:cubicBezTo>
                          <a:cubicBezTo>
                            <a:pt x="186" y="221"/>
                            <a:pt x="186" y="221"/>
                            <a:pt x="186" y="221"/>
                          </a:cubicBezTo>
                          <a:cubicBezTo>
                            <a:pt x="187" y="225"/>
                            <a:pt x="185" y="229"/>
                            <a:pt x="181" y="230"/>
                          </a:cubicBezTo>
                          <a:cubicBezTo>
                            <a:pt x="181" y="230"/>
                            <a:pt x="181" y="230"/>
                            <a:pt x="181" y="230"/>
                          </a:cubicBezTo>
                          <a:cubicBezTo>
                            <a:pt x="180" y="231"/>
                            <a:pt x="180" y="231"/>
                            <a:pt x="179" y="231"/>
                          </a:cubicBezTo>
                          <a:cubicBezTo>
                            <a:pt x="179" y="231"/>
                            <a:pt x="179" y="231"/>
                            <a:pt x="179" y="231"/>
                          </a:cubicBezTo>
                          <a:cubicBezTo>
                            <a:pt x="176" y="231"/>
                            <a:pt x="173" y="229"/>
                            <a:pt x="172" y="226"/>
                          </a:cubicBezTo>
                          <a:close/>
                          <a:moveTo>
                            <a:pt x="213" y="212"/>
                          </a:moveTo>
                          <a:cubicBezTo>
                            <a:pt x="212" y="208"/>
                            <a:pt x="214" y="204"/>
                            <a:pt x="217" y="202"/>
                          </a:cubicBezTo>
                          <a:cubicBezTo>
                            <a:pt x="217" y="202"/>
                            <a:pt x="217" y="202"/>
                            <a:pt x="217" y="202"/>
                          </a:cubicBezTo>
                          <a:cubicBezTo>
                            <a:pt x="221" y="201"/>
                            <a:pt x="225" y="203"/>
                            <a:pt x="227" y="206"/>
                          </a:cubicBezTo>
                          <a:cubicBezTo>
                            <a:pt x="227" y="206"/>
                            <a:pt x="227" y="206"/>
                            <a:pt x="227" y="206"/>
                          </a:cubicBezTo>
                          <a:cubicBezTo>
                            <a:pt x="228" y="210"/>
                            <a:pt x="226" y="214"/>
                            <a:pt x="223" y="216"/>
                          </a:cubicBezTo>
                          <a:cubicBezTo>
                            <a:pt x="223" y="216"/>
                            <a:pt x="223" y="216"/>
                            <a:pt x="223" y="216"/>
                          </a:cubicBezTo>
                          <a:cubicBezTo>
                            <a:pt x="222" y="216"/>
                            <a:pt x="221" y="216"/>
                            <a:pt x="220" y="216"/>
                          </a:cubicBezTo>
                          <a:cubicBezTo>
                            <a:pt x="220" y="216"/>
                            <a:pt x="220" y="216"/>
                            <a:pt x="220" y="216"/>
                          </a:cubicBezTo>
                          <a:cubicBezTo>
                            <a:pt x="217" y="216"/>
                            <a:pt x="214" y="215"/>
                            <a:pt x="213" y="212"/>
                          </a:cubicBezTo>
                          <a:close/>
                          <a:moveTo>
                            <a:pt x="254" y="195"/>
                          </a:moveTo>
                          <a:cubicBezTo>
                            <a:pt x="252" y="191"/>
                            <a:pt x="254" y="187"/>
                            <a:pt x="257" y="185"/>
                          </a:cubicBezTo>
                          <a:cubicBezTo>
                            <a:pt x="257" y="185"/>
                            <a:pt x="257" y="185"/>
                            <a:pt x="257" y="185"/>
                          </a:cubicBezTo>
                          <a:cubicBezTo>
                            <a:pt x="261" y="184"/>
                            <a:pt x="265" y="185"/>
                            <a:pt x="267" y="189"/>
                          </a:cubicBezTo>
                          <a:cubicBezTo>
                            <a:pt x="267" y="189"/>
                            <a:pt x="267" y="189"/>
                            <a:pt x="267" y="189"/>
                          </a:cubicBezTo>
                          <a:cubicBezTo>
                            <a:pt x="269" y="193"/>
                            <a:pt x="267" y="197"/>
                            <a:pt x="263" y="199"/>
                          </a:cubicBezTo>
                          <a:cubicBezTo>
                            <a:pt x="263" y="199"/>
                            <a:pt x="263" y="199"/>
                            <a:pt x="263" y="199"/>
                          </a:cubicBezTo>
                          <a:cubicBezTo>
                            <a:pt x="262" y="199"/>
                            <a:pt x="261" y="199"/>
                            <a:pt x="260" y="199"/>
                          </a:cubicBezTo>
                          <a:cubicBezTo>
                            <a:pt x="260" y="199"/>
                            <a:pt x="260" y="199"/>
                            <a:pt x="260" y="199"/>
                          </a:cubicBezTo>
                          <a:cubicBezTo>
                            <a:pt x="258" y="199"/>
                            <a:pt x="255" y="198"/>
                            <a:pt x="254" y="195"/>
                          </a:cubicBezTo>
                          <a:close/>
                          <a:moveTo>
                            <a:pt x="293" y="176"/>
                          </a:moveTo>
                          <a:cubicBezTo>
                            <a:pt x="291" y="172"/>
                            <a:pt x="292" y="168"/>
                            <a:pt x="296" y="166"/>
                          </a:cubicBezTo>
                          <a:cubicBezTo>
                            <a:pt x="296" y="166"/>
                            <a:pt x="296" y="166"/>
                            <a:pt x="296" y="166"/>
                          </a:cubicBezTo>
                          <a:cubicBezTo>
                            <a:pt x="299" y="164"/>
                            <a:pt x="304" y="165"/>
                            <a:pt x="306" y="169"/>
                          </a:cubicBezTo>
                          <a:cubicBezTo>
                            <a:pt x="306" y="169"/>
                            <a:pt x="306" y="169"/>
                            <a:pt x="306" y="169"/>
                          </a:cubicBezTo>
                          <a:cubicBezTo>
                            <a:pt x="308" y="173"/>
                            <a:pt x="307" y="177"/>
                            <a:pt x="303" y="179"/>
                          </a:cubicBezTo>
                          <a:cubicBezTo>
                            <a:pt x="303" y="179"/>
                            <a:pt x="303" y="179"/>
                            <a:pt x="303" y="179"/>
                          </a:cubicBezTo>
                          <a:cubicBezTo>
                            <a:pt x="302" y="179"/>
                            <a:pt x="301" y="180"/>
                            <a:pt x="299" y="180"/>
                          </a:cubicBezTo>
                          <a:cubicBezTo>
                            <a:pt x="299" y="180"/>
                            <a:pt x="299" y="180"/>
                            <a:pt x="299" y="180"/>
                          </a:cubicBezTo>
                          <a:cubicBezTo>
                            <a:pt x="297" y="180"/>
                            <a:pt x="294" y="178"/>
                            <a:pt x="293" y="176"/>
                          </a:cubicBezTo>
                          <a:close/>
                          <a:moveTo>
                            <a:pt x="331" y="154"/>
                          </a:moveTo>
                          <a:cubicBezTo>
                            <a:pt x="329" y="151"/>
                            <a:pt x="330" y="147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7" y="142"/>
                            <a:pt x="341" y="143"/>
                            <a:pt x="343" y="147"/>
                          </a:cubicBezTo>
                          <a:cubicBezTo>
                            <a:pt x="343" y="147"/>
                            <a:pt x="343" y="147"/>
                            <a:pt x="343" y="147"/>
                          </a:cubicBezTo>
                          <a:cubicBezTo>
                            <a:pt x="346" y="150"/>
                            <a:pt x="344" y="155"/>
                            <a:pt x="341" y="157"/>
                          </a:cubicBezTo>
                          <a:cubicBezTo>
                            <a:pt x="341" y="157"/>
                            <a:pt x="341" y="157"/>
                            <a:pt x="341" y="157"/>
                          </a:cubicBezTo>
                          <a:cubicBezTo>
                            <a:pt x="340" y="158"/>
                            <a:pt x="339" y="158"/>
                            <a:pt x="337" y="158"/>
                          </a:cubicBezTo>
                          <a:cubicBezTo>
                            <a:pt x="337" y="158"/>
                            <a:pt x="337" y="158"/>
                            <a:pt x="337" y="158"/>
                          </a:cubicBezTo>
                          <a:cubicBezTo>
                            <a:pt x="335" y="158"/>
                            <a:pt x="332" y="157"/>
                            <a:pt x="331" y="154"/>
                          </a:cubicBezTo>
                          <a:close/>
                          <a:moveTo>
                            <a:pt x="368" y="131"/>
                          </a:moveTo>
                          <a:cubicBezTo>
                            <a:pt x="365" y="127"/>
                            <a:pt x="366" y="123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73" y="118"/>
                            <a:pt x="377" y="119"/>
                            <a:pt x="380" y="122"/>
                          </a:cubicBezTo>
                          <a:cubicBezTo>
                            <a:pt x="380" y="122"/>
                            <a:pt x="380" y="122"/>
                            <a:pt x="380" y="122"/>
                          </a:cubicBezTo>
                          <a:cubicBezTo>
                            <a:pt x="382" y="125"/>
                            <a:pt x="381" y="130"/>
                            <a:pt x="378" y="132"/>
                          </a:cubicBezTo>
                          <a:cubicBezTo>
                            <a:pt x="378" y="132"/>
                            <a:pt x="378" y="132"/>
                            <a:pt x="378" y="132"/>
                          </a:cubicBezTo>
                          <a:cubicBezTo>
                            <a:pt x="377" y="133"/>
                            <a:pt x="375" y="134"/>
                            <a:pt x="374" y="134"/>
                          </a:cubicBezTo>
                          <a:cubicBezTo>
                            <a:pt x="374" y="134"/>
                            <a:pt x="374" y="134"/>
                            <a:pt x="374" y="134"/>
                          </a:cubicBezTo>
                          <a:cubicBezTo>
                            <a:pt x="371" y="134"/>
                            <a:pt x="369" y="133"/>
                            <a:pt x="368" y="131"/>
                          </a:cubicBezTo>
                          <a:close/>
                          <a:moveTo>
                            <a:pt x="403" y="105"/>
                          </a:moveTo>
                          <a:cubicBezTo>
                            <a:pt x="400" y="101"/>
                            <a:pt x="401" y="97"/>
                            <a:pt x="404" y="94"/>
                          </a:cubicBezTo>
                          <a:cubicBezTo>
                            <a:pt x="404" y="94"/>
                            <a:pt x="404" y="94"/>
                            <a:pt x="404" y="94"/>
                          </a:cubicBezTo>
                          <a:cubicBezTo>
                            <a:pt x="407" y="92"/>
                            <a:pt x="412" y="92"/>
                            <a:pt x="414" y="95"/>
                          </a:cubicBezTo>
                          <a:cubicBezTo>
                            <a:pt x="414" y="95"/>
                            <a:pt x="414" y="95"/>
                            <a:pt x="414" y="95"/>
                          </a:cubicBezTo>
                          <a:cubicBezTo>
                            <a:pt x="417" y="99"/>
                            <a:pt x="416" y="103"/>
                            <a:pt x="413" y="106"/>
                          </a:cubicBezTo>
                          <a:cubicBezTo>
                            <a:pt x="413" y="106"/>
                            <a:pt x="413" y="106"/>
                            <a:pt x="413" y="106"/>
                          </a:cubicBezTo>
                          <a:cubicBezTo>
                            <a:pt x="412" y="107"/>
                            <a:pt x="410" y="107"/>
                            <a:pt x="408" y="107"/>
                          </a:cubicBezTo>
                          <a:cubicBezTo>
                            <a:pt x="408" y="107"/>
                            <a:pt x="408" y="107"/>
                            <a:pt x="408" y="107"/>
                          </a:cubicBezTo>
                          <a:cubicBezTo>
                            <a:pt x="406" y="107"/>
                            <a:pt x="404" y="106"/>
                            <a:pt x="403" y="105"/>
                          </a:cubicBezTo>
                          <a:close/>
                          <a:moveTo>
                            <a:pt x="436" y="76"/>
                          </a:moveTo>
                          <a:cubicBezTo>
                            <a:pt x="433" y="73"/>
                            <a:pt x="433" y="69"/>
                            <a:pt x="437" y="66"/>
                          </a:cubicBezTo>
                          <a:cubicBezTo>
                            <a:pt x="437" y="66"/>
                            <a:pt x="437" y="66"/>
                            <a:pt x="437" y="66"/>
                          </a:cubicBezTo>
                          <a:cubicBezTo>
                            <a:pt x="439" y="63"/>
                            <a:pt x="444" y="63"/>
                            <a:pt x="447" y="66"/>
                          </a:cubicBezTo>
                          <a:cubicBezTo>
                            <a:pt x="447" y="66"/>
                            <a:pt x="447" y="66"/>
                            <a:pt x="447" y="66"/>
                          </a:cubicBezTo>
                          <a:cubicBezTo>
                            <a:pt x="450" y="69"/>
                            <a:pt x="449" y="74"/>
                            <a:pt x="446" y="77"/>
                          </a:cubicBezTo>
                          <a:cubicBezTo>
                            <a:pt x="446" y="77"/>
                            <a:pt x="446" y="77"/>
                            <a:pt x="446" y="77"/>
                          </a:cubicBezTo>
                          <a:cubicBezTo>
                            <a:pt x="445" y="78"/>
                            <a:pt x="443" y="79"/>
                            <a:pt x="441" y="79"/>
                          </a:cubicBezTo>
                          <a:cubicBezTo>
                            <a:pt x="441" y="79"/>
                            <a:pt x="441" y="79"/>
                            <a:pt x="441" y="79"/>
                          </a:cubicBezTo>
                          <a:cubicBezTo>
                            <a:pt x="439" y="79"/>
                            <a:pt x="438" y="78"/>
                            <a:pt x="436" y="76"/>
                          </a:cubicBezTo>
                          <a:close/>
                          <a:moveTo>
                            <a:pt x="467" y="46"/>
                          </a:moveTo>
                          <a:cubicBezTo>
                            <a:pt x="465" y="43"/>
                            <a:pt x="464" y="38"/>
                            <a:pt x="467" y="36"/>
                          </a:cubicBezTo>
                          <a:cubicBezTo>
                            <a:pt x="467" y="36"/>
                            <a:pt x="467" y="36"/>
                            <a:pt x="467" y="36"/>
                          </a:cubicBezTo>
                          <a:cubicBezTo>
                            <a:pt x="470" y="33"/>
                            <a:pt x="475" y="33"/>
                            <a:pt x="478" y="35"/>
                          </a:cubicBezTo>
                          <a:cubicBezTo>
                            <a:pt x="478" y="35"/>
                            <a:pt x="478" y="35"/>
                            <a:pt x="478" y="35"/>
                          </a:cubicBezTo>
                          <a:cubicBezTo>
                            <a:pt x="480" y="38"/>
                            <a:pt x="481" y="43"/>
                            <a:pt x="478" y="46"/>
                          </a:cubicBezTo>
                          <a:cubicBezTo>
                            <a:pt x="478" y="46"/>
                            <a:pt x="478" y="46"/>
                            <a:pt x="478" y="46"/>
                          </a:cubicBezTo>
                          <a:cubicBezTo>
                            <a:pt x="476" y="47"/>
                            <a:pt x="474" y="48"/>
                            <a:pt x="473" y="48"/>
                          </a:cubicBezTo>
                          <a:cubicBezTo>
                            <a:pt x="473" y="48"/>
                            <a:pt x="473" y="48"/>
                            <a:pt x="473" y="48"/>
                          </a:cubicBezTo>
                          <a:cubicBezTo>
                            <a:pt x="471" y="48"/>
                            <a:pt x="469" y="47"/>
                            <a:pt x="467" y="46"/>
                          </a:cubicBezTo>
                          <a:close/>
                          <a:moveTo>
                            <a:pt x="497" y="14"/>
                          </a:moveTo>
                          <a:cubicBezTo>
                            <a:pt x="494" y="11"/>
                            <a:pt x="493" y="7"/>
                            <a:pt x="496" y="3"/>
                          </a:cubicBezTo>
                          <a:cubicBezTo>
                            <a:pt x="496" y="3"/>
                            <a:pt x="496" y="3"/>
                            <a:pt x="496" y="3"/>
                          </a:cubicBezTo>
                          <a:cubicBezTo>
                            <a:pt x="499" y="0"/>
                            <a:pt x="503" y="0"/>
                            <a:pt x="506" y="3"/>
                          </a:cubicBezTo>
                          <a:cubicBezTo>
                            <a:pt x="506" y="3"/>
                            <a:pt x="506" y="3"/>
                            <a:pt x="506" y="3"/>
                          </a:cubicBezTo>
                          <a:cubicBezTo>
                            <a:pt x="509" y="5"/>
                            <a:pt x="510" y="10"/>
                            <a:pt x="507" y="13"/>
                          </a:cubicBezTo>
                          <a:cubicBezTo>
                            <a:pt x="507" y="13"/>
                            <a:pt x="507" y="13"/>
                            <a:pt x="507" y="13"/>
                          </a:cubicBezTo>
                          <a:cubicBezTo>
                            <a:pt x="506" y="15"/>
                            <a:pt x="504" y="15"/>
                            <a:pt x="502" y="15"/>
                          </a:cubicBezTo>
                          <a:cubicBezTo>
                            <a:pt x="502" y="15"/>
                            <a:pt x="502" y="15"/>
                            <a:pt x="502" y="15"/>
                          </a:cubicBezTo>
                          <a:cubicBezTo>
                            <a:pt x="500" y="15"/>
                            <a:pt x="498" y="15"/>
                            <a:pt x="497" y="14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42" name="Freeform 105">
                    <a:extLst>
                      <a:ext uri="{FF2B5EF4-FFF2-40B4-BE49-F238E27FC236}">
                        <a16:creationId xmlns:a16="http://schemas.microsoft.com/office/drawing/2014/main" id="{DD0F2332-B17A-4ED0-9412-46EBEC06E4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56105" y="4504132"/>
                    <a:ext cx="41557" cy="38787"/>
                  </a:xfrm>
                  <a:custGeom>
                    <a:avLst/>
                    <a:gdLst>
                      <a:gd name="T0" fmla="*/ 5 w 17"/>
                      <a:gd name="T1" fmla="*/ 15 h 16"/>
                      <a:gd name="T2" fmla="*/ 2 w 17"/>
                      <a:gd name="T3" fmla="*/ 5 h 16"/>
                      <a:gd name="T4" fmla="*/ 2 w 17"/>
                      <a:gd name="T5" fmla="*/ 5 h 16"/>
                      <a:gd name="T6" fmla="*/ 12 w 17"/>
                      <a:gd name="T7" fmla="*/ 2 h 16"/>
                      <a:gd name="T8" fmla="*/ 12 w 17"/>
                      <a:gd name="T9" fmla="*/ 2 h 16"/>
                      <a:gd name="T10" fmla="*/ 15 w 17"/>
                      <a:gd name="T11" fmla="*/ 12 h 16"/>
                      <a:gd name="T12" fmla="*/ 15 w 17"/>
                      <a:gd name="T13" fmla="*/ 12 h 16"/>
                      <a:gd name="T14" fmla="*/ 8 w 17"/>
                      <a:gd name="T15" fmla="*/ 16 h 16"/>
                      <a:gd name="T16" fmla="*/ 8 w 17"/>
                      <a:gd name="T17" fmla="*/ 16 h 16"/>
                      <a:gd name="T18" fmla="*/ 5 w 17"/>
                      <a:gd name="T19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16">
                        <a:moveTo>
                          <a:pt x="5" y="15"/>
                        </a:moveTo>
                        <a:cubicBezTo>
                          <a:pt x="1" y="12"/>
                          <a:pt x="0" y="8"/>
                          <a:pt x="2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4" y="1"/>
                          <a:pt x="9" y="0"/>
                          <a:pt x="12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6" y="4"/>
                          <a:pt x="17" y="9"/>
                          <a:pt x="15" y="12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4"/>
                          <a:pt x="11" y="16"/>
                          <a:pt x="8" y="16"/>
                        </a:cubicBezTo>
                        <a:cubicBezTo>
                          <a:pt x="8" y="16"/>
                          <a:pt x="8" y="16"/>
                          <a:pt x="8" y="16"/>
                        </a:cubicBezTo>
                        <a:cubicBezTo>
                          <a:pt x="7" y="16"/>
                          <a:pt x="6" y="15"/>
                          <a:pt x="5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</p:grpSp>
        </p:grp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36535D3A-F1DF-4D0A-8E11-B20915C7B1DE}"/>
                </a:ext>
              </a:extLst>
            </p:cNvPr>
            <p:cNvGrpSpPr/>
            <p:nvPr/>
          </p:nvGrpSpPr>
          <p:grpSpPr>
            <a:xfrm>
              <a:off x="5216416" y="1219226"/>
              <a:ext cx="1823472" cy="928939"/>
              <a:chOff x="4692647" y="1766887"/>
              <a:chExt cx="3230392" cy="1645672"/>
            </a:xfrm>
          </p:grpSpPr>
          <p:sp>
            <p:nvSpPr>
              <p:cNvPr id="46" name="Freeform 78">
                <a:extLst>
                  <a:ext uri="{FF2B5EF4-FFF2-40B4-BE49-F238E27FC236}">
                    <a16:creationId xmlns:a16="http://schemas.microsoft.com/office/drawing/2014/main" id="{527EA4EF-ED67-44E9-927E-A48FD7FD1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47" y="2512150"/>
                <a:ext cx="210557" cy="180083"/>
              </a:xfrm>
              <a:custGeom>
                <a:avLst/>
                <a:gdLst>
                  <a:gd name="T0" fmla="*/ 0 w 76"/>
                  <a:gd name="T1" fmla="*/ 1 h 65"/>
                  <a:gd name="T2" fmla="*/ 11 w 76"/>
                  <a:gd name="T3" fmla="*/ 0 h 65"/>
                  <a:gd name="T4" fmla="*/ 22 w 76"/>
                  <a:gd name="T5" fmla="*/ 51 h 65"/>
                  <a:gd name="T6" fmla="*/ 73 w 76"/>
                  <a:gd name="T7" fmla="*/ 36 h 65"/>
                  <a:gd name="T8" fmla="*/ 76 w 76"/>
                  <a:gd name="T9" fmla="*/ 47 h 65"/>
                  <a:gd name="T10" fmla="*/ 14 w 76"/>
                  <a:gd name="T11" fmla="*/ 65 h 65"/>
                  <a:gd name="T12" fmla="*/ 0 w 76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65">
                    <a:moveTo>
                      <a:pt x="0" y="1"/>
                    </a:moveTo>
                    <a:lnTo>
                      <a:pt x="11" y="0"/>
                    </a:lnTo>
                    <a:lnTo>
                      <a:pt x="22" y="51"/>
                    </a:lnTo>
                    <a:lnTo>
                      <a:pt x="73" y="36"/>
                    </a:lnTo>
                    <a:lnTo>
                      <a:pt x="76" y="47"/>
                    </a:lnTo>
                    <a:lnTo>
                      <a:pt x="14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D1234D87-FB88-4D96-A302-E88BF73669BA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44508" cy="1645672"/>
                <a:chOff x="4778531" y="1766887"/>
                <a:chExt cx="3144508" cy="1645672"/>
              </a:xfrm>
            </p:grpSpPr>
            <p:grpSp>
              <p:nvGrpSpPr>
                <p:cNvPr id="48" name="Grupo 47">
                  <a:extLst>
                    <a:ext uri="{FF2B5EF4-FFF2-40B4-BE49-F238E27FC236}">
                      <a16:creationId xmlns:a16="http://schemas.microsoft.com/office/drawing/2014/main" id="{AC6CA6FE-D694-481C-9F52-81CA02CAAC64}"/>
                    </a:ext>
                  </a:extLst>
                </p:cNvPr>
                <p:cNvGrpSpPr/>
                <p:nvPr/>
              </p:nvGrpSpPr>
              <p:grpSpPr>
                <a:xfrm>
                  <a:off x="4778531" y="1766887"/>
                  <a:ext cx="3136196" cy="1537623"/>
                  <a:chOff x="4778531" y="1766887"/>
                  <a:chExt cx="3136196" cy="1537623"/>
                </a:xfrm>
              </p:grpSpPr>
              <p:grpSp>
                <p:nvGrpSpPr>
                  <p:cNvPr id="50" name="Grupo 49">
                    <a:extLst>
                      <a:ext uri="{FF2B5EF4-FFF2-40B4-BE49-F238E27FC236}">
                        <a16:creationId xmlns:a16="http://schemas.microsoft.com/office/drawing/2014/main" id="{BF3C03BD-4F8C-4EDF-BEA4-68921D797F42}"/>
                      </a:ext>
                    </a:extLst>
                  </p:cNvPr>
                  <p:cNvGrpSpPr/>
                  <p:nvPr/>
                </p:nvGrpSpPr>
                <p:grpSpPr>
                  <a:xfrm>
                    <a:off x="4778531" y="1769658"/>
                    <a:ext cx="3136196" cy="1534852"/>
                    <a:chOff x="4778531" y="1769658"/>
                    <a:chExt cx="3136196" cy="1534852"/>
                  </a:xfrm>
                </p:grpSpPr>
                <p:sp>
                  <p:nvSpPr>
                    <p:cNvPr id="52" name="Freeform 96">
                      <a:extLst>
                        <a:ext uri="{FF2B5EF4-FFF2-40B4-BE49-F238E27FC236}">
                          <a16:creationId xmlns:a16="http://schemas.microsoft.com/office/drawing/2014/main" id="{BD90E2FF-B434-472F-9ACC-0E4F295593B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1769658"/>
                      <a:ext cx="1590262" cy="1534852"/>
                    </a:xfrm>
                    <a:custGeom>
                      <a:avLst/>
                      <a:gdLst>
                        <a:gd name="T0" fmla="*/ 659 w 659"/>
                        <a:gd name="T1" fmla="*/ 629 h 636"/>
                        <a:gd name="T2" fmla="*/ 652 w 659"/>
                        <a:gd name="T3" fmla="*/ 636 h 636"/>
                        <a:gd name="T4" fmla="*/ 640 w 659"/>
                        <a:gd name="T5" fmla="*/ 586 h 636"/>
                        <a:gd name="T6" fmla="*/ 654 w 659"/>
                        <a:gd name="T7" fmla="*/ 584 h 636"/>
                        <a:gd name="T8" fmla="*/ 647 w 659"/>
                        <a:gd name="T9" fmla="*/ 592 h 636"/>
                        <a:gd name="T10" fmla="*/ 638 w 659"/>
                        <a:gd name="T11" fmla="*/ 534 h 636"/>
                        <a:gd name="T12" fmla="*/ 641 w 659"/>
                        <a:gd name="T13" fmla="*/ 548 h 636"/>
                        <a:gd name="T14" fmla="*/ 633 w 659"/>
                        <a:gd name="T15" fmla="*/ 543 h 636"/>
                        <a:gd name="T16" fmla="*/ 627 w 659"/>
                        <a:gd name="T17" fmla="*/ 491 h 636"/>
                        <a:gd name="T18" fmla="*/ 631 w 659"/>
                        <a:gd name="T19" fmla="*/ 505 h 636"/>
                        <a:gd name="T20" fmla="*/ 622 w 659"/>
                        <a:gd name="T21" fmla="*/ 500 h 636"/>
                        <a:gd name="T22" fmla="*/ 622 w 659"/>
                        <a:gd name="T23" fmla="*/ 453 h 636"/>
                        <a:gd name="T24" fmla="*/ 615 w 659"/>
                        <a:gd name="T25" fmla="*/ 463 h 636"/>
                        <a:gd name="T26" fmla="*/ 596 w 659"/>
                        <a:gd name="T27" fmla="*/ 408 h 636"/>
                        <a:gd name="T28" fmla="*/ 602 w 659"/>
                        <a:gd name="T29" fmla="*/ 421 h 636"/>
                        <a:gd name="T30" fmla="*/ 592 w 659"/>
                        <a:gd name="T31" fmla="*/ 417 h 636"/>
                        <a:gd name="T32" fmla="*/ 576 w 659"/>
                        <a:gd name="T33" fmla="*/ 368 h 636"/>
                        <a:gd name="T34" fmla="*/ 583 w 659"/>
                        <a:gd name="T35" fmla="*/ 381 h 636"/>
                        <a:gd name="T36" fmla="*/ 573 w 659"/>
                        <a:gd name="T37" fmla="*/ 378 h 636"/>
                        <a:gd name="T38" fmla="*/ 564 w 659"/>
                        <a:gd name="T39" fmla="*/ 332 h 636"/>
                        <a:gd name="T40" fmla="*/ 558 w 659"/>
                        <a:gd name="T41" fmla="*/ 343 h 636"/>
                        <a:gd name="T42" fmla="*/ 529 w 659"/>
                        <a:gd name="T43" fmla="*/ 292 h 636"/>
                        <a:gd name="T44" fmla="*/ 538 w 659"/>
                        <a:gd name="T45" fmla="*/ 304 h 636"/>
                        <a:gd name="T46" fmla="*/ 528 w 659"/>
                        <a:gd name="T47" fmla="*/ 303 h 636"/>
                        <a:gd name="T48" fmla="*/ 512 w 659"/>
                        <a:gd name="T49" fmla="*/ 258 h 636"/>
                        <a:gd name="T50" fmla="*/ 507 w 659"/>
                        <a:gd name="T51" fmla="*/ 270 h 636"/>
                        <a:gd name="T52" fmla="*/ 473 w 659"/>
                        <a:gd name="T53" fmla="*/ 224 h 636"/>
                        <a:gd name="T54" fmla="*/ 483 w 659"/>
                        <a:gd name="T55" fmla="*/ 235 h 636"/>
                        <a:gd name="T56" fmla="*/ 472 w 659"/>
                        <a:gd name="T57" fmla="*/ 234 h 636"/>
                        <a:gd name="T58" fmla="*/ 452 w 659"/>
                        <a:gd name="T59" fmla="*/ 193 h 636"/>
                        <a:gd name="T60" fmla="*/ 446 w 659"/>
                        <a:gd name="T61" fmla="*/ 205 h 636"/>
                        <a:gd name="T62" fmla="*/ 408 w 659"/>
                        <a:gd name="T63" fmla="*/ 164 h 636"/>
                        <a:gd name="T64" fmla="*/ 419 w 659"/>
                        <a:gd name="T65" fmla="*/ 173 h 636"/>
                        <a:gd name="T66" fmla="*/ 409 w 659"/>
                        <a:gd name="T67" fmla="*/ 174 h 636"/>
                        <a:gd name="T68" fmla="*/ 383 w 659"/>
                        <a:gd name="T69" fmla="*/ 135 h 636"/>
                        <a:gd name="T70" fmla="*/ 378 w 659"/>
                        <a:gd name="T71" fmla="*/ 148 h 636"/>
                        <a:gd name="T72" fmla="*/ 338 w 659"/>
                        <a:gd name="T73" fmla="*/ 122 h 636"/>
                        <a:gd name="T74" fmla="*/ 346 w 659"/>
                        <a:gd name="T75" fmla="*/ 110 h 636"/>
                        <a:gd name="T76" fmla="*/ 342 w 659"/>
                        <a:gd name="T77" fmla="*/ 123 h 636"/>
                        <a:gd name="T78" fmla="*/ 300 w 659"/>
                        <a:gd name="T79" fmla="*/ 100 h 636"/>
                        <a:gd name="T80" fmla="*/ 307 w 659"/>
                        <a:gd name="T81" fmla="*/ 87 h 636"/>
                        <a:gd name="T82" fmla="*/ 303 w 659"/>
                        <a:gd name="T83" fmla="*/ 101 h 636"/>
                        <a:gd name="T84" fmla="*/ 257 w 659"/>
                        <a:gd name="T85" fmla="*/ 70 h 636"/>
                        <a:gd name="T86" fmla="*/ 270 w 659"/>
                        <a:gd name="T87" fmla="*/ 76 h 636"/>
                        <a:gd name="T88" fmla="*/ 261 w 659"/>
                        <a:gd name="T89" fmla="*/ 80 h 636"/>
                        <a:gd name="T90" fmla="*/ 226 w 659"/>
                        <a:gd name="T91" fmla="*/ 49 h 636"/>
                        <a:gd name="T92" fmla="*/ 223 w 659"/>
                        <a:gd name="T93" fmla="*/ 63 h 636"/>
                        <a:gd name="T94" fmla="*/ 174 w 659"/>
                        <a:gd name="T95" fmla="*/ 39 h 636"/>
                        <a:gd name="T96" fmla="*/ 188 w 659"/>
                        <a:gd name="T97" fmla="*/ 43 h 636"/>
                        <a:gd name="T98" fmla="*/ 179 w 659"/>
                        <a:gd name="T99" fmla="*/ 48 h 636"/>
                        <a:gd name="T100" fmla="*/ 140 w 659"/>
                        <a:gd name="T101" fmla="*/ 21 h 636"/>
                        <a:gd name="T102" fmla="*/ 139 w 659"/>
                        <a:gd name="T103" fmla="*/ 36 h 636"/>
                        <a:gd name="T104" fmla="*/ 88 w 659"/>
                        <a:gd name="T105" fmla="*/ 18 h 636"/>
                        <a:gd name="T106" fmla="*/ 102 w 659"/>
                        <a:gd name="T107" fmla="*/ 20 h 636"/>
                        <a:gd name="T108" fmla="*/ 94 w 659"/>
                        <a:gd name="T109" fmla="*/ 26 h 636"/>
                        <a:gd name="T110" fmla="*/ 44 w 659"/>
                        <a:gd name="T111" fmla="*/ 11 h 636"/>
                        <a:gd name="T112" fmla="*/ 59 w 659"/>
                        <a:gd name="T113" fmla="*/ 13 h 636"/>
                        <a:gd name="T114" fmla="*/ 50 w 659"/>
                        <a:gd name="T115" fmla="*/ 19 h 636"/>
                        <a:gd name="T116" fmla="*/ 0 w 659"/>
                        <a:gd name="T117" fmla="*/ 7 h 636"/>
                        <a:gd name="T118" fmla="*/ 14 w 659"/>
                        <a:gd name="T119" fmla="*/ 8 h 636"/>
                        <a:gd name="T120" fmla="*/ 7 w 659"/>
                        <a:gd name="T121" fmla="*/ 15 h 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659" h="636">
                          <a:moveTo>
                            <a:pt x="644" y="630"/>
                          </a:moveTo>
                          <a:cubicBezTo>
                            <a:pt x="644" y="626"/>
                            <a:pt x="647" y="622"/>
                            <a:pt x="651" y="622"/>
                          </a:cubicBezTo>
                          <a:cubicBezTo>
                            <a:pt x="651" y="622"/>
                            <a:pt x="651" y="622"/>
                            <a:pt x="651" y="622"/>
                          </a:cubicBezTo>
                          <a:cubicBezTo>
                            <a:pt x="655" y="622"/>
                            <a:pt x="659" y="625"/>
                            <a:pt x="659" y="629"/>
                          </a:cubicBezTo>
                          <a:cubicBezTo>
                            <a:pt x="659" y="629"/>
                            <a:pt x="659" y="629"/>
                            <a:pt x="659" y="629"/>
                          </a:cubicBezTo>
                          <a:cubicBezTo>
                            <a:pt x="659" y="633"/>
                            <a:pt x="656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48" y="636"/>
                            <a:pt x="645" y="634"/>
                            <a:pt x="644" y="630"/>
                          </a:cubicBezTo>
                          <a:close/>
                          <a:moveTo>
                            <a:pt x="640" y="586"/>
                          </a:move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39" y="582"/>
                            <a:pt x="642" y="578"/>
                            <a:pt x="646" y="578"/>
                          </a:cubicBezTo>
                          <a:cubicBezTo>
                            <a:pt x="646" y="578"/>
                            <a:pt x="646" y="578"/>
                            <a:pt x="646" y="578"/>
                          </a:cubicBezTo>
                          <a:cubicBezTo>
                            <a:pt x="650" y="577"/>
                            <a:pt x="654" y="580"/>
                            <a:pt x="654" y="584"/>
                          </a:cubicBezTo>
                          <a:cubicBezTo>
                            <a:pt x="654" y="584"/>
                            <a:pt x="654" y="584"/>
                            <a:pt x="654" y="584"/>
                          </a:cubicBezTo>
                          <a:cubicBezTo>
                            <a:pt x="655" y="588"/>
                            <a:pt x="652" y="592"/>
                            <a:pt x="648" y="592"/>
                          </a:cubicBezTo>
                          <a:cubicBezTo>
                            <a:pt x="648" y="592"/>
                            <a:pt x="648" y="592"/>
                            <a:pt x="648" y="592"/>
                          </a:cubicBezTo>
                          <a:cubicBezTo>
                            <a:pt x="648" y="592"/>
                            <a:pt x="647" y="592"/>
                            <a:pt x="647" y="592"/>
                          </a:cubicBezTo>
                          <a:cubicBezTo>
                            <a:pt x="647" y="592"/>
                            <a:pt x="647" y="592"/>
                            <a:pt x="647" y="592"/>
                          </a:cubicBezTo>
                          <a:cubicBezTo>
                            <a:pt x="643" y="592"/>
                            <a:pt x="640" y="590"/>
                            <a:pt x="640" y="586"/>
                          </a:cubicBezTo>
                          <a:close/>
                          <a:moveTo>
                            <a:pt x="633" y="543"/>
                          </a:moveTo>
                          <a:cubicBezTo>
                            <a:pt x="632" y="539"/>
                            <a:pt x="634" y="535"/>
                            <a:pt x="638" y="534"/>
                          </a:cubicBezTo>
                          <a:cubicBezTo>
                            <a:pt x="638" y="534"/>
                            <a:pt x="638" y="534"/>
                            <a:pt x="638" y="534"/>
                          </a:cubicBezTo>
                          <a:cubicBezTo>
                            <a:pt x="642" y="533"/>
                            <a:pt x="646" y="536"/>
                            <a:pt x="647" y="540"/>
                          </a:cubicBezTo>
                          <a:cubicBezTo>
                            <a:pt x="647" y="540"/>
                            <a:pt x="647" y="540"/>
                            <a:pt x="647" y="540"/>
                          </a:cubicBezTo>
                          <a:cubicBezTo>
                            <a:pt x="648" y="544"/>
                            <a:pt x="645" y="547"/>
                            <a:pt x="641" y="548"/>
                          </a:cubicBezTo>
                          <a:cubicBezTo>
                            <a:pt x="641" y="548"/>
                            <a:pt x="641" y="548"/>
                            <a:pt x="641" y="548"/>
                          </a:cubicBezTo>
                          <a:cubicBezTo>
                            <a:pt x="641" y="548"/>
                            <a:pt x="640" y="548"/>
                            <a:pt x="640" y="548"/>
                          </a:cubicBezTo>
                          <a:cubicBezTo>
                            <a:pt x="640" y="548"/>
                            <a:pt x="640" y="548"/>
                            <a:pt x="640" y="548"/>
                          </a:cubicBezTo>
                          <a:cubicBezTo>
                            <a:pt x="636" y="548"/>
                            <a:pt x="633" y="546"/>
                            <a:pt x="633" y="543"/>
                          </a:cubicBezTo>
                          <a:close/>
                          <a:moveTo>
                            <a:pt x="622" y="500"/>
                          </a:move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1" y="496"/>
                            <a:pt x="623" y="492"/>
                            <a:pt x="627" y="491"/>
                          </a:cubicBezTo>
                          <a:cubicBezTo>
                            <a:pt x="627" y="491"/>
                            <a:pt x="627" y="491"/>
                            <a:pt x="627" y="491"/>
                          </a:cubicBezTo>
                          <a:cubicBezTo>
                            <a:pt x="631" y="490"/>
                            <a:pt x="635" y="492"/>
                            <a:pt x="636" y="496"/>
                          </a:cubicBezTo>
                          <a:cubicBezTo>
                            <a:pt x="636" y="496"/>
                            <a:pt x="636" y="496"/>
                            <a:pt x="636" y="496"/>
                          </a:cubicBezTo>
                          <a:cubicBezTo>
                            <a:pt x="637" y="500"/>
                            <a:pt x="635" y="504"/>
                            <a:pt x="631" y="505"/>
                          </a:cubicBezTo>
                          <a:cubicBezTo>
                            <a:pt x="631" y="505"/>
                            <a:pt x="631" y="505"/>
                            <a:pt x="631" y="505"/>
                          </a:cubicBezTo>
                          <a:cubicBezTo>
                            <a:pt x="630" y="505"/>
                            <a:pt x="630" y="505"/>
                            <a:pt x="629" y="505"/>
                          </a:cubicBezTo>
                          <a:cubicBezTo>
                            <a:pt x="629" y="505"/>
                            <a:pt x="629" y="505"/>
                            <a:pt x="629" y="505"/>
                          </a:cubicBezTo>
                          <a:cubicBezTo>
                            <a:pt x="626" y="505"/>
                            <a:pt x="623" y="503"/>
                            <a:pt x="622" y="500"/>
                          </a:cubicBezTo>
                          <a:close/>
                          <a:moveTo>
                            <a:pt x="609" y="458"/>
                          </a:moveTo>
                          <a:cubicBezTo>
                            <a:pt x="607" y="454"/>
                            <a:pt x="609" y="450"/>
                            <a:pt x="613" y="449"/>
                          </a:cubicBezTo>
                          <a:cubicBezTo>
                            <a:pt x="613" y="449"/>
                            <a:pt x="613" y="449"/>
                            <a:pt x="613" y="449"/>
                          </a:cubicBezTo>
                          <a:cubicBezTo>
                            <a:pt x="617" y="447"/>
                            <a:pt x="621" y="449"/>
                            <a:pt x="622" y="453"/>
                          </a:cubicBezTo>
                          <a:cubicBezTo>
                            <a:pt x="622" y="453"/>
                            <a:pt x="622" y="453"/>
                            <a:pt x="622" y="453"/>
                          </a:cubicBezTo>
                          <a:cubicBezTo>
                            <a:pt x="624" y="457"/>
                            <a:pt x="622" y="461"/>
                            <a:pt x="618" y="463"/>
                          </a:cubicBezTo>
                          <a:cubicBezTo>
                            <a:pt x="618" y="463"/>
                            <a:pt x="618" y="463"/>
                            <a:pt x="618" y="463"/>
                          </a:cubicBezTo>
                          <a:cubicBezTo>
                            <a:pt x="617" y="463"/>
                            <a:pt x="616" y="463"/>
                            <a:pt x="615" y="463"/>
                          </a:cubicBezTo>
                          <a:cubicBezTo>
                            <a:pt x="615" y="463"/>
                            <a:pt x="615" y="463"/>
                            <a:pt x="615" y="463"/>
                          </a:cubicBezTo>
                          <a:cubicBezTo>
                            <a:pt x="613" y="463"/>
                            <a:pt x="610" y="461"/>
                            <a:pt x="609" y="458"/>
                          </a:cubicBezTo>
                          <a:close/>
                          <a:moveTo>
                            <a:pt x="592" y="417"/>
                          </a:moveTo>
                          <a:cubicBezTo>
                            <a:pt x="591" y="414"/>
                            <a:pt x="593" y="409"/>
                            <a:pt x="596" y="408"/>
                          </a:cubicBezTo>
                          <a:cubicBezTo>
                            <a:pt x="596" y="408"/>
                            <a:pt x="596" y="408"/>
                            <a:pt x="596" y="408"/>
                          </a:cubicBezTo>
                          <a:cubicBezTo>
                            <a:pt x="600" y="406"/>
                            <a:pt x="604" y="408"/>
                            <a:pt x="606" y="411"/>
                          </a:cubicBezTo>
                          <a:cubicBezTo>
                            <a:pt x="606" y="411"/>
                            <a:pt x="606" y="411"/>
                            <a:pt x="606" y="411"/>
                          </a:cubicBezTo>
                          <a:cubicBezTo>
                            <a:pt x="607" y="415"/>
                            <a:pt x="606" y="420"/>
                            <a:pt x="602" y="421"/>
                          </a:cubicBezTo>
                          <a:cubicBezTo>
                            <a:pt x="602" y="421"/>
                            <a:pt x="602" y="421"/>
                            <a:pt x="602" y="421"/>
                          </a:cubicBezTo>
                          <a:cubicBezTo>
                            <a:pt x="601" y="421"/>
                            <a:pt x="600" y="422"/>
                            <a:pt x="599" y="422"/>
                          </a:cubicBezTo>
                          <a:cubicBezTo>
                            <a:pt x="599" y="422"/>
                            <a:pt x="599" y="422"/>
                            <a:pt x="599" y="422"/>
                          </a:cubicBezTo>
                          <a:cubicBezTo>
                            <a:pt x="596" y="422"/>
                            <a:pt x="594" y="420"/>
                            <a:pt x="592" y="417"/>
                          </a:cubicBezTo>
                          <a:close/>
                          <a:moveTo>
                            <a:pt x="573" y="378"/>
                          </a:move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2" y="374"/>
                            <a:pt x="573" y="370"/>
                            <a:pt x="576" y="368"/>
                          </a:cubicBezTo>
                          <a:cubicBezTo>
                            <a:pt x="576" y="368"/>
                            <a:pt x="576" y="368"/>
                            <a:pt x="576" y="368"/>
                          </a:cubicBezTo>
                          <a:cubicBezTo>
                            <a:pt x="580" y="366"/>
                            <a:pt x="584" y="367"/>
                            <a:pt x="586" y="371"/>
                          </a:cubicBezTo>
                          <a:cubicBezTo>
                            <a:pt x="586" y="371"/>
                            <a:pt x="586" y="371"/>
                            <a:pt x="586" y="371"/>
                          </a:cubicBezTo>
                          <a:cubicBezTo>
                            <a:pt x="588" y="375"/>
                            <a:pt x="587" y="379"/>
                            <a:pt x="583" y="381"/>
                          </a:cubicBezTo>
                          <a:cubicBezTo>
                            <a:pt x="583" y="381"/>
                            <a:pt x="583" y="381"/>
                            <a:pt x="583" y="381"/>
                          </a:cubicBezTo>
                          <a:cubicBezTo>
                            <a:pt x="582" y="381"/>
                            <a:pt x="581" y="382"/>
                            <a:pt x="580" y="382"/>
                          </a:cubicBezTo>
                          <a:cubicBezTo>
                            <a:pt x="580" y="382"/>
                            <a:pt x="580" y="382"/>
                            <a:pt x="580" y="382"/>
                          </a:cubicBezTo>
                          <a:cubicBezTo>
                            <a:pt x="577" y="382"/>
                            <a:pt x="575" y="380"/>
                            <a:pt x="573" y="378"/>
                          </a:cubicBezTo>
                          <a:close/>
                          <a:moveTo>
                            <a:pt x="552" y="339"/>
                          </a:moveTo>
                          <a:cubicBezTo>
                            <a:pt x="550" y="336"/>
                            <a:pt x="551" y="331"/>
                            <a:pt x="554" y="329"/>
                          </a:cubicBezTo>
                          <a:cubicBezTo>
                            <a:pt x="554" y="329"/>
                            <a:pt x="554" y="329"/>
                            <a:pt x="554" y="329"/>
                          </a:cubicBezTo>
                          <a:cubicBezTo>
                            <a:pt x="558" y="327"/>
                            <a:pt x="562" y="328"/>
                            <a:pt x="564" y="332"/>
                          </a:cubicBezTo>
                          <a:cubicBezTo>
                            <a:pt x="564" y="332"/>
                            <a:pt x="564" y="332"/>
                            <a:pt x="564" y="332"/>
                          </a:cubicBezTo>
                          <a:cubicBezTo>
                            <a:pt x="566" y="335"/>
                            <a:pt x="565" y="340"/>
                            <a:pt x="562" y="342"/>
                          </a:cubicBezTo>
                          <a:cubicBezTo>
                            <a:pt x="562" y="342"/>
                            <a:pt x="562" y="342"/>
                            <a:pt x="562" y="342"/>
                          </a:cubicBezTo>
                          <a:cubicBezTo>
                            <a:pt x="561" y="343"/>
                            <a:pt x="559" y="343"/>
                            <a:pt x="558" y="343"/>
                          </a:cubicBezTo>
                          <a:cubicBezTo>
                            <a:pt x="558" y="343"/>
                            <a:pt x="558" y="343"/>
                            <a:pt x="558" y="343"/>
                          </a:cubicBezTo>
                          <a:cubicBezTo>
                            <a:pt x="556" y="343"/>
                            <a:pt x="553" y="342"/>
                            <a:pt x="552" y="339"/>
                          </a:cubicBezTo>
                          <a:close/>
                          <a:moveTo>
                            <a:pt x="528" y="303"/>
                          </a:moveTo>
                          <a:cubicBezTo>
                            <a:pt x="525" y="299"/>
                            <a:pt x="526" y="295"/>
                            <a:pt x="529" y="292"/>
                          </a:cubicBezTo>
                          <a:cubicBezTo>
                            <a:pt x="529" y="292"/>
                            <a:pt x="529" y="292"/>
                            <a:pt x="529" y="292"/>
                          </a:cubicBezTo>
                          <a:cubicBezTo>
                            <a:pt x="533" y="290"/>
                            <a:pt x="537" y="291"/>
                            <a:pt x="540" y="294"/>
                          </a:cubicBezTo>
                          <a:cubicBezTo>
                            <a:pt x="540" y="294"/>
                            <a:pt x="540" y="294"/>
                            <a:pt x="540" y="294"/>
                          </a:cubicBezTo>
                          <a:cubicBezTo>
                            <a:pt x="542" y="298"/>
                            <a:pt x="541" y="302"/>
                            <a:pt x="538" y="304"/>
                          </a:cubicBezTo>
                          <a:cubicBezTo>
                            <a:pt x="538" y="304"/>
                            <a:pt x="538" y="304"/>
                            <a:pt x="538" y="304"/>
                          </a:cubicBezTo>
                          <a:cubicBezTo>
                            <a:pt x="537" y="305"/>
                            <a:pt x="535" y="306"/>
                            <a:pt x="534" y="306"/>
                          </a:cubicBezTo>
                          <a:cubicBezTo>
                            <a:pt x="534" y="306"/>
                            <a:pt x="534" y="306"/>
                            <a:pt x="534" y="306"/>
                          </a:cubicBezTo>
                          <a:cubicBezTo>
                            <a:pt x="531" y="306"/>
                            <a:pt x="529" y="305"/>
                            <a:pt x="528" y="303"/>
                          </a:cubicBezTo>
                          <a:close/>
                          <a:moveTo>
                            <a:pt x="501" y="268"/>
                          </a:moveTo>
                          <a:cubicBezTo>
                            <a:pt x="499" y="265"/>
                            <a:pt x="499" y="260"/>
                            <a:pt x="502" y="257"/>
                          </a:cubicBezTo>
                          <a:cubicBezTo>
                            <a:pt x="502" y="257"/>
                            <a:pt x="502" y="257"/>
                            <a:pt x="502" y="257"/>
                          </a:cubicBezTo>
                          <a:cubicBezTo>
                            <a:pt x="505" y="255"/>
                            <a:pt x="510" y="255"/>
                            <a:pt x="512" y="258"/>
                          </a:cubicBezTo>
                          <a:cubicBezTo>
                            <a:pt x="512" y="258"/>
                            <a:pt x="512" y="258"/>
                            <a:pt x="512" y="258"/>
                          </a:cubicBezTo>
                          <a:cubicBezTo>
                            <a:pt x="515" y="262"/>
                            <a:pt x="514" y="266"/>
                            <a:pt x="511" y="269"/>
                          </a:cubicBezTo>
                          <a:cubicBezTo>
                            <a:pt x="511" y="269"/>
                            <a:pt x="511" y="269"/>
                            <a:pt x="511" y="269"/>
                          </a:cubicBezTo>
                          <a:cubicBezTo>
                            <a:pt x="510" y="270"/>
                            <a:pt x="508" y="270"/>
                            <a:pt x="507" y="270"/>
                          </a:cubicBezTo>
                          <a:cubicBezTo>
                            <a:pt x="507" y="270"/>
                            <a:pt x="507" y="270"/>
                            <a:pt x="507" y="270"/>
                          </a:cubicBezTo>
                          <a:cubicBezTo>
                            <a:pt x="505" y="270"/>
                            <a:pt x="503" y="269"/>
                            <a:pt x="501" y="268"/>
                          </a:cubicBezTo>
                          <a:close/>
                          <a:moveTo>
                            <a:pt x="472" y="234"/>
                          </a:moveTo>
                          <a:cubicBezTo>
                            <a:pt x="470" y="231"/>
                            <a:pt x="470" y="227"/>
                            <a:pt x="473" y="224"/>
                          </a:cubicBezTo>
                          <a:cubicBezTo>
                            <a:pt x="473" y="224"/>
                            <a:pt x="473" y="224"/>
                            <a:pt x="473" y="224"/>
                          </a:cubicBezTo>
                          <a:cubicBezTo>
                            <a:pt x="476" y="221"/>
                            <a:pt x="480" y="222"/>
                            <a:pt x="483" y="225"/>
                          </a:cubicBezTo>
                          <a:cubicBezTo>
                            <a:pt x="483" y="225"/>
                            <a:pt x="483" y="225"/>
                            <a:pt x="483" y="225"/>
                          </a:cubicBezTo>
                          <a:cubicBezTo>
                            <a:pt x="486" y="227"/>
                            <a:pt x="486" y="232"/>
                            <a:pt x="483" y="235"/>
                          </a:cubicBezTo>
                          <a:cubicBezTo>
                            <a:pt x="483" y="235"/>
                            <a:pt x="483" y="235"/>
                            <a:pt x="483" y="235"/>
                          </a:cubicBezTo>
                          <a:cubicBezTo>
                            <a:pt x="481" y="236"/>
                            <a:pt x="479" y="237"/>
                            <a:pt x="478" y="237"/>
                          </a:cubicBezTo>
                          <a:cubicBezTo>
                            <a:pt x="478" y="237"/>
                            <a:pt x="478" y="237"/>
                            <a:pt x="478" y="237"/>
                          </a:cubicBezTo>
                          <a:cubicBezTo>
                            <a:pt x="476" y="237"/>
                            <a:pt x="474" y="236"/>
                            <a:pt x="472" y="234"/>
                          </a:cubicBezTo>
                          <a:close/>
                          <a:moveTo>
                            <a:pt x="441" y="203"/>
                          </a:moveTo>
                          <a:cubicBezTo>
                            <a:pt x="439" y="200"/>
                            <a:pt x="438" y="196"/>
                            <a:pt x="441" y="193"/>
                          </a:cubicBezTo>
                          <a:cubicBezTo>
                            <a:pt x="441" y="193"/>
                            <a:pt x="441" y="193"/>
                            <a:pt x="441" y="193"/>
                          </a:cubicBezTo>
                          <a:cubicBezTo>
                            <a:pt x="444" y="190"/>
                            <a:pt x="449" y="190"/>
                            <a:pt x="452" y="193"/>
                          </a:cubicBezTo>
                          <a:cubicBezTo>
                            <a:pt x="452" y="193"/>
                            <a:pt x="452" y="193"/>
                            <a:pt x="452" y="193"/>
                          </a:cubicBezTo>
                          <a:cubicBezTo>
                            <a:pt x="454" y="195"/>
                            <a:pt x="455" y="200"/>
                            <a:pt x="452" y="203"/>
                          </a:cubicBezTo>
                          <a:cubicBezTo>
                            <a:pt x="452" y="203"/>
                            <a:pt x="452" y="203"/>
                            <a:pt x="452" y="203"/>
                          </a:cubicBezTo>
                          <a:cubicBezTo>
                            <a:pt x="450" y="204"/>
                            <a:pt x="448" y="205"/>
                            <a:pt x="446" y="205"/>
                          </a:cubicBezTo>
                          <a:cubicBezTo>
                            <a:pt x="446" y="205"/>
                            <a:pt x="446" y="205"/>
                            <a:pt x="446" y="205"/>
                          </a:cubicBezTo>
                          <a:cubicBezTo>
                            <a:pt x="445" y="205"/>
                            <a:pt x="443" y="205"/>
                            <a:pt x="441" y="203"/>
                          </a:cubicBezTo>
                          <a:close/>
                          <a:moveTo>
                            <a:pt x="409" y="174"/>
                          </a:moveTo>
                          <a:cubicBezTo>
                            <a:pt x="406" y="171"/>
                            <a:pt x="405" y="167"/>
                            <a:pt x="408" y="164"/>
                          </a:cubicBezTo>
                          <a:cubicBezTo>
                            <a:pt x="408" y="164"/>
                            <a:pt x="408" y="164"/>
                            <a:pt x="408" y="164"/>
                          </a:cubicBezTo>
                          <a:cubicBezTo>
                            <a:pt x="410" y="161"/>
                            <a:pt x="415" y="160"/>
                            <a:pt x="418" y="163"/>
                          </a:cubicBezTo>
                          <a:cubicBezTo>
                            <a:pt x="418" y="163"/>
                            <a:pt x="418" y="163"/>
                            <a:pt x="418" y="163"/>
                          </a:cubicBezTo>
                          <a:cubicBezTo>
                            <a:pt x="421" y="165"/>
                            <a:pt x="421" y="170"/>
                            <a:pt x="419" y="173"/>
                          </a:cubicBezTo>
                          <a:cubicBezTo>
                            <a:pt x="419" y="173"/>
                            <a:pt x="419" y="173"/>
                            <a:pt x="419" y="173"/>
                          </a:cubicBezTo>
                          <a:cubicBezTo>
                            <a:pt x="418" y="175"/>
                            <a:pt x="415" y="176"/>
                            <a:pt x="413" y="176"/>
                          </a:cubicBezTo>
                          <a:cubicBezTo>
                            <a:pt x="413" y="176"/>
                            <a:pt x="413" y="176"/>
                            <a:pt x="413" y="176"/>
                          </a:cubicBezTo>
                          <a:cubicBezTo>
                            <a:pt x="412" y="176"/>
                            <a:pt x="410" y="175"/>
                            <a:pt x="409" y="174"/>
                          </a:cubicBezTo>
                          <a:close/>
                          <a:moveTo>
                            <a:pt x="374" y="147"/>
                          </a:moveTo>
                          <a:cubicBezTo>
                            <a:pt x="371" y="145"/>
                            <a:pt x="370" y="140"/>
                            <a:pt x="372" y="137"/>
                          </a:cubicBezTo>
                          <a:cubicBezTo>
                            <a:pt x="372" y="137"/>
                            <a:pt x="372" y="137"/>
                            <a:pt x="372" y="137"/>
                          </a:cubicBezTo>
                          <a:cubicBezTo>
                            <a:pt x="375" y="134"/>
                            <a:pt x="379" y="133"/>
                            <a:pt x="383" y="135"/>
                          </a:cubicBezTo>
                          <a:cubicBezTo>
                            <a:pt x="383" y="135"/>
                            <a:pt x="383" y="135"/>
                            <a:pt x="383" y="135"/>
                          </a:cubicBezTo>
                          <a:cubicBezTo>
                            <a:pt x="386" y="137"/>
                            <a:pt x="387" y="142"/>
                            <a:pt x="384" y="145"/>
                          </a:cubicBezTo>
                          <a:cubicBezTo>
                            <a:pt x="384" y="145"/>
                            <a:pt x="384" y="145"/>
                            <a:pt x="384" y="145"/>
                          </a:cubicBezTo>
                          <a:cubicBezTo>
                            <a:pt x="383" y="147"/>
                            <a:pt x="381" y="148"/>
                            <a:pt x="378" y="148"/>
                          </a:cubicBezTo>
                          <a:cubicBezTo>
                            <a:pt x="378" y="148"/>
                            <a:pt x="378" y="148"/>
                            <a:pt x="378" y="148"/>
                          </a:cubicBezTo>
                          <a:cubicBezTo>
                            <a:pt x="377" y="148"/>
                            <a:pt x="375" y="148"/>
                            <a:pt x="374" y="147"/>
                          </a:cubicBezTo>
                          <a:close/>
                          <a:moveTo>
                            <a:pt x="338" y="122"/>
                          </a:move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4" y="120"/>
                            <a:pt x="333" y="116"/>
                            <a:pt x="335" y="112"/>
                          </a:cubicBezTo>
                          <a:cubicBezTo>
                            <a:pt x="335" y="112"/>
                            <a:pt x="335" y="112"/>
                            <a:pt x="335" y="112"/>
                          </a:cubicBezTo>
                          <a:cubicBezTo>
                            <a:pt x="338" y="109"/>
                            <a:pt x="342" y="108"/>
                            <a:pt x="346" y="110"/>
                          </a:cubicBezTo>
                          <a:cubicBezTo>
                            <a:pt x="346" y="110"/>
                            <a:pt x="346" y="110"/>
                            <a:pt x="346" y="110"/>
                          </a:cubicBezTo>
                          <a:cubicBezTo>
                            <a:pt x="349" y="112"/>
                            <a:pt x="350" y="117"/>
                            <a:pt x="348" y="120"/>
                          </a:cubicBezTo>
                          <a:cubicBezTo>
                            <a:pt x="348" y="120"/>
                            <a:pt x="348" y="120"/>
                            <a:pt x="348" y="120"/>
                          </a:cubicBezTo>
                          <a:cubicBezTo>
                            <a:pt x="346" y="122"/>
                            <a:pt x="344" y="123"/>
                            <a:pt x="342" y="123"/>
                          </a:cubicBezTo>
                          <a:cubicBezTo>
                            <a:pt x="342" y="123"/>
                            <a:pt x="342" y="123"/>
                            <a:pt x="342" y="123"/>
                          </a:cubicBezTo>
                          <a:cubicBezTo>
                            <a:pt x="340" y="123"/>
                            <a:pt x="339" y="123"/>
                            <a:pt x="338" y="122"/>
                          </a:cubicBezTo>
                          <a:close/>
                          <a:moveTo>
                            <a:pt x="300" y="100"/>
                          </a:move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296" y="98"/>
                            <a:pt x="295" y="93"/>
                            <a:pt x="297" y="90"/>
                          </a:cubicBezTo>
                          <a:cubicBezTo>
                            <a:pt x="297" y="90"/>
                            <a:pt x="297" y="90"/>
                            <a:pt x="297" y="90"/>
                          </a:cubicBezTo>
                          <a:cubicBezTo>
                            <a:pt x="299" y="86"/>
                            <a:pt x="303" y="85"/>
                            <a:pt x="307" y="87"/>
                          </a:cubicBezTo>
                          <a:cubicBezTo>
                            <a:pt x="307" y="87"/>
                            <a:pt x="307" y="87"/>
                            <a:pt x="307" y="87"/>
                          </a:cubicBezTo>
                          <a:cubicBezTo>
                            <a:pt x="310" y="89"/>
                            <a:pt x="312" y="93"/>
                            <a:pt x="310" y="97"/>
                          </a:cubicBezTo>
                          <a:cubicBezTo>
                            <a:pt x="310" y="97"/>
                            <a:pt x="310" y="97"/>
                            <a:pt x="310" y="97"/>
                          </a:cubicBezTo>
                          <a:cubicBezTo>
                            <a:pt x="309" y="99"/>
                            <a:pt x="306" y="101"/>
                            <a:pt x="303" y="101"/>
                          </a:cubicBezTo>
                          <a:cubicBezTo>
                            <a:pt x="303" y="101"/>
                            <a:pt x="303" y="101"/>
                            <a:pt x="303" y="101"/>
                          </a:cubicBezTo>
                          <a:cubicBezTo>
                            <a:pt x="302" y="101"/>
                            <a:pt x="301" y="101"/>
                            <a:pt x="300" y="100"/>
                          </a:cubicBezTo>
                          <a:close/>
                          <a:moveTo>
                            <a:pt x="261" y="80"/>
                          </a:moveTo>
                          <a:cubicBezTo>
                            <a:pt x="257" y="78"/>
                            <a:pt x="256" y="74"/>
                            <a:pt x="257" y="70"/>
                          </a:cubicBezTo>
                          <a:cubicBezTo>
                            <a:pt x="257" y="70"/>
                            <a:pt x="257" y="70"/>
                            <a:pt x="257" y="70"/>
                          </a:cubicBezTo>
                          <a:cubicBezTo>
                            <a:pt x="259" y="67"/>
                            <a:pt x="263" y="65"/>
                            <a:pt x="267" y="67"/>
                          </a:cubicBezTo>
                          <a:cubicBezTo>
                            <a:pt x="267" y="67"/>
                            <a:pt x="267" y="67"/>
                            <a:pt x="267" y="67"/>
                          </a:cubicBezTo>
                          <a:cubicBezTo>
                            <a:pt x="271" y="68"/>
                            <a:pt x="272" y="73"/>
                            <a:pt x="270" y="76"/>
                          </a:cubicBezTo>
                          <a:cubicBezTo>
                            <a:pt x="270" y="76"/>
                            <a:pt x="270" y="76"/>
                            <a:pt x="270" y="76"/>
                          </a:cubicBezTo>
                          <a:cubicBezTo>
                            <a:pt x="269" y="79"/>
                            <a:pt x="267" y="81"/>
                            <a:pt x="264" y="81"/>
                          </a:cubicBezTo>
                          <a:cubicBezTo>
                            <a:pt x="264" y="81"/>
                            <a:pt x="264" y="81"/>
                            <a:pt x="264" y="81"/>
                          </a:cubicBezTo>
                          <a:cubicBezTo>
                            <a:pt x="263" y="81"/>
                            <a:pt x="262" y="80"/>
                            <a:pt x="261" y="80"/>
                          </a:cubicBezTo>
                          <a:close/>
                          <a:moveTo>
                            <a:pt x="220" y="63"/>
                          </a:moveTo>
                          <a:cubicBezTo>
                            <a:pt x="217" y="61"/>
                            <a:pt x="215" y="57"/>
                            <a:pt x="216" y="53"/>
                          </a:cubicBezTo>
                          <a:cubicBezTo>
                            <a:pt x="216" y="53"/>
                            <a:pt x="216" y="53"/>
                            <a:pt x="216" y="53"/>
                          </a:cubicBezTo>
                          <a:cubicBezTo>
                            <a:pt x="218" y="49"/>
                            <a:pt x="222" y="47"/>
                            <a:pt x="226" y="49"/>
                          </a:cubicBezTo>
                          <a:cubicBezTo>
                            <a:pt x="226" y="49"/>
                            <a:pt x="226" y="49"/>
                            <a:pt x="226" y="49"/>
                          </a:cubicBezTo>
                          <a:cubicBezTo>
                            <a:pt x="230" y="50"/>
                            <a:pt x="231" y="55"/>
                            <a:pt x="230" y="58"/>
                          </a:cubicBezTo>
                          <a:cubicBezTo>
                            <a:pt x="230" y="58"/>
                            <a:pt x="230" y="58"/>
                            <a:pt x="230" y="58"/>
                          </a:cubicBezTo>
                          <a:cubicBezTo>
                            <a:pt x="229" y="61"/>
                            <a:pt x="226" y="63"/>
                            <a:pt x="223" y="63"/>
                          </a:cubicBezTo>
                          <a:cubicBezTo>
                            <a:pt x="223" y="63"/>
                            <a:pt x="223" y="63"/>
                            <a:pt x="223" y="63"/>
                          </a:cubicBezTo>
                          <a:cubicBezTo>
                            <a:pt x="222" y="63"/>
                            <a:pt x="221" y="63"/>
                            <a:pt x="220" y="63"/>
                          </a:cubicBezTo>
                          <a:close/>
                          <a:moveTo>
                            <a:pt x="179" y="48"/>
                          </a:moveTo>
                          <a:cubicBezTo>
                            <a:pt x="175" y="46"/>
                            <a:pt x="173" y="42"/>
                            <a:pt x="174" y="39"/>
                          </a:cubicBezTo>
                          <a:cubicBezTo>
                            <a:pt x="174" y="39"/>
                            <a:pt x="174" y="39"/>
                            <a:pt x="174" y="39"/>
                          </a:cubicBezTo>
                          <a:cubicBezTo>
                            <a:pt x="176" y="35"/>
                            <a:pt x="180" y="33"/>
                            <a:pt x="184" y="34"/>
                          </a:cubicBezTo>
                          <a:cubicBezTo>
                            <a:pt x="184" y="34"/>
                            <a:pt x="184" y="34"/>
                            <a:pt x="184" y="34"/>
                          </a:cubicBezTo>
                          <a:cubicBezTo>
                            <a:pt x="187" y="35"/>
                            <a:pt x="189" y="39"/>
                            <a:pt x="188" y="43"/>
                          </a:cubicBezTo>
                          <a:cubicBezTo>
                            <a:pt x="188" y="43"/>
                            <a:pt x="188" y="43"/>
                            <a:pt x="188" y="43"/>
                          </a:cubicBezTo>
                          <a:cubicBezTo>
                            <a:pt x="187" y="46"/>
                            <a:pt x="184" y="48"/>
                            <a:pt x="181" y="48"/>
                          </a:cubicBezTo>
                          <a:cubicBezTo>
                            <a:pt x="181" y="48"/>
                            <a:pt x="181" y="48"/>
                            <a:pt x="181" y="48"/>
                          </a:cubicBezTo>
                          <a:cubicBezTo>
                            <a:pt x="181" y="48"/>
                            <a:pt x="180" y="48"/>
                            <a:pt x="179" y="48"/>
                          </a:cubicBezTo>
                          <a:close/>
                          <a:moveTo>
                            <a:pt x="137" y="36"/>
                          </a:moveTo>
                          <a:cubicBezTo>
                            <a:pt x="133" y="35"/>
                            <a:pt x="130" y="31"/>
                            <a:pt x="132" y="27"/>
                          </a:cubicBezTo>
                          <a:cubicBezTo>
                            <a:pt x="132" y="27"/>
                            <a:pt x="132" y="27"/>
                            <a:pt x="132" y="27"/>
                          </a:cubicBezTo>
                          <a:cubicBezTo>
                            <a:pt x="133" y="23"/>
                            <a:pt x="136" y="20"/>
                            <a:pt x="140" y="21"/>
                          </a:cubicBezTo>
                          <a:cubicBezTo>
                            <a:pt x="140" y="21"/>
                            <a:pt x="140" y="21"/>
                            <a:pt x="140" y="21"/>
                          </a:cubicBezTo>
                          <a:cubicBezTo>
                            <a:pt x="144" y="22"/>
                            <a:pt x="147" y="26"/>
                            <a:pt x="146" y="30"/>
                          </a:cubicBezTo>
                          <a:cubicBezTo>
                            <a:pt x="146" y="30"/>
                            <a:pt x="146" y="30"/>
                            <a:pt x="146" y="30"/>
                          </a:cubicBezTo>
                          <a:cubicBezTo>
                            <a:pt x="145" y="34"/>
                            <a:pt x="142" y="36"/>
                            <a:pt x="139" y="36"/>
                          </a:cubicBezTo>
                          <a:cubicBezTo>
                            <a:pt x="139" y="36"/>
                            <a:pt x="139" y="36"/>
                            <a:pt x="139" y="36"/>
                          </a:cubicBezTo>
                          <a:cubicBezTo>
                            <a:pt x="138" y="36"/>
                            <a:pt x="137" y="36"/>
                            <a:pt x="137" y="36"/>
                          </a:cubicBezTo>
                          <a:close/>
                          <a:moveTo>
                            <a:pt x="94" y="26"/>
                          </a:moveTo>
                          <a:cubicBezTo>
                            <a:pt x="90" y="25"/>
                            <a:pt x="87" y="21"/>
                            <a:pt x="88" y="18"/>
                          </a:cubicBezTo>
                          <a:cubicBezTo>
                            <a:pt x="88" y="18"/>
                            <a:pt x="88" y="18"/>
                            <a:pt x="88" y="18"/>
                          </a:cubicBezTo>
                          <a:cubicBezTo>
                            <a:pt x="89" y="14"/>
                            <a:pt x="93" y="11"/>
                            <a:pt x="97" y="12"/>
                          </a:cubicBezTo>
                          <a:cubicBezTo>
                            <a:pt x="97" y="12"/>
                            <a:pt x="97" y="12"/>
                            <a:pt x="97" y="12"/>
                          </a:cubicBezTo>
                          <a:cubicBezTo>
                            <a:pt x="101" y="12"/>
                            <a:pt x="103" y="16"/>
                            <a:pt x="102" y="20"/>
                          </a:cubicBezTo>
                          <a:cubicBezTo>
                            <a:pt x="102" y="20"/>
                            <a:pt x="102" y="20"/>
                            <a:pt x="102" y="20"/>
                          </a:cubicBezTo>
                          <a:cubicBezTo>
                            <a:pt x="102" y="24"/>
                            <a:pt x="99" y="26"/>
                            <a:pt x="95" y="26"/>
                          </a:cubicBezTo>
                          <a:cubicBezTo>
                            <a:pt x="95" y="26"/>
                            <a:pt x="95" y="26"/>
                            <a:pt x="95" y="26"/>
                          </a:cubicBezTo>
                          <a:cubicBezTo>
                            <a:pt x="95" y="26"/>
                            <a:pt x="94" y="26"/>
                            <a:pt x="94" y="26"/>
                          </a:cubicBezTo>
                          <a:close/>
                          <a:moveTo>
                            <a:pt x="50" y="19"/>
                          </a:move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46" y="19"/>
                            <a:pt x="44" y="15"/>
                            <a:pt x="44" y="11"/>
                          </a:cubicBezTo>
                          <a:cubicBezTo>
                            <a:pt x="44" y="11"/>
                            <a:pt x="44" y="11"/>
                            <a:pt x="44" y="11"/>
                          </a:cubicBezTo>
                          <a:cubicBezTo>
                            <a:pt x="45" y="7"/>
                            <a:pt x="48" y="4"/>
                            <a:pt x="52" y="5"/>
                          </a:cubicBezTo>
                          <a:cubicBezTo>
                            <a:pt x="52" y="5"/>
                            <a:pt x="52" y="5"/>
                            <a:pt x="52" y="5"/>
                          </a:cubicBezTo>
                          <a:cubicBezTo>
                            <a:pt x="56" y="5"/>
                            <a:pt x="59" y="9"/>
                            <a:pt x="59" y="13"/>
                          </a:cubicBezTo>
                          <a:cubicBezTo>
                            <a:pt x="59" y="13"/>
                            <a:pt x="59" y="13"/>
                            <a:pt x="59" y="13"/>
                          </a:cubicBezTo>
                          <a:cubicBezTo>
                            <a:pt x="58" y="17"/>
                            <a:pt x="55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0" y="19"/>
                          </a:cubicBezTo>
                          <a:close/>
                          <a:moveTo>
                            <a:pt x="7" y="15"/>
                          </a:move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3" y="15"/>
                            <a:pt x="0" y="12"/>
                            <a:pt x="0" y="7"/>
                          </a:cubicBezTo>
                          <a:cubicBezTo>
                            <a:pt x="0" y="7"/>
                            <a:pt x="0" y="7"/>
                            <a:pt x="0" y="7"/>
                          </a:cubicBezTo>
                          <a:cubicBezTo>
                            <a:pt x="0" y="3"/>
                            <a:pt x="4" y="0"/>
                            <a:pt x="8" y="1"/>
                          </a:cubicBez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12" y="1"/>
                            <a:pt x="15" y="4"/>
                            <a:pt x="14" y="8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4" y="12"/>
                            <a:pt x="11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53" name="Freeform 97">
                      <a:extLst>
                        <a:ext uri="{FF2B5EF4-FFF2-40B4-BE49-F238E27FC236}">
                          <a16:creationId xmlns:a16="http://schemas.microsoft.com/office/drawing/2014/main" id="{9BAC5FD1-2356-4367-AD9D-C1590CED046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778531" y="1769658"/>
                      <a:ext cx="1365852" cy="822837"/>
                    </a:xfrm>
                    <a:custGeom>
                      <a:avLst/>
                      <a:gdLst>
                        <a:gd name="T0" fmla="*/ 2 w 566"/>
                        <a:gd name="T1" fmla="*/ 330 h 341"/>
                        <a:gd name="T2" fmla="*/ 15 w 566"/>
                        <a:gd name="T3" fmla="*/ 337 h 341"/>
                        <a:gd name="T4" fmla="*/ 8 w 566"/>
                        <a:gd name="T5" fmla="*/ 341 h 341"/>
                        <a:gd name="T6" fmla="*/ 27 w 566"/>
                        <a:gd name="T7" fmla="*/ 292 h 341"/>
                        <a:gd name="T8" fmla="*/ 37 w 566"/>
                        <a:gd name="T9" fmla="*/ 291 h 341"/>
                        <a:gd name="T10" fmla="*/ 33 w 566"/>
                        <a:gd name="T11" fmla="*/ 304 h 341"/>
                        <a:gd name="T12" fmla="*/ 55 w 566"/>
                        <a:gd name="T13" fmla="*/ 267 h 341"/>
                        <a:gd name="T14" fmla="*/ 64 w 566"/>
                        <a:gd name="T15" fmla="*/ 256 h 341"/>
                        <a:gd name="T16" fmla="*/ 65 w 566"/>
                        <a:gd name="T17" fmla="*/ 266 h 341"/>
                        <a:gd name="T18" fmla="*/ 55 w 566"/>
                        <a:gd name="T19" fmla="*/ 267 h 341"/>
                        <a:gd name="T20" fmla="*/ 83 w 566"/>
                        <a:gd name="T21" fmla="*/ 223 h 341"/>
                        <a:gd name="T22" fmla="*/ 94 w 566"/>
                        <a:gd name="T23" fmla="*/ 233 h 341"/>
                        <a:gd name="T24" fmla="*/ 89 w 566"/>
                        <a:gd name="T25" fmla="*/ 235 h 341"/>
                        <a:gd name="T26" fmla="*/ 115 w 566"/>
                        <a:gd name="T27" fmla="*/ 191 h 341"/>
                        <a:gd name="T28" fmla="*/ 125 w 566"/>
                        <a:gd name="T29" fmla="*/ 192 h 341"/>
                        <a:gd name="T30" fmla="*/ 120 w 566"/>
                        <a:gd name="T31" fmla="*/ 204 h 341"/>
                        <a:gd name="T32" fmla="*/ 148 w 566"/>
                        <a:gd name="T33" fmla="*/ 172 h 341"/>
                        <a:gd name="T34" fmla="*/ 159 w 566"/>
                        <a:gd name="T35" fmla="*/ 163 h 341"/>
                        <a:gd name="T36" fmla="*/ 158 w 566"/>
                        <a:gd name="T37" fmla="*/ 173 h 341"/>
                        <a:gd name="T38" fmla="*/ 148 w 566"/>
                        <a:gd name="T39" fmla="*/ 172 h 341"/>
                        <a:gd name="T40" fmla="*/ 184 w 566"/>
                        <a:gd name="T41" fmla="*/ 134 h 341"/>
                        <a:gd name="T42" fmla="*/ 192 w 566"/>
                        <a:gd name="T43" fmla="*/ 146 h 341"/>
                        <a:gd name="T44" fmla="*/ 192 w 566"/>
                        <a:gd name="T45" fmla="*/ 146 h 341"/>
                        <a:gd name="T46" fmla="*/ 182 w 566"/>
                        <a:gd name="T47" fmla="*/ 144 h 341"/>
                        <a:gd name="T48" fmla="*/ 221 w 566"/>
                        <a:gd name="T49" fmla="*/ 109 h 341"/>
                        <a:gd name="T50" fmla="*/ 229 w 566"/>
                        <a:gd name="T51" fmla="*/ 121 h 341"/>
                        <a:gd name="T52" fmla="*/ 229 w 566"/>
                        <a:gd name="T53" fmla="*/ 121 h 341"/>
                        <a:gd name="T54" fmla="*/ 219 w 566"/>
                        <a:gd name="T55" fmla="*/ 119 h 341"/>
                        <a:gd name="T56" fmla="*/ 260 w 566"/>
                        <a:gd name="T57" fmla="*/ 86 h 341"/>
                        <a:gd name="T58" fmla="*/ 267 w 566"/>
                        <a:gd name="T59" fmla="*/ 99 h 341"/>
                        <a:gd name="T60" fmla="*/ 267 w 566"/>
                        <a:gd name="T61" fmla="*/ 99 h 341"/>
                        <a:gd name="T62" fmla="*/ 257 w 566"/>
                        <a:gd name="T63" fmla="*/ 96 h 341"/>
                        <a:gd name="T64" fmla="*/ 300 w 566"/>
                        <a:gd name="T65" fmla="*/ 66 h 341"/>
                        <a:gd name="T66" fmla="*/ 306 w 566"/>
                        <a:gd name="T67" fmla="*/ 79 h 341"/>
                        <a:gd name="T68" fmla="*/ 303 w 566"/>
                        <a:gd name="T69" fmla="*/ 80 h 341"/>
                        <a:gd name="T70" fmla="*/ 341 w 566"/>
                        <a:gd name="T71" fmla="*/ 48 h 341"/>
                        <a:gd name="T72" fmla="*/ 350 w 566"/>
                        <a:gd name="T73" fmla="*/ 53 h 341"/>
                        <a:gd name="T74" fmla="*/ 346 w 566"/>
                        <a:gd name="T75" fmla="*/ 62 h 341"/>
                        <a:gd name="T76" fmla="*/ 343 w 566"/>
                        <a:gd name="T77" fmla="*/ 63 h 341"/>
                        <a:gd name="T78" fmla="*/ 383 w 566"/>
                        <a:gd name="T79" fmla="*/ 33 h 341"/>
                        <a:gd name="T80" fmla="*/ 392 w 566"/>
                        <a:gd name="T81" fmla="*/ 38 h 341"/>
                        <a:gd name="T82" fmla="*/ 387 w 566"/>
                        <a:gd name="T83" fmla="*/ 47 h 341"/>
                        <a:gd name="T84" fmla="*/ 385 w 566"/>
                        <a:gd name="T85" fmla="*/ 48 h 341"/>
                        <a:gd name="T86" fmla="*/ 426 w 566"/>
                        <a:gd name="T87" fmla="*/ 21 h 341"/>
                        <a:gd name="T88" fmla="*/ 435 w 566"/>
                        <a:gd name="T89" fmla="*/ 26 h 341"/>
                        <a:gd name="T90" fmla="*/ 428 w 566"/>
                        <a:gd name="T91" fmla="*/ 36 h 341"/>
                        <a:gd name="T92" fmla="*/ 464 w 566"/>
                        <a:gd name="T93" fmla="*/ 20 h 341"/>
                        <a:gd name="T94" fmla="*/ 478 w 566"/>
                        <a:gd name="T95" fmla="*/ 17 h 341"/>
                        <a:gd name="T96" fmla="*/ 472 w 566"/>
                        <a:gd name="T97" fmla="*/ 26 h 341"/>
                        <a:gd name="T98" fmla="*/ 471 w 566"/>
                        <a:gd name="T99" fmla="*/ 26 h 341"/>
                        <a:gd name="T100" fmla="*/ 507 w 566"/>
                        <a:gd name="T101" fmla="*/ 13 h 341"/>
                        <a:gd name="T102" fmla="*/ 522 w 566"/>
                        <a:gd name="T103" fmla="*/ 11 h 341"/>
                        <a:gd name="T104" fmla="*/ 516 w 566"/>
                        <a:gd name="T105" fmla="*/ 19 h 341"/>
                        <a:gd name="T106" fmla="*/ 507 w 566"/>
                        <a:gd name="T107" fmla="*/ 13 h 341"/>
                        <a:gd name="T108" fmla="*/ 558 w 566"/>
                        <a:gd name="T109" fmla="*/ 1 h 341"/>
                        <a:gd name="T110" fmla="*/ 559 w 566"/>
                        <a:gd name="T111" fmla="*/ 15 h 341"/>
                        <a:gd name="T112" fmla="*/ 559 w 566"/>
                        <a:gd name="T113" fmla="*/ 15 h 341"/>
                        <a:gd name="T114" fmla="*/ 552 w 566"/>
                        <a:gd name="T115" fmla="*/ 8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</a:cxnLst>
                      <a:rect l="0" t="0" r="r" b="b"/>
                      <a:pathLst>
                        <a:path w="566" h="341">
                          <a:moveTo>
                            <a:pt x="5" y="340"/>
                          </a:moveTo>
                          <a:cubicBezTo>
                            <a:pt x="1" y="338"/>
                            <a:pt x="0" y="333"/>
                            <a:pt x="2" y="330"/>
                          </a:cubicBezTo>
                          <a:cubicBezTo>
                            <a:pt x="2" y="330"/>
                            <a:pt x="2" y="330"/>
                            <a:pt x="2" y="330"/>
                          </a:cubicBezTo>
                          <a:cubicBezTo>
                            <a:pt x="4" y="326"/>
                            <a:pt x="9" y="325"/>
                            <a:pt x="12" y="327"/>
                          </a:cubicBezTo>
                          <a:cubicBezTo>
                            <a:pt x="12" y="327"/>
                            <a:pt x="12" y="327"/>
                            <a:pt x="12" y="327"/>
                          </a:cubicBezTo>
                          <a:cubicBezTo>
                            <a:pt x="16" y="330"/>
                            <a:pt x="17" y="334"/>
                            <a:pt x="15" y="337"/>
                          </a:cubicBezTo>
                          <a:cubicBezTo>
                            <a:pt x="15" y="337"/>
                            <a:pt x="15" y="337"/>
                            <a:pt x="15" y="337"/>
                          </a:cubicBezTo>
                          <a:cubicBezTo>
                            <a:pt x="13" y="340"/>
                            <a:pt x="11" y="341"/>
                            <a:pt x="8" y="341"/>
                          </a:cubicBezTo>
                          <a:cubicBezTo>
                            <a:pt x="8" y="341"/>
                            <a:pt x="8" y="341"/>
                            <a:pt x="8" y="341"/>
                          </a:cubicBezTo>
                          <a:cubicBezTo>
                            <a:pt x="7" y="341"/>
                            <a:pt x="6" y="341"/>
                            <a:pt x="5" y="340"/>
                          </a:cubicBezTo>
                          <a:close/>
                          <a:moveTo>
                            <a:pt x="29" y="303"/>
                          </a:moveTo>
                          <a:cubicBezTo>
                            <a:pt x="25" y="300"/>
                            <a:pt x="25" y="296"/>
                            <a:pt x="27" y="292"/>
                          </a:cubicBezTo>
                          <a:cubicBezTo>
                            <a:pt x="27" y="292"/>
                            <a:pt x="27" y="292"/>
                            <a:pt x="27" y="292"/>
                          </a:cubicBezTo>
                          <a:cubicBezTo>
                            <a:pt x="29" y="289"/>
                            <a:pt x="34" y="288"/>
                            <a:pt x="37" y="291"/>
                          </a:cubicBezTo>
                          <a:cubicBezTo>
                            <a:pt x="37" y="291"/>
                            <a:pt x="37" y="291"/>
                            <a:pt x="37" y="291"/>
                          </a:cubicBezTo>
                          <a:cubicBezTo>
                            <a:pt x="40" y="293"/>
                            <a:pt x="41" y="298"/>
                            <a:pt x="39" y="301"/>
                          </a:cubicBezTo>
                          <a:cubicBezTo>
                            <a:pt x="39" y="301"/>
                            <a:pt x="39" y="301"/>
                            <a:pt x="39" y="301"/>
                          </a:cubicBezTo>
                          <a:cubicBezTo>
                            <a:pt x="37" y="303"/>
                            <a:pt x="35" y="304"/>
                            <a:pt x="33" y="304"/>
                          </a:cubicBezTo>
                          <a:cubicBezTo>
                            <a:pt x="33" y="304"/>
                            <a:pt x="33" y="304"/>
                            <a:pt x="33" y="304"/>
                          </a:cubicBezTo>
                          <a:cubicBezTo>
                            <a:pt x="31" y="304"/>
                            <a:pt x="30" y="304"/>
                            <a:pt x="29" y="303"/>
                          </a:cubicBezTo>
                          <a:close/>
                          <a:moveTo>
                            <a:pt x="55" y="267"/>
                          </a:moveTo>
                          <a:cubicBezTo>
                            <a:pt x="52" y="265"/>
                            <a:pt x="52" y="260"/>
                            <a:pt x="54" y="257"/>
                          </a:cubicBezTo>
                          <a:cubicBezTo>
                            <a:pt x="54" y="257"/>
                            <a:pt x="54" y="257"/>
                            <a:pt x="54" y="257"/>
                          </a:cubicBezTo>
                          <a:cubicBezTo>
                            <a:pt x="57" y="254"/>
                            <a:pt x="61" y="253"/>
                            <a:pt x="64" y="256"/>
                          </a:cubicBezTo>
                          <a:cubicBezTo>
                            <a:pt x="64" y="256"/>
                            <a:pt x="64" y="256"/>
                            <a:pt x="64" y="256"/>
                          </a:cubicBezTo>
                          <a:cubicBezTo>
                            <a:pt x="67" y="258"/>
                            <a:pt x="68" y="263"/>
                            <a:pt x="65" y="266"/>
                          </a:cubicBezTo>
                          <a:cubicBezTo>
                            <a:pt x="65" y="266"/>
                            <a:pt x="65" y="266"/>
                            <a:pt x="65" y="266"/>
                          </a:cubicBezTo>
                          <a:cubicBezTo>
                            <a:pt x="64" y="268"/>
                            <a:pt x="62" y="269"/>
                            <a:pt x="60" y="269"/>
                          </a:cubicBezTo>
                          <a:cubicBezTo>
                            <a:pt x="60" y="269"/>
                            <a:pt x="60" y="269"/>
                            <a:pt x="60" y="269"/>
                          </a:cubicBezTo>
                          <a:cubicBezTo>
                            <a:pt x="58" y="269"/>
                            <a:pt x="56" y="268"/>
                            <a:pt x="55" y="267"/>
                          </a:cubicBezTo>
                          <a:close/>
                          <a:moveTo>
                            <a:pt x="84" y="233"/>
                          </a:moveTo>
                          <a:cubicBezTo>
                            <a:pt x="81" y="231"/>
                            <a:pt x="81" y="226"/>
                            <a:pt x="83" y="223"/>
                          </a:cubicBezTo>
                          <a:cubicBezTo>
                            <a:pt x="83" y="223"/>
                            <a:pt x="83" y="223"/>
                            <a:pt x="83" y="223"/>
                          </a:cubicBezTo>
                          <a:cubicBezTo>
                            <a:pt x="86" y="220"/>
                            <a:pt x="91" y="220"/>
                            <a:pt x="94" y="223"/>
                          </a:cubicBezTo>
                          <a:cubicBezTo>
                            <a:pt x="94" y="223"/>
                            <a:pt x="94" y="223"/>
                            <a:pt x="94" y="223"/>
                          </a:cubicBezTo>
                          <a:cubicBezTo>
                            <a:pt x="97" y="225"/>
                            <a:pt x="97" y="230"/>
                            <a:pt x="94" y="233"/>
                          </a:cubicBezTo>
                          <a:cubicBezTo>
                            <a:pt x="94" y="233"/>
                            <a:pt x="94" y="233"/>
                            <a:pt x="94" y="233"/>
                          </a:cubicBezTo>
                          <a:cubicBezTo>
                            <a:pt x="93" y="235"/>
                            <a:pt x="91" y="235"/>
                            <a:pt x="89" y="235"/>
                          </a:cubicBezTo>
                          <a:cubicBezTo>
                            <a:pt x="89" y="235"/>
                            <a:pt x="89" y="235"/>
                            <a:pt x="89" y="235"/>
                          </a:cubicBezTo>
                          <a:cubicBezTo>
                            <a:pt x="87" y="235"/>
                            <a:pt x="85" y="235"/>
                            <a:pt x="84" y="233"/>
                          </a:cubicBezTo>
                          <a:close/>
                          <a:moveTo>
                            <a:pt x="115" y="202"/>
                          </a:moveTo>
                          <a:cubicBezTo>
                            <a:pt x="112" y="199"/>
                            <a:pt x="112" y="194"/>
                            <a:pt x="115" y="191"/>
                          </a:cubicBezTo>
                          <a:cubicBezTo>
                            <a:pt x="115" y="191"/>
                            <a:pt x="115" y="191"/>
                            <a:pt x="115" y="191"/>
                          </a:cubicBezTo>
                          <a:cubicBezTo>
                            <a:pt x="118" y="189"/>
                            <a:pt x="123" y="189"/>
                            <a:pt x="125" y="192"/>
                          </a:cubicBezTo>
                          <a:cubicBezTo>
                            <a:pt x="125" y="192"/>
                            <a:pt x="125" y="192"/>
                            <a:pt x="125" y="192"/>
                          </a:cubicBezTo>
                          <a:cubicBezTo>
                            <a:pt x="128" y="195"/>
                            <a:pt x="128" y="199"/>
                            <a:pt x="125" y="202"/>
                          </a:cubicBezTo>
                          <a:cubicBezTo>
                            <a:pt x="125" y="202"/>
                            <a:pt x="125" y="202"/>
                            <a:pt x="125" y="202"/>
                          </a:cubicBezTo>
                          <a:cubicBezTo>
                            <a:pt x="124" y="203"/>
                            <a:pt x="122" y="204"/>
                            <a:pt x="120" y="204"/>
                          </a:cubicBezTo>
                          <a:cubicBezTo>
                            <a:pt x="120" y="204"/>
                            <a:pt x="120" y="204"/>
                            <a:pt x="120" y="204"/>
                          </a:cubicBezTo>
                          <a:cubicBezTo>
                            <a:pt x="118" y="204"/>
                            <a:pt x="116" y="203"/>
                            <a:pt x="115" y="202"/>
                          </a:cubicBezTo>
                          <a:close/>
                          <a:moveTo>
                            <a:pt x="148" y="172"/>
                          </a:moveTo>
                          <a:cubicBezTo>
                            <a:pt x="145" y="169"/>
                            <a:pt x="145" y="164"/>
                            <a:pt x="149" y="162"/>
                          </a:cubicBezTo>
                          <a:cubicBezTo>
                            <a:pt x="149" y="162"/>
                            <a:pt x="149" y="162"/>
                            <a:pt x="149" y="162"/>
                          </a:cubicBezTo>
                          <a:cubicBezTo>
                            <a:pt x="152" y="159"/>
                            <a:pt x="156" y="160"/>
                            <a:pt x="159" y="163"/>
                          </a:cubicBezTo>
                          <a:cubicBezTo>
                            <a:pt x="159" y="163"/>
                            <a:pt x="159" y="163"/>
                            <a:pt x="159" y="163"/>
                          </a:cubicBezTo>
                          <a:cubicBezTo>
                            <a:pt x="161" y="166"/>
                            <a:pt x="161" y="170"/>
                            <a:pt x="158" y="173"/>
                          </a:cubicBezTo>
                          <a:cubicBezTo>
                            <a:pt x="158" y="173"/>
                            <a:pt x="158" y="173"/>
                            <a:pt x="158" y="173"/>
                          </a:cubicBezTo>
                          <a:cubicBezTo>
                            <a:pt x="157" y="174"/>
                            <a:pt x="155" y="175"/>
                            <a:pt x="153" y="175"/>
                          </a:cubicBezTo>
                          <a:cubicBezTo>
                            <a:pt x="153" y="175"/>
                            <a:pt x="153" y="175"/>
                            <a:pt x="153" y="175"/>
                          </a:cubicBezTo>
                          <a:cubicBezTo>
                            <a:pt x="151" y="175"/>
                            <a:pt x="149" y="174"/>
                            <a:pt x="148" y="172"/>
                          </a:cubicBezTo>
                          <a:close/>
                          <a:moveTo>
                            <a:pt x="182" y="144"/>
                          </a:moveTo>
                          <a:cubicBezTo>
                            <a:pt x="180" y="141"/>
                            <a:pt x="181" y="137"/>
                            <a:pt x="184" y="134"/>
                          </a:cubicBezTo>
                          <a:cubicBezTo>
                            <a:pt x="184" y="134"/>
                            <a:pt x="184" y="134"/>
                            <a:pt x="184" y="134"/>
                          </a:cubicBezTo>
                          <a:cubicBezTo>
                            <a:pt x="187" y="132"/>
                            <a:pt x="192" y="132"/>
                            <a:pt x="194" y="136"/>
                          </a:cubicBezTo>
                          <a:cubicBezTo>
                            <a:pt x="194" y="136"/>
                            <a:pt x="194" y="136"/>
                            <a:pt x="194" y="136"/>
                          </a:cubicBezTo>
                          <a:cubicBezTo>
                            <a:pt x="196" y="139"/>
                            <a:pt x="196" y="144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1" y="147"/>
                            <a:pt x="190" y="147"/>
                            <a:pt x="188" y="147"/>
                          </a:cubicBezTo>
                          <a:cubicBezTo>
                            <a:pt x="188" y="147"/>
                            <a:pt x="188" y="147"/>
                            <a:pt x="188" y="147"/>
                          </a:cubicBezTo>
                          <a:cubicBezTo>
                            <a:pt x="186" y="147"/>
                            <a:pt x="184" y="146"/>
                            <a:pt x="182" y="144"/>
                          </a:cubicBezTo>
                          <a:close/>
                          <a:moveTo>
                            <a:pt x="219" y="119"/>
                          </a:moveTo>
                          <a:cubicBezTo>
                            <a:pt x="217" y="116"/>
                            <a:pt x="218" y="111"/>
                            <a:pt x="221" y="109"/>
                          </a:cubicBezTo>
                          <a:cubicBezTo>
                            <a:pt x="221" y="109"/>
                            <a:pt x="221" y="109"/>
                            <a:pt x="221" y="109"/>
                          </a:cubicBezTo>
                          <a:cubicBezTo>
                            <a:pt x="224" y="107"/>
                            <a:pt x="229" y="108"/>
                            <a:pt x="231" y="111"/>
                          </a:cubicBezTo>
                          <a:cubicBezTo>
                            <a:pt x="231" y="111"/>
                            <a:pt x="231" y="111"/>
                            <a:pt x="231" y="111"/>
                          </a:cubicBezTo>
                          <a:cubicBezTo>
                            <a:pt x="233" y="115"/>
                            <a:pt x="232" y="119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8" y="122"/>
                            <a:pt x="226" y="123"/>
                            <a:pt x="225" y="123"/>
                          </a:cubicBezTo>
                          <a:cubicBezTo>
                            <a:pt x="225" y="123"/>
                            <a:pt x="225" y="123"/>
                            <a:pt x="225" y="123"/>
                          </a:cubicBezTo>
                          <a:cubicBezTo>
                            <a:pt x="222" y="123"/>
                            <a:pt x="220" y="121"/>
                            <a:pt x="219" y="119"/>
                          </a:cubicBezTo>
                          <a:close/>
                          <a:moveTo>
                            <a:pt x="257" y="96"/>
                          </a:moveTo>
                          <a:cubicBezTo>
                            <a:pt x="255" y="93"/>
                            <a:pt x="256" y="88"/>
                            <a:pt x="260" y="86"/>
                          </a:cubicBezTo>
                          <a:cubicBezTo>
                            <a:pt x="260" y="86"/>
                            <a:pt x="260" y="86"/>
                            <a:pt x="260" y="86"/>
                          </a:cubicBezTo>
                          <a:cubicBezTo>
                            <a:pt x="263" y="84"/>
                            <a:pt x="268" y="86"/>
                            <a:pt x="269" y="89"/>
                          </a:cubicBezTo>
                          <a:cubicBezTo>
                            <a:pt x="269" y="89"/>
                            <a:pt x="269" y="89"/>
                            <a:pt x="269" y="89"/>
                          </a:cubicBezTo>
                          <a:cubicBezTo>
                            <a:pt x="271" y="93"/>
                            <a:pt x="270" y="97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6" y="100"/>
                            <a:pt x="264" y="100"/>
                            <a:pt x="263" y="100"/>
                          </a:cubicBezTo>
                          <a:cubicBezTo>
                            <a:pt x="263" y="100"/>
                            <a:pt x="263" y="100"/>
                            <a:pt x="263" y="100"/>
                          </a:cubicBezTo>
                          <a:cubicBezTo>
                            <a:pt x="261" y="100"/>
                            <a:pt x="258" y="99"/>
                            <a:pt x="257" y="96"/>
                          </a:cubicBezTo>
                          <a:close/>
                          <a:moveTo>
                            <a:pt x="296" y="76"/>
                          </a:moveTo>
                          <a:cubicBezTo>
                            <a:pt x="294" y="72"/>
                            <a:pt x="296" y="68"/>
                            <a:pt x="300" y="66"/>
                          </a:cubicBezTo>
                          <a:cubicBezTo>
                            <a:pt x="300" y="66"/>
                            <a:pt x="300" y="66"/>
                            <a:pt x="300" y="66"/>
                          </a:cubicBezTo>
                          <a:cubicBezTo>
                            <a:pt x="303" y="64"/>
                            <a:pt x="307" y="66"/>
                            <a:pt x="309" y="70"/>
                          </a:cubicBezTo>
                          <a:cubicBezTo>
                            <a:pt x="309" y="70"/>
                            <a:pt x="309" y="70"/>
                            <a:pt x="309" y="70"/>
                          </a:cubicBezTo>
                          <a:cubicBezTo>
                            <a:pt x="311" y="73"/>
                            <a:pt x="309" y="78"/>
                            <a:pt x="306" y="79"/>
                          </a:cubicBezTo>
                          <a:cubicBezTo>
                            <a:pt x="306" y="79"/>
                            <a:pt x="306" y="79"/>
                            <a:pt x="306" y="79"/>
                          </a:cubicBezTo>
                          <a:cubicBezTo>
                            <a:pt x="305" y="80"/>
                            <a:pt x="304" y="80"/>
                            <a:pt x="303" y="80"/>
                          </a:cubicBezTo>
                          <a:cubicBezTo>
                            <a:pt x="303" y="80"/>
                            <a:pt x="303" y="80"/>
                            <a:pt x="303" y="80"/>
                          </a:cubicBezTo>
                          <a:cubicBezTo>
                            <a:pt x="300" y="80"/>
                            <a:pt x="297" y="78"/>
                            <a:pt x="296" y="76"/>
                          </a:cubicBezTo>
                          <a:close/>
                          <a:moveTo>
                            <a:pt x="337" y="58"/>
                          </a:moveTo>
                          <a:cubicBezTo>
                            <a:pt x="335" y="54"/>
                            <a:pt x="337" y="50"/>
                            <a:pt x="341" y="48"/>
                          </a:cubicBezTo>
                          <a:cubicBezTo>
                            <a:pt x="341" y="48"/>
                            <a:pt x="341" y="48"/>
                            <a:pt x="341" y="48"/>
                          </a:cubicBezTo>
                          <a:cubicBezTo>
                            <a:pt x="344" y="47"/>
                            <a:pt x="349" y="49"/>
                            <a:pt x="350" y="53"/>
                          </a:cubicBezTo>
                          <a:cubicBezTo>
                            <a:pt x="350" y="53"/>
                            <a:pt x="350" y="53"/>
                            <a:pt x="350" y="53"/>
                          </a:cubicBezTo>
                          <a:cubicBezTo>
                            <a:pt x="352" y="56"/>
                            <a:pt x="350" y="61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5" y="62"/>
                            <a:pt x="344" y="63"/>
                            <a:pt x="343" y="63"/>
                          </a:cubicBezTo>
                          <a:cubicBezTo>
                            <a:pt x="343" y="63"/>
                            <a:pt x="343" y="63"/>
                            <a:pt x="343" y="63"/>
                          </a:cubicBezTo>
                          <a:cubicBezTo>
                            <a:pt x="340" y="63"/>
                            <a:pt x="338" y="61"/>
                            <a:pt x="337" y="58"/>
                          </a:cubicBezTo>
                          <a:close/>
                          <a:moveTo>
                            <a:pt x="378" y="43"/>
                          </a:moveTo>
                          <a:cubicBezTo>
                            <a:pt x="377" y="39"/>
                            <a:pt x="379" y="35"/>
                            <a:pt x="383" y="33"/>
                          </a:cubicBezTo>
                          <a:cubicBezTo>
                            <a:pt x="383" y="33"/>
                            <a:pt x="383" y="33"/>
                            <a:pt x="383" y="33"/>
                          </a:cubicBezTo>
                          <a:cubicBezTo>
                            <a:pt x="387" y="32"/>
                            <a:pt x="391" y="34"/>
                            <a:pt x="392" y="38"/>
                          </a:cubicBezTo>
                          <a:cubicBezTo>
                            <a:pt x="392" y="38"/>
                            <a:pt x="392" y="38"/>
                            <a:pt x="392" y="38"/>
                          </a:cubicBezTo>
                          <a:cubicBezTo>
                            <a:pt x="393" y="42"/>
                            <a:pt x="391" y="46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8"/>
                            <a:pt x="386" y="48"/>
                            <a:pt x="385" y="48"/>
                          </a:cubicBezTo>
                          <a:cubicBezTo>
                            <a:pt x="385" y="48"/>
                            <a:pt x="385" y="48"/>
                            <a:pt x="385" y="48"/>
                          </a:cubicBezTo>
                          <a:cubicBezTo>
                            <a:pt x="382" y="48"/>
                            <a:pt x="379" y="46"/>
                            <a:pt x="378" y="43"/>
                          </a:cubicBezTo>
                          <a:close/>
                          <a:moveTo>
                            <a:pt x="421" y="30"/>
                          </a:moveTo>
                          <a:cubicBezTo>
                            <a:pt x="420" y="26"/>
                            <a:pt x="422" y="22"/>
                            <a:pt x="426" y="21"/>
                          </a:cubicBezTo>
                          <a:cubicBezTo>
                            <a:pt x="426" y="21"/>
                            <a:pt x="426" y="21"/>
                            <a:pt x="426" y="21"/>
                          </a:cubicBezTo>
                          <a:cubicBezTo>
                            <a:pt x="430" y="20"/>
                            <a:pt x="434" y="23"/>
                            <a:pt x="435" y="26"/>
                          </a:cubicBezTo>
                          <a:cubicBezTo>
                            <a:pt x="435" y="26"/>
                            <a:pt x="435" y="26"/>
                            <a:pt x="435" y="26"/>
                          </a:cubicBezTo>
                          <a:cubicBezTo>
                            <a:pt x="436" y="30"/>
                            <a:pt x="433" y="34"/>
                            <a:pt x="429" y="35"/>
                          </a:cubicBezTo>
                          <a:cubicBezTo>
                            <a:pt x="429" y="35"/>
                            <a:pt x="429" y="35"/>
                            <a:pt x="429" y="35"/>
                          </a:cubicBezTo>
                          <a:cubicBezTo>
                            <a:pt x="429" y="36"/>
                            <a:pt x="428" y="36"/>
                            <a:pt x="428" y="36"/>
                          </a:cubicBezTo>
                          <a:cubicBezTo>
                            <a:pt x="428" y="36"/>
                            <a:pt x="428" y="36"/>
                            <a:pt x="428" y="36"/>
                          </a:cubicBezTo>
                          <a:cubicBezTo>
                            <a:pt x="424" y="36"/>
                            <a:pt x="421" y="33"/>
                            <a:pt x="421" y="30"/>
                          </a:cubicBezTo>
                          <a:close/>
                          <a:moveTo>
                            <a:pt x="464" y="20"/>
                          </a:moveTo>
                          <a:cubicBezTo>
                            <a:pt x="463" y="16"/>
                            <a:pt x="466" y="12"/>
                            <a:pt x="470" y="12"/>
                          </a:cubicBezTo>
                          <a:cubicBezTo>
                            <a:pt x="470" y="12"/>
                            <a:pt x="470" y="12"/>
                            <a:pt x="470" y="12"/>
                          </a:cubicBezTo>
                          <a:cubicBezTo>
                            <a:pt x="474" y="11"/>
                            <a:pt x="477" y="13"/>
                            <a:pt x="478" y="17"/>
                          </a:cubicBezTo>
                          <a:cubicBezTo>
                            <a:pt x="478" y="17"/>
                            <a:pt x="478" y="17"/>
                            <a:pt x="478" y="17"/>
                          </a:cubicBezTo>
                          <a:cubicBezTo>
                            <a:pt x="479" y="21"/>
                            <a:pt x="476" y="25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1" y="26"/>
                            <a:pt x="471" y="26"/>
                          </a:cubicBezTo>
                          <a:cubicBezTo>
                            <a:pt x="471" y="26"/>
                            <a:pt x="471" y="26"/>
                            <a:pt x="471" y="26"/>
                          </a:cubicBezTo>
                          <a:cubicBezTo>
                            <a:pt x="468" y="26"/>
                            <a:pt x="464" y="24"/>
                            <a:pt x="464" y="20"/>
                          </a:cubicBezTo>
                          <a:close/>
                          <a:moveTo>
                            <a:pt x="507" y="13"/>
                          </a:moveTo>
                          <a:cubicBezTo>
                            <a:pt x="507" y="9"/>
                            <a:pt x="510" y="5"/>
                            <a:pt x="514" y="5"/>
                          </a:cubicBezTo>
                          <a:cubicBezTo>
                            <a:pt x="514" y="5"/>
                            <a:pt x="514" y="5"/>
                            <a:pt x="514" y="5"/>
                          </a:cubicBezTo>
                          <a:cubicBezTo>
                            <a:pt x="518" y="4"/>
                            <a:pt x="521" y="7"/>
                            <a:pt x="522" y="11"/>
                          </a:cubicBezTo>
                          <a:cubicBezTo>
                            <a:pt x="522" y="11"/>
                            <a:pt x="522" y="11"/>
                            <a:pt x="522" y="11"/>
                          </a:cubicBezTo>
                          <a:cubicBezTo>
                            <a:pt x="522" y="15"/>
                            <a:pt x="520" y="19"/>
                            <a:pt x="516" y="19"/>
                          </a:cubicBezTo>
                          <a:cubicBezTo>
                            <a:pt x="516" y="19"/>
                            <a:pt x="516" y="19"/>
                            <a:pt x="516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1" y="19"/>
                            <a:pt x="508" y="17"/>
                            <a:pt x="507" y="13"/>
                          </a:cubicBezTo>
                          <a:close/>
                          <a:moveTo>
                            <a:pt x="552" y="8"/>
                          </a:moveTo>
                          <a:cubicBezTo>
                            <a:pt x="551" y="4"/>
                            <a:pt x="554" y="1"/>
                            <a:pt x="558" y="1"/>
                          </a:cubicBezTo>
                          <a:cubicBezTo>
                            <a:pt x="558" y="1"/>
                            <a:pt x="558" y="1"/>
                            <a:pt x="558" y="1"/>
                          </a:cubicBezTo>
                          <a:cubicBezTo>
                            <a:pt x="562" y="0"/>
                            <a:pt x="566" y="3"/>
                            <a:pt x="566" y="7"/>
                          </a:cubicBezTo>
                          <a:cubicBezTo>
                            <a:pt x="566" y="7"/>
                            <a:pt x="566" y="7"/>
                            <a:pt x="566" y="7"/>
                          </a:cubicBezTo>
                          <a:cubicBezTo>
                            <a:pt x="566" y="11"/>
                            <a:pt x="563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5" y="15"/>
                            <a:pt x="552" y="12"/>
                            <a:pt x="552" y="8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51" name="Freeform 100">
                    <a:extLst>
                      <a:ext uri="{FF2B5EF4-FFF2-40B4-BE49-F238E27FC236}">
                        <a16:creationId xmlns:a16="http://schemas.microsoft.com/office/drawing/2014/main" id="{1253210D-2C1B-4D51-8576-0A7D423298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21958" y="1766887"/>
                    <a:ext cx="36016" cy="36017"/>
                  </a:xfrm>
                  <a:custGeom>
                    <a:avLst/>
                    <a:gdLst>
                      <a:gd name="T0" fmla="*/ 0 w 15"/>
                      <a:gd name="T1" fmla="*/ 8 h 14"/>
                      <a:gd name="T2" fmla="*/ 7 w 15"/>
                      <a:gd name="T3" fmla="*/ 0 h 14"/>
                      <a:gd name="T4" fmla="*/ 7 w 15"/>
                      <a:gd name="T5" fmla="*/ 0 h 14"/>
                      <a:gd name="T6" fmla="*/ 15 w 15"/>
                      <a:gd name="T7" fmla="*/ 7 h 14"/>
                      <a:gd name="T8" fmla="*/ 15 w 15"/>
                      <a:gd name="T9" fmla="*/ 7 h 14"/>
                      <a:gd name="T10" fmla="*/ 8 w 15"/>
                      <a:gd name="T11" fmla="*/ 14 h 14"/>
                      <a:gd name="T12" fmla="*/ 8 w 15"/>
                      <a:gd name="T13" fmla="*/ 14 h 14"/>
                      <a:gd name="T14" fmla="*/ 8 w 15"/>
                      <a:gd name="T15" fmla="*/ 14 h 14"/>
                      <a:gd name="T16" fmla="*/ 8 w 15"/>
                      <a:gd name="T17" fmla="*/ 14 h 14"/>
                      <a:gd name="T18" fmla="*/ 8 w 15"/>
                      <a:gd name="T19" fmla="*/ 14 h 14"/>
                      <a:gd name="T20" fmla="*/ 8 w 15"/>
                      <a:gd name="T21" fmla="*/ 14 h 14"/>
                      <a:gd name="T22" fmla="*/ 0 w 15"/>
                      <a:gd name="T23" fmla="*/ 8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4">
                        <a:moveTo>
                          <a:pt x="0" y="8"/>
                        </a:move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1" y="0"/>
                          <a:pt x="15" y="3"/>
                          <a:pt x="15" y="7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5" y="11"/>
                          <a:pt x="12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4" y="14"/>
                          <a:pt x="1" y="11"/>
                          <a:pt x="0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49" name="Freeform 103">
                  <a:extLst>
                    <a:ext uri="{FF2B5EF4-FFF2-40B4-BE49-F238E27FC236}">
                      <a16:creationId xmlns:a16="http://schemas.microsoft.com/office/drawing/2014/main" id="{E46BCFEC-0F1D-4AC7-8B05-222FA1DACD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1482" y="337377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3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5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5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6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7774C4C6-CFDB-4CD5-93AF-26DEDDA29138}"/>
                </a:ext>
              </a:extLst>
            </p:cNvPr>
            <p:cNvSpPr txBox="1"/>
            <p:nvPr/>
          </p:nvSpPr>
          <p:spPr>
            <a:xfrm>
              <a:off x="2519082" y="3175811"/>
              <a:ext cx="71538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Liderar la construcción </a:t>
              </a:r>
              <a:r>
                <a:rPr lang="es-MX" sz="2000" b="1" dirty="0">
                  <a:solidFill>
                    <a:schemeClr val="accent1"/>
                  </a:solidFill>
                </a:rPr>
                <a:t>de un mundo sostenible</a:t>
              </a:r>
              <a:endParaRPr lang="es-CL" sz="20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" name="Marcador de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Bastián Galasso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Aprendizaje No-Supervisado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dirty="0"/>
              <a:t>Data Analytics Lead – Coca-Cola Embonor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Julio 2025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CL" b="0" dirty="0" err="1"/>
              <a:t>Clustering</a:t>
            </a:r>
            <a:endParaRPr lang="es-CL" b="0" dirty="0"/>
          </a:p>
        </p:txBody>
      </p: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F48B7CC0-4306-4D43-A068-6EC2E10368DD}"/>
              </a:ext>
            </a:extLst>
          </p:cNvPr>
          <p:cNvCxnSpPr/>
          <p:nvPr/>
        </p:nvCxnSpPr>
        <p:spPr>
          <a:xfrm>
            <a:off x="6096000" y="5699648"/>
            <a:ext cx="0" cy="945577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916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CF06D57-89C4-4067-9D28-95FABE9622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0598" y="1749746"/>
            <a:ext cx="1035065" cy="432000"/>
          </a:xfrm>
        </p:spPr>
        <p:txBody>
          <a:bodyPr/>
          <a:lstStyle/>
          <a:p>
            <a:r>
              <a:rPr lang="es-CL" dirty="0"/>
              <a:t>01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F2A30F-A110-4539-8F99-DA153523E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97111" y="1854582"/>
            <a:ext cx="7653748" cy="216000"/>
          </a:xfrm>
        </p:spPr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Means</a:t>
            </a:r>
            <a:r>
              <a:rPr lang="es-CL" dirty="0"/>
              <a:t> y K-</a:t>
            </a:r>
            <a:r>
              <a:rPr lang="es-CL" dirty="0" err="1"/>
              <a:t>Modes</a:t>
            </a:r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FED066F0-4A47-4C99-99FE-38A1D83AF2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360598" y="2594270"/>
            <a:ext cx="1035065" cy="432000"/>
          </a:xfrm>
        </p:spPr>
        <p:txBody>
          <a:bodyPr/>
          <a:lstStyle/>
          <a:p>
            <a:r>
              <a:rPr lang="es-CL" dirty="0"/>
              <a:t>02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2A30BAD-DA25-4783-ABEA-799080D7D5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97111" y="3550402"/>
            <a:ext cx="7653748" cy="216000"/>
          </a:xfrm>
        </p:spPr>
        <p:txBody>
          <a:bodyPr/>
          <a:lstStyle/>
          <a:p>
            <a:r>
              <a:rPr lang="es-CL" dirty="0" err="1"/>
              <a:t>Fuzzy</a:t>
            </a:r>
            <a:r>
              <a:rPr lang="es-CL" dirty="0"/>
              <a:t> C-</a:t>
            </a:r>
            <a:r>
              <a:rPr lang="es-CL" dirty="0" err="1"/>
              <a:t>Means</a:t>
            </a:r>
            <a:endParaRPr lang="es-CL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9ABAF85-D23C-4147-A159-EDC9C7D7C2E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360598" y="3464432"/>
            <a:ext cx="1035065" cy="432000"/>
          </a:xfrm>
        </p:spPr>
        <p:txBody>
          <a:bodyPr/>
          <a:lstStyle/>
          <a:p>
            <a:r>
              <a:rPr lang="es-CL" dirty="0"/>
              <a:t>03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5F74AAD-5B68-420A-9E63-9A430AAA5A2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97111" y="2696998"/>
            <a:ext cx="7653748" cy="216000"/>
          </a:xfrm>
        </p:spPr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Prototype</a:t>
            </a:r>
            <a:endParaRPr lang="es-CL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DF78922B-CB8D-4C42-A4BE-3B9125BF8C7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360598" y="4343128"/>
            <a:ext cx="1035065" cy="432000"/>
          </a:xfrm>
        </p:spPr>
        <p:txBody>
          <a:bodyPr/>
          <a:lstStyle/>
          <a:p>
            <a:r>
              <a:rPr lang="es-CL" dirty="0"/>
              <a:t>04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A9476E9B-56A5-4234-8810-8993F503E69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97111" y="4451128"/>
            <a:ext cx="7653748" cy="216000"/>
          </a:xfrm>
        </p:spPr>
        <p:txBody>
          <a:bodyPr/>
          <a:lstStyle/>
          <a:p>
            <a:r>
              <a:rPr lang="es-CL" dirty="0"/>
              <a:t>DBSCAN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EC49EDE1-E579-4789-9736-ACEF9DBC60A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60598" y="5189501"/>
            <a:ext cx="1035065" cy="432000"/>
          </a:xfrm>
        </p:spPr>
        <p:txBody>
          <a:bodyPr/>
          <a:lstStyle/>
          <a:p>
            <a:r>
              <a:rPr lang="es-CL" dirty="0"/>
              <a:t>05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92D92C25-A70D-4D90-ADE5-1EDAFFDF513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97111" y="5297501"/>
            <a:ext cx="7653748" cy="216000"/>
          </a:xfrm>
        </p:spPr>
        <p:txBody>
          <a:bodyPr/>
          <a:lstStyle/>
          <a:p>
            <a:r>
              <a:rPr lang="es-CL" dirty="0"/>
              <a:t>Ejercicio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576088-CB10-4E82-9A1F-FC70AA3643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0262" y="441325"/>
            <a:ext cx="7158037" cy="392648"/>
          </a:xfrm>
        </p:spPr>
        <p:txBody>
          <a:bodyPr/>
          <a:lstStyle/>
          <a:p>
            <a:r>
              <a:rPr lang="es-CL" dirty="0"/>
              <a:t>Aprendizaje No-Supervisado</a:t>
            </a:r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E0C1E5BA-EEFD-401E-A594-7BF93A094546}"/>
              </a:ext>
            </a:extLst>
          </p:cNvPr>
          <p:cNvCxnSpPr>
            <a:cxnSpLocks/>
          </p:cNvCxnSpPr>
          <p:nvPr/>
        </p:nvCxnSpPr>
        <p:spPr>
          <a:xfrm>
            <a:off x="2352252" y="2276081"/>
            <a:ext cx="5209836" cy="0"/>
          </a:xfrm>
          <a:prstGeom prst="line">
            <a:avLst/>
          </a:prstGeom>
          <a:ln w="1270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E306A029-482C-491F-B2C8-E4501D83510D}"/>
              </a:ext>
            </a:extLst>
          </p:cNvPr>
          <p:cNvCxnSpPr>
            <a:cxnSpLocks/>
          </p:cNvCxnSpPr>
          <p:nvPr/>
        </p:nvCxnSpPr>
        <p:spPr>
          <a:xfrm>
            <a:off x="2352252" y="3118497"/>
            <a:ext cx="5209836" cy="0"/>
          </a:xfrm>
          <a:prstGeom prst="line">
            <a:avLst/>
          </a:prstGeom>
          <a:ln w="1270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B8EF9578-29D2-450D-B961-A610AFE866CF}"/>
              </a:ext>
            </a:extLst>
          </p:cNvPr>
          <p:cNvCxnSpPr>
            <a:cxnSpLocks/>
          </p:cNvCxnSpPr>
          <p:nvPr/>
        </p:nvCxnSpPr>
        <p:spPr>
          <a:xfrm>
            <a:off x="2352252" y="3986593"/>
            <a:ext cx="5209836" cy="0"/>
          </a:xfrm>
          <a:prstGeom prst="line">
            <a:avLst/>
          </a:prstGeom>
          <a:ln w="1270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93C2886C-4B53-4300-A888-B3695C287C9F}"/>
              </a:ext>
            </a:extLst>
          </p:cNvPr>
          <p:cNvCxnSpPr>
            <a:cxnSpLocks/>
          </p:cNvCxnSpPr>
          <p:nvPr/>
        </p:nvCxnSpPr>
        <p:spPr>
          <a:xfrm>
            <a:off x="2352252" y="4855273"/>
            <a:ext cx="5209836" cy="0"/>
          </a:xfrm>
          <a:prstGeom prst="line">
            <a:avLst/>
          </a:prstGeom>
          <a:ln w="1270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8CD9EFAC-C88B-489C-BC9D-C8E5FC10C57F}"/>
              </a:ext>
            </a:extLst>
          </p:cNvPr>
          <p:cNvCxnSpPr>
            <a:cxnSpLocks/>
          </p:cNvCxnSpPr>
          <p:nvPr/>
        </p:nvCxnSpPr>
        <p:spPr>
          <a:xfrm>
            <a:off x="2352252" y="5706249"/>
            <a:ext cx="5209836" cy="0"/>
          </a:xfrm>
          <a:prstGeom prst="line">
            <a:avLst/>
          </a:prstGeom>
          <a:ln w="1270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665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dirty="0"/>
              <a:t>Los modelos que revisaremos en esta sección se encuadran en la categoría de modelo no supervisados, que corresponden a aquellos que son utilizados cuando solo se conoce predictores o co-variables pero no una variable target o respuesta.</a:t>
            </a:r>
          </a:p>
          <a:p>
            <a:endParaRPr lang="es-CL" dirty="0"/>
          </a:p>
          <a:p>
            <a:r>
              <a:rPr lang="es-CL" dirty="0"/>
              <a:t>En este sentido, el objetivo es modelar la estructura o distribución subyacente en los datos para obtener más información sobre los datos.</a:t>
            </a:r>
          </a:p>
          <a:p>
            <a:endParaRPr lang="es-CL" dirty="0"/>
          </a:p>
          <a:p>
            <a:r>
              <a:rPr lang="es-CL" dirty="0"/>
              <a:t>Los problemas de aprendizaje no supervisado se pueden agrupar en dos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00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6">
            <a:extLst>
              <a:ext uri="{FF2B5EF4-FFF2-40B4-BE49-F238E27FC236}">
                <a16:creationId xmlns:a16="http://schemas.microsoft.com/office/drawing/2014/main" id="{F2795A3F-B499-F0F9-F3A6-7F88EB43C851}"/>
              </a:ext>
            </a:extLst>
          </p:cNvPr>
          <p:cNvCxnSpPr/>
          <p:nvPr/>
        </p:nvCxnSpPr>
        <p:spPr>
          <a:xfrm>
            <a:off x="1728705" y="2896067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FCE3B5-B77D-304D-8D54-34A4E33261B8}"/>
              </a:ext>
            </a:extLst>
          </p:cNvPr>
          <p:cNvSpPr/>
          <p:nvPr/>
        </p:nvSpPr>
        <p:spPr>
          <a:xfrm>
            <a:off x="3193435" y="4823119"/>
            <a:ext cx="2196663" cy="5570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Agrupación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422D6D-BF86-3E29-E243-850F1170CCAA}"/>
              </a:ext>
            </a:extLst>
          </p:cNvPr>
          <p:cNvSpPr/>
          <p:nvPr/>
        </p:nvSpPr>
        <p:spPr>
          <a:xfrm>
            <a:off x="7544718" y="4823120"/>
            <a:ext cx="2196663" cy="5570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Asociación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1150E3-DBF7-E8C3-76AB-51C296F5AC69}"/>
              </a:ext>
            </a:extLst>
          </p:cNvPr>
          <p:cNvCxnSpPr>
            <a:cxnSpLocks/>
          </p:cNvCxnSpPr>
          <p:nvPr/>
        </p:nvCxnSpPr>
        <p:spPr>
          <a:xfrm flipH="1">
            <a:off x="5437395" y="4246180"/>
            <a:ext cx="1061545" cy="576940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A3B816-8171-BD2E-8A95-4A442A63638F}"/>
              </a:ext>
            </a:extLst>
          </p:cNvPr>
          <p:cNvCxnSpPr>
            <a:cxnSpLocks/>
          </p:cNvCxnSpPr>
          <p:nvPr/>
        </p:nvCxnSpPr>
        <p:spPr>
          <a:xfrm>
            <a:off x="6488430" y="4247185"/>
            <a:ext cx="1056288" cy="575935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82E82E1-8DFF-B542-68A8-4D7CB4F33B65}"/>
              </a:ext>
            </a:extLst>
          </p:cNvPr>
          <p:cNvSpPr txBox="1"/>
          <p:nvPr/>
        </p:nvSpPr>
        <p:spPr>
          <a:xfrm>
            <a:off x="2977973" y="5582214"/>
            <a:ext cx="2627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600" dirty="0">
                <a:solidFill>
                  <a:srgbClr val="6A6A69"/>
                </a:solidFill>
              </a:rPr>
              <a:t>Se desea descubrir las agrupaciones inherentes en los datos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960798-B9C2-36CB-E68F-E450CB9372AC}"/>
              </a:ext>
            </a:extLst>
          </p:cNvPr>
          <p:cNvSpPr txBox="1"/>
          <p:nvPr/>
        </p:nvSpPr>
        <p:spPr>
          <a:xfrm>
            <a:off x="7329256" y="5579958"/>
            <a:ext cx="2627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600" dirty="0">
                <a:solidFill>
                  <a:srgbClr val="6A6A69"/>
                </a:solidFill>
              </a:rPr>
              <a:t>Se desea descubrir reglas que describen grandes porciones de sus datos.</a:t>
            </a:r>
          </a:p>
        </p:txBody>
      </p:sp>
    </p:spTree>
    <p:extLst>
      <p:ext uri="{BB962C8B-B14F-4D97-AF65-F5344CB8AC3E}">
        <p14:creationId xmlns:p14="http://schemas.microsoft.com/office/powerpoint/2010/main" val="135446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dirty="0"/>
              <a:t>Los algoritmos de agrupación consisten en agrupar los datos basados en su </a:t>
            </a:r>
            <a:r>
              <a:rPr lang="es-CL" b="1" dirty="0" err="1"/>
              <a:t>similaridad</a:t>
            </a:r>
            <a:endParaRPr lang="es-CL" b="1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00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O que é 'clustering' em machine learning? - Quora">
            <a:extLst>
              <a:ext uri="{FF2B5EF4-FFF2-40B4-BE49-F238E27FC236}">
                <a16:creationId xmlns:a16="http://schemas.microsoft.com/office/drawing/2014/main" id="{0F199256-5741-56A3-D61C-8B2CBDF08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671" y="2185739"/>
            <a:ext cx="5734050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918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076416"/>
            <a:ext cx="7608383" cy="2168337"/>
          </a:xfrm>
        </p:spPr>
        <p:txBody>
          <a:bodyPr/>
          <a:lstStyle/>
          <a:p>
            <a:r>
              <a:rPr lang="es-CL" dirty="0"/>
              <a:t>Existen diferentes tipos:</a:t>
            </a:r>
            <a:endParaRPr lang="es-CL" b="1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00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258767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>
            <a:extLst>
              <a:ext uri="{FF2B5EF4-FFF2-40B4-BE49-F238E27FC236}">
                <a16:creationId xmlns:a16="http://schemas.microsoft.com/office/drawing/2014/main" id="{B9C548B9-8F68-555C-54B0-B51BEA192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779" y="0"/>
            <a:ext cx="4950602" cy="4414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 descr="Entenda o algoritmo K-means clusters">
            <a:extLst>
              <a:ext uri="{FF2B5EF4-FFF2-40B4-BE49-F238E27FC236}">
                <a16:creationId xmlns:a16="http://schemas.microsoft.com/office/drawing/2014/main" id="{E2F8275C-033F-D4EC-5A4E-B36FECCA5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965" y="1633383"/>
            <a:ext cx="1952565" cy="15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Entenda o algoritmo K-means overlapping-cluster">
            <a:extLst>
              <a:ext uri="{FF2B5EF4-FFF2-40B4-BE49-F238E27FC236}">
                <a16:creationId xmlns:a16="http://schemas.microsoft.com/office/drawing/2014/main" id="{8E2421C6-A964-EEF1-AD39-F7ACE2E36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928" y="4308724"/>
            <a:ext cx="1921972" cy="136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Entenda o algoritmo K-means hierarquical-cluster">
            <a:extLst>
              <a:ext uri="{FF2B5EF4-FFF2-40B4-BE49-F238E27FC236}">
                <a16:creationId xmlns:a16="http://schemas.microsoft.com/office/drawing/2014/main" id="{90AA143D-54DB-B78F-E9E9-76386BE1F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185" y="3496484"/>
            <a:ext cx="1584366" cy="136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DE7D31FE-7C55-1A2B-3718-F86580AA291D}"/>
              </a:ext>
            </a:extLst>
          </p:cNvPr>
          <p:cNvSpPr txBox="1">
            <a:spLocks/>
          </p:cNvSpPr>
          <p:nvPr/>
        </p:nvSpPr>
        <p:spPr>
          <a:xfrm>
            <a:off x="2503170" y="3034865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u="none" strike="noStrike" kern="1200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1600" dirty="0">
                <a:solidFill>
                  <a:srgbClr val="6A6A69"/>
                </a:solidFill>
              </a:rPr>
              <a:t>Exclusive </a:t>
            </a:r>
            <a:r>
              <a:rPr lang="es-CL" sz="1600" dirty="0" err="1">
                <a:solidFill>
                  <a:srgbClr val="6A6A69"/>
                </a:solidFill>
              </a:rPr>
              <a:t>Cluster</a:t>
            </a:r>
            <a:endParaRPr lang="es-CL" sz="1600" dirty="0">
              <a:solidFill>
                <a:srgbClr val="6A6A69"/>
              </a:solidFill>
            </a:endParaRPr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B4A52C04-9211-AE06-DD35-1B705ADEBBEA}"/>
              </a:ext>
            </a:extLst>
          </p:cNvPr>
          <p:cNvSpPr txBox="1">
            <a:spLocks/>
          </p:cNvSpPr>
          <p:nvPr/>
        </p:nvSpPr>
        <p:spPr>
          <a:xfrm>
            <a:off x="4898761" y="56688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u="none" strike="noStrike" kern="1200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1600" dirty="0" err="1">
                <a:solidFill>
                  <a:srgbClr val="6A6A69"/>
                </a:solidFill>
              </a:rPr>
              <a:t>Overlapping</a:t>
            </a:r>
            <a:r>
              <a:rPr lang="es-CL" sz="1600" dirty="0">
                <a:solidFill>
                  <a:srgbClr val="6A6A69"/>
                </a:solidFill>
              </a:rPr>
              <a:t> </a:t>
            </a:r>
            <a:r>
              <a:rPr lang="es-CL" sz="1600" dirty="0" err="1">
                <a:solidFill>
                  <a:srgbClr val="6A6A69"/>
                </a:solidFill>
              </a:rPr>
              <a:t>Cluster</a:t>
            </a:r>
            <a:endParaRPr lang="es-CL" sz="1600" dirty="0">
              <a:solidFill>
                <a:srgbClr val="6A6A69"/>
              </a:solidFill>
            </a:endParaRP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79C85589-895D-3F9C-34BA-CCCA31CAB73A}"/>
              </a:ext>
            </a:extLst>
          </p:cNvPr>
          <p:cNvSpPr txBox="1">
            <a:spLocks/>
          </p:cNvSpPr>
          <p:nvPr/>
        </p:nvSpPr>
        <p:spPr>
          <a:xfrm>
            <a:off x="7683787" y="480322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u="none" strike="noStrike" kern="1200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1600" dirty="0" err="1">
                <a:solidFill>
                  <a:srgbClr val="6A6A69"/>
                </a:solidFill>
              </a:rPr>
              <a:t>Hierarchical</a:t>
            </a:r>
            <a:r>
              <a:rPr lang="es-CL" sz="1600" dirty="0">
                <a:solidFill>
                  <a:srgbClr val="6A6A69"/>
                </a:solidFill>
              </a:rPr>
              <a:t> </a:t>
            </a:r>
            <a:r>
              <a:rPr lang="es-CL" sz="1600" dirty="0" err="1">
                <a:solidFill>
                  <a:srgbClr val="6A6A69"/>
                </a:solidFill>
              </a:rPr>
              <a:t>Cluster</a:t>
            </a:r>
            <a:endParaRPr lang="es-CL" sz="1600" dirty="0">
              <a:solidFill>
                <a:srgbClr val="6A6A69"/>
              </a:solidFill>
            </a:endParaRPr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BA68E410-B2A0-B322-822F-F561B8807018}"/>
              </a:ext>
            </a:extLst>
          </p:cNvPr>
          <p:cNvSpPr txBox="1">
            <a:spLocks/>
          </p:cNvSpPr>
          <p:nvPr/>
        </p:nvSpPr>
        <p:spPr>
          <a:xfrm>
            <a:off x="2650965" y="3407630"/>
            <a:ext cx="2086905" cy="715207"/>
          </a:xfrm>
          <a:prstGeom prst="rect">
            <a:avLst/>
          </a:prstGeom>
        </p:spPr>
        <p:txBody>
          <a:bodyPr lIns="0"/>
          <a:lstStyle>
            <a:lvl1pPr marL="0" indent="0" algn="just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b="1" dirty="0"/>
              <a:t>K-</a:t>
            </a:r>
            <a:r>
              <a:rPr lang="es-CL" b="1" dirty="0" err="1"/>
              <a:t>Means</a:t>
            </a:r>
            <a:endParaRPr lang="es-C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b="1" dirty="0"/>
              <a:t>K-</a:t>
            </a:r>
            <a:r>
              <a:rPr lang="es-CL" b="1" dirty="0" err="1"/>
              <a:t>Modes</a:t>
            </a:r>
            <a:endParaRPr lang="es-CL" b="1" dirty="0"/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F392D19F-74E1-66A1-2781-8E56077D064D}"/>
              </a:ext>
            </a:extLst>
          </p:cNvPr>
          <p:cNvSpPr txBox="1">
            <a:spLocks/>
          </p:cNvSpPr>
          <p:nvPr/>
        </p:nvSpPr>
        <p:spPr>
          <a:xfrm>
            <a:off x="5340461" y="6055607"/>
            <a:ext cx="2086905" cy="715207"/>
          </a:xfrm>
          <a:prstGeom prst="rect">
            <a:avLst/>
          </a:prstGeom>
        </p:spPr>
        <p:txBody>
          <a:bodyPr lIns="0"/>
          <a:lstStyle>
            <a:lvl1pPr marL="0" indent="0" algn="just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b="1" dirty="0" err="1"/>
              <a:t>Fuzzy</a:t>
            </a:r>
            <a:r>
              <a:rPr lang="es-CL" b="1" dirty="0"/>
              <a:t> C-</a:t>
            </a:r>
            <a:r>
              <a:rPr lang="es-CL" b="1" dirty="0" err="1"/>
              <a:t>Means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20346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Means</a:t>
            </a:r>
            <a:r>
              <a:rPr lang="es-CL" dirty="0"/>
              <a:t> y K-</a:t>
            </a:r>
            <a:r>
              <a:rPr lang="es-CL" dirty="0" err="1"/>
              <a:t>Modes</a:t>
            </a:r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0E61DFC-E956-40DF-A7D2-AD091077138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63389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Means</a:t>
            </a:r>
            <a:endParaRPr lang="es-C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sz="1600" b="1" dirty="0"/>
              <a:t>K-</a:t>
            </a:r>
            <a:r>
              <a:rPr lang="es-CL" sz="1600" b="1" dirty="0" err="1"/>
              <a:t>Means</a:t>
            </a:r>
            <a:r>
              <a:rPr lang="es-CL" dirty="0"/>
              <a:t> es una técnica de clasificación no supervisada que se basa su agrupación en la consolidación de K grupos homogéneos, a través de sus características.</a:t>
            </a:r>
          </a:p>
          <a:p>
            <a:r>
              <a:rPr lang="es-CL" dirty="0"/>
              <a:t>Este algoritmo está basado en distancias, donde dichas distancias son calculadas para asignar un punto a un grupo, y cada grupo tiene asociado un </a:t>
            </a:r>
            <a:r>
              <a:rPr lang="es-CL" b="1" dirty="0"/>
              <a:t>centroide</a:t>
            </a:r>
            <a:r>
              <a:rPr lang="es-CL" dirty="0"/>
              <a:t>.</a:t>
            </a:r>
          </a:p>
          <a:p>
            <a:r>
              <a:rPr lang="es-CL" dirty="0"/>
              <a:t>El agrupamiento se realiza minimizando la suma de las distancias entre cada objeto, y el centroide de su grupo. Típicamente para el K-</a:t>
            </a:r>
            <a:r>
              <a:rPr lang="es-CL" dirty="0" err="1"/>
              <a:t>means</a:t>
            </a:r>
            <a:r>
              <a:rPr lang="es-CL" dirty="0"/>
              <a:t> se utiliza la distancia Euclidiana.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6">
            <a:extLst>
              <a:ext uri="{FF2B5EF4-FFF2-40B4-BE49-F238E27FC236}">
                <a16:creationId xmlns:a16="http://schemas.microsoft.com/office/drawing/2014/main" id="{F2795A3F-B499-F0F9-F3A6-7F88EB43C851}"/>
              </a:ext>
            </a:extLst>
          </p:cNvPr>
          <p:cNvCxnSpPr/>
          <p:nvPr/>
        </p:nvCxnSpPr>
        <p:spPr>
          <a:xfrm>
            <a:off x="1728705" y="2896067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ector recto de flecha 6">
            <a:extLst>
              <a:ext uri="{FF2B5EF4-FFF2-40B4-BE49-F238E27FC236}">
                <a16:creationId xmlns:a16="http://schemas.microsoft.com/office/drawing/2014/main" id="{62E584FE-1EFA-A088-8A8E-413E00A0A3F5}"/>
              </a:ext>
            </a:extLst>
          </p:cNvPr>
          <p:cNvCxnSpPr/>
          <p:nvPr/>
        </p:nvCxnSpPr>
        <p:spPr>
          <a:xfrm>
            <a:off x="1728705" y="227070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3">
            <a:extLst>
              <a:ext uri="{FF2B5EF4-FFF2-40B4-BE49-F238E27FC236}">
                <a16:creationId xmlns:a16="http://schemas.microsoft.com/office/drawing/2014/main" id="{02BF26AA-0D0C-0C8E-1413-78825204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317" y="3538394"/>
            <a:ext cx="5595504" cy="2874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819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18CD76E-C8F3-7C5E-3934-F8B842CBB9C2}"/>
              </a:ext>
            </a:extLst>
          </p:cNvPr>
          <p:cNvSpPr/>
          <p:nvPr/>
        </p:nvSpPr>
        <p:spPr>
          <a:xfrm>
            <a:off x="6484883" y="2007476"/>
            <a:ext cx="4435365" cy="1145627"/>
          </a:xfrm>
          <a:prstGeom prst="roundRect">
            <a:avLst/>
          </a:prstGeom>
          <a:solidFill>
            <a:schemeClr val="accent1">
              <a:alpha val="70679"/>
            </a:schemeClr>
          </a:solidFill>
          <a:ln>
            <a:solidFill>
              <a:schemeClr val="accent1">
                <a:shade val="50000"/>
                <a:alpha val="70571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Means</a:t>
            </a:r>
            <a:endParaRPr lang="es-CL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E0EF1257-A8B1-2E43-F002-32ACCFA04886}"/>
              </a:ext>
            </a:extLst>
          </p:cNvPr>
          <p:cNvSpPr txBox="1">
            <a:spLocks/>
          </p:cNvSpPr>
          <p:nvPr/>
        </p:nvSpPr>
        <p:spPr>
          <a:xfrm>
            <a:off x="1808342" y="1727226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u="none" strike="noStrike" kern="1200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Conceptos Claves</a:t>
            </a:r>
          </a:p>
        </p:txBody>
      </p:sp>
      <p:sp>
        <p:nvSpPr>
          <p:cNvPr id="14" name="Marcador de texto 3">
            <a:extLst>
              <a:ext uri="{FF2B5EF4-FFF2-40B4-BE49-F238E27FC236}">
                <a16:creationId xmlns:a16="http://schemas.microsoft.com/office/drawing/2014/main" id="{9CD047C4-DC3A-36FB-A2FD-AB6549BA7A72}"/>
              </a:ext>
            </a:extLst>
          </p:cNvPr>
          <p:cNvSpPr txBox="1">
            <a:spLocks/>
          </p:cNvSpPr>
          <p:nvPr/>
        </p:nvSpPr>
        <p:spPr>
          <a:xfrm>
            <a:off x="2025030" y="2335523"/>
            <a:ext cx="4207606" cy="2168337"/>
          </a:xfrm>
          <a:prstGeom prst="rect">
            <a:avLst/>
          </a:prstGeom>
        </p:spPr>
        <p:txBody>
          <a:bodyPr lIns="0"/>
          <a:lstStyle>
            <a:lvl1pPr marL="0" indent="0" algn="just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b="1" dirty="0"/>
              <a:t>Distancia Euclidiana: </a:t>
            </a:r>
            <a:r>
              <a:rPr lang="es-CL" dirty="0"/>
              <a:t>Indica la distancia entre dos puntos en un espacio multidimensional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b="1" dirty="0"/>
              <a:t>Criterio de la Inercia: </a:t>
            </a:r>
            <a:r>
              <a:rPr lang="es-CL" dirty="0"/>
              <a:t>Indica que el agrupamiento será óptimo, cuando los grupos formados tengan una distancia </a:t>
            </a:r>
            <a:r>
              <a:rPr lang="es-CL" b="1" dirty="0"/>
              <a:t>intra-</a:t>
            </a:r>
            <a:r>
              <a:rPr lang="es-CL" b="1" dirty="0" err="1"/>
              <a:t>cluster</a:t>
            </a:r>
            <a:r>
              <a:rPr lang="es-CL" dirty="0"/>
              <a:t> mínima y una </a:t>
            </a:r>
            <a:r>
              <a:rPr lang="es-CL" b="1" dirty="0"/>
              <a:t>inter-</a:t>
            </a:r>
            <a:r>
              <a:rPr lang="es-CL" b="1" dirty="0" err="1"/>
              <a:t>cluster</a:t>
            </a:r>
            <a:r>
              <a:rPr lang="es-CL" dirty="0"/>
              <a:t> máxima.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4">
                <a:extLst>
                  <a:ext uri="{FF2B5EF4-FFF2-40B4-BE49-F238E27FC236}">
                    <a16:creationId xmlns:a16="http://schemas.microsoft.com/office/drawing/2014/main" id="{843DE835-EF7B-87FB-B129-2D00FDB9B0A9}"/>
                  </a:ext>
                </a:extLst>
              </p:cNvPr>
              <p:cNvSpPr txBox="1"/>
              <p:nvPr/>
            </p:nvSpPr>
            <p:spPr>
              <a:xfrm>
                <a:off x="6651700" y="2119050"/>
                <a:ext cx="4134273" cy="967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𝑑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||</m:t>
                              </m:r>
                              <m: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||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ixaDeTexto 4">
                <a:extLst>
                  <a:ext uri="{FF2B5EF4-FFF2-40B4-BE49-F238E27FC236}">
                    <a16:creationId xmlns:a16="http://schemas.microsoft.com/office/drawing/2014/main" id="{843DE835-EF7B-87FB-B129-2D00FDB9B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700" y="2119050"/>
                <a:ext cx="4134273" cy="967444"/>
              </a:xfrm>
              <a:prstGeom prst="rect">
                <a:avLst/>
              </a:prstGeom>
              <a:blipFill>
                <a:blip r:embed="rId3"/>
                <a:stretch>
                  <a:fillRect t="-101316" b="-150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4">
            <a:hlinkClick r:id="rId4"/>
            <a:extLst>
              <a:ext uri="{FF2B5EF4-FFF2-40B4-BE49-F238E27FC236}">
                <a16:creationId xmlns:a16="http://schemas.microsoft.com/office/drawing/2014/main" id="{014F5D98-4C98-1498-1847-8B5A53432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883" y="3748127"/>
            <a:ext cx="5107360" cy="2691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480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Means</a:t>
            </a:r>
            <a:endParaRPr lang="es-CL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3">
            <a:extLst>
              <a:ext uri="{FF2B5EF4-FFF2-40B4-BE49-F238E27FC236}">
                <a16:creationId xmlns:a16="http://schemas.microsoft.com/office/drawing/2014/main" id="{9CD047C4-DC3A-36FB-A2FD-AB6549BA7A72}"/>
              </a:ext>
            </a:extLst>
          </p:cNvPr>
          <p:cNvSpPr txBox="1">
            <a:spLocks/>
          </p:cNvSpPr>
          <p:nvPr/>
        </p:nvSpPr>
        <p:spPr>
          <a:xfrm>
            <a:off x="2025030" y="2335523"/>
            <a:ext cx="5805177" cy="3655371"/>
          </a:xfrm>
          <a:prstGeom prst="rect">
            <a:avLst/>
          </a:prstGeom>
        </p:spPr>
        <p:txBody>
          <a:bodyPr lIns="0"/>
          <a:lstStyle>
            <a:lvl1pPr marL="0" indent="0" algn="just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b="1" dirty="0"/>
              <a:t>Distancia inter-</a:t>
            </a:r>
            <a:r>
              <a:rPr lang="es-CL" sz="1600" b="1" dirty="0" err="1"/>
              <a:t>cluster</a:t>
            </a:r>
            <a:r>
              <a:rPr lang="es-CL" sz="1600" b="1" dirty="0"/>
              <a:t>: </a:t>
            </a:r>
            <a:r>
              <a:rPr lang="es-CL" dirty="0"/>
              <a:t>Indica qué tan lejos están los grupos entre sí. Es una buena señal cuando están distantes entre sí, porque muestran una mayor mayor diferenciación entre ellos y probablemente, una clasificación más precisa.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b="1" dirty="0"/>
              <a:t>Distancia intra-</a:t>
            </a:r>
            <a:r>
              <a:rPr lang="es-CL" sz="1600" b="1" dirty="0" err="1"/>
              <a:t>cluster</a:t>
            </a:r>
            <a:r>
              <a:rPr lang="es-CL" sz="1600" b="1" dirty="0"/>
              <a:t>: </a:t>
            </a:r>
            <a:r>
              <a:rPr lang="es-CL" dirty="0"/>
              <a:t>Indica qué tan separados están los elementos del mismo grupo, y qué tan lejos están de su centroide. Los grupos más densos con elementos más cercanos tienen mayor similitud, son más probables de compartir características y serán mejor representados por el centroide.</a:t>
            </a:r>
          </a:p>
        </p:txBody>
      </p:sp>
      <p:pic>
        <p:nvPicPr>
          <p:cNvPr id="2" name="Picture 7">
            <a:hlinkClick r:id="rId3"/>
            <a:extLst>
              <a:ext uri="{FF2B5EF4-FFF2-40B4-BE49-F238E27FC236}">
                <a16:creationId xmlns:a16="http://schemas.microsoft.com/office/drawing/2014/main" id="{DD72624B-33DF-DBE7-1DA0-5A8D31DBA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442" y="2335523"/>
            <a:ext cx="2150026" cy="2684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8485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Means</a:t>
            </a:r>
            <a:endParaRPr lang="es-CL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3">
            <a:extLst>
              <a:ext uri="{FF2B5EF4-FFF2-40B4-BE49-F238E27FC236}">
                <a16:creationId xmlns:a16="http://schemas.microsoft.com/office/drawing/2014/main" id="{9CD047C4-DC3A-36FB-A2FD-AB6549BA7A72}"/>
              </a:ext>
            </a:extLst>
          </p:cNvPr>
          <p:cNvSpPr txBox="1">
            <a:spLocks/>
          </p:cNvSpPr>
          <p:nvPr/>
        </p:nvSpPr>
        <p:spPr>
          <a:xfrm>
            <a:off x="2224726" y="1696619"/>
            <a:ext cx="1680529" cy="638904"/>
          </a:xfrm>
          <a:prstGeom prst="rect">
            <a:avLst/>
          </a:prstGeom>
        </p:spPr>
        <p:txBody>
          <a:bodyPr lIns="0"/>
          <a:lstStyle>
            <a:lvl1pPr marL="0" indent="0" algn="just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b="1" dirty="0"/>
              <a:t>Algoritmo</a:t>
            </a:r>
            <a:endParaRPr lang="es-CL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690393-951F-B495-C4C7-1382F5C956ED}"/>
              </a:ext>
            </a:extLst>
          </p:cNvPr>
          <p:cNvSpPr/>
          <p:nvPr/>
        </p:nvSpPr>
        <p:spPr>
          <a:xfrm>
            <a:off x="5917324" y="1912883"/>
            <a:ext cx="4382814" cy="7462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Se escogen K centroides de manera aleatoria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FDB52-A3B3-C3D4-6CDA-8CD472311D43}"/>
              </a:ext>
            </a:extLst>
          </p:cNvPr>
          <p:cNvSpPr/>
          <p:nvPr/>
        </p:nvSpPr>
        <p:spPr>
          <a:xfrm>
            <a:off x="5917324" y="2947040"/>
            <a:ext cx="4382814" cy="74623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agrupan las observaciones según la distancia a los distintos centroides, buscan el más cercano.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6E308D-85E9-E155-5B03-50CAACA32B7E}"/>
              </a:ext>
            </a:extLst>
          </p:cNvPr>
          <p:cNvSpPr/>
          <p:nvPr/>
        </p:nvSpPr>
        <p:spPr>
          <a:xfrm>
            <a:off x="5917324" y="3981197"/>
            <a:ext cx="4382814" cy="84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cambia el centroide por el promedio entre las observaciones de cada grupo, generando K nuevos centroides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363D45-783D-0D1A-4216-55DEA9CAC46E}"/>
              </a:ext>
            </a:extLst>
          </p:cNvPr>
          <p:cNvSpPr/>
          <p:nvPr/>
        </p:nvSpPr>
        <p:spPr>
          <a:xfrm>
            <a:off x="5917324" y="5109947"/>
            <a:ext cx="4382814" cy="84082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agrupan las observaciones minimizando la distancia a los centroides, formando K grupos.</a:t>
            </a:r>
          </a:p>
        </p:txBody>
      </p:sp>
      <p:sp>
        <p:nvSpPr>
          <p:cNvPr id="10" name="Curved Left Arrow 9">
            <a:extLst>
              <a:ext uri="{FF2B5EF4-FFF2-40B4-BE49-F238E27FC236}">
                <a16:creationId xmlns:a16="http://schemas.microsoft.com/office/drawing/2014/main" id="{E57A393D-1E7A-E8A8-DE9B-99F6A2D6B8DF}"/>
              </a:ext>
            </a:extLst>
          </p:cNvPr>
          <p:cNvSpPr/>
          <p:nvPr/>
        </p:nvSpPr>
        <p:spPr>
          <a:xfrm flipH="1" flipV="1">
            <a:off x="4193627" y="4136622"/>
            <a:ext cx="1410399" cy="156604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chemeClr val="tx1"/>
              </a:solidFill>
            </a:endParaRP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387C9F73-0014-9F75-C899-85F9FB96D6B9}"/>
              </a:ext>
            </a:extLst>
          </p:cNvPr>
          <p:cNvSpPr txBox="1">
            <a:spLocks/>
          </p:cNvSpPr>
          <p:nvPr/>
        </p:nvSpPr>
        <p:spPr>
          <a:xfrm>
            <a:off x="2059227" y="3896003"/>
            <a:ext cx="2614944" cy="840809"/>
          </a:xfrm>
          <a:prstGeom prst="rect">
            <a:avLst/>
          </a:prstGeom>
        </p:spPr>
        <p:txBody>
          <a:bodyPr lIns="0"/>
          <a:lstStyle>
            <a:lvl1pPr marL="0" indent="0" algn="just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b="1" dirty="0"/>
              <a:t>Se repite este paso hasta que ninguna observación cambie de grupo</a:t>
            </a: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4016993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Means</a:t>
            </a:r>
            <a:endParaRPr lang="es-CL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3">
            <a:extLst>
              <a:ext uri="{FF2B5EF4-FFF2-40B4-BE49-F238E27FC236}">
                <a16:creationId xmlns:a16="http://schemas.microsoft.com/office/drawing/2014/main" id="{9CD047C4-DC3A-36FB-A2FD-AB6549BA7A72}"/>
              </a:ext>
            </a:extLst>
          </p:cNvPr>
          <p:cNvSpPr txBox="1">
            <a:spLocks/>
          </p:cNvSpPr>
          <p:nvPr/>
        </p:nvSpPr>
        <p:spPr>
          <a:xfrm>
            <a:off x="2100263" y="1591516"/>
            <a:ext cx="6845702" cy="638904"/>
          </a:xfrm>
          <a:prstGeom prst="rect">
            <a:avLst/>
          </a:prstGeom>
        </p:spPr>
        <p:txBody>
          <a:bodyPr lIns="0"/>
          <a:lstStyle>
            <a:lvl1pPr marL="0" indent="0" algn="just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1600" dirty="0"/>
              <a:t>Lo anterior se ve de la siguiente forma</a:t>
            </a:r>
            <a:endParaRPr lang="es-CL" dirty="0"/>
          </a:p>
        </p:txBody>
      </p:sp>
      <p:pic>
        <p:nvPicPr>
          <p:cNvPr id="2" name="Picture 17">
            <a:extLst>
              <a:ext uri="{FF2B5EF4-FFF2-40B4-BE49-F238E27FC236}">
                <a16:creationId xmlns:a16="http://schemas.microsoft.com/office/drawing/2014/main" id="{FD3B6DFC-C370-1530-4910-3CB90F15F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231" y="2119050"/>
            <a:ext cx="3726821" cy="3726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6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Modes</a:t>
            </a:r>
            <a:endParaRPr lang="es-C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sz="1600" b="1" dirty="0"/>
              <a:t>K-</a:t>
            </a:r>
            <a:r>
              <a:rPr lang="es-CL" sz="1600" b="1" dirty="0" err="1"/>
              <a:t>Modes</a:t>
            </a:r>
            <a:r>
              <a:rPr lang="es-CL" dirty="0"/>
              <a:t> es un algoritmo diseñado para agrupar grandes conjuntos de </a:t>
            </a:r>
            <a:r>
              <a:rPr lang="es-CL" b="1" dirty="0"/>
              <a:t>datos categóricos</a:t>
            </a:r>
            <a:r>
              <a:rPr lang="es-CL" dirty="0"/>
              <a:t>, y que tiene como objetivo tener las </a:t>
            </a:r>
            <a:r>
              <a:rPr lang="es-CL" b="1" dirty="0"/>
              <a:t>K</a:t>
            </a:r>
            <a:r>
              <a:rPr lang="es-CL" dirty="0"/>
              <a:t> modas que representan al conjunto.</a:t>
            </a:r>
          </a:p>
          <a:p>
            <a:r>
              <a:rPr lang="es-CL" dirty="0"/>
              <a:t>Define grupos basados en el número de categorías coincidentes entre puntos de datos (esto contrasta con el algoritmo K-</a:t>
            </a:r>
            <a:r>
              <a:rPr lang="es-CL" dirty="0" err="1"/>
              <a:t>Means</a:t>
            </a:r>
            <a:r>
              <a:rPr lang="es-CL" dirty="0"/>
              <a:t> que agrupa datos numéricos basado en distancia)</a:t>
            </a:r>
          </a:p>
          <a:p>
            <a:r>
              <a:rPr lang="es-CL" dirty="0"/>
              <a:t>Básicamente, K-</a:t>
            </a:r>
            <a:r>
              <a:rPr lang="es-CL" dirty="0" err="1"/>
              <a:t>Modes</a:t>
            </a:r>
            <a:r>
              <a:rPr lang="es-CL" dirty="0"/>
              <a:t> es una versión de K-</a:t>
            </a:r>
            <a:r>
              <a:rPr lang="es-CL" dirty="0" err="1"/>
              <a:t>Means</a:t>
            </a:r>
            <a:r>
              <a:rPr lang="es-CL" dirty="0"/>
              <a:t> para datos categóricos, con las siguientes modificaciones: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6">
            <a:extLst>
              <a:ext uri="{FF2B5EF4-FFF2-40B4-BE49-F238E27FC236}">
                <a16:creationId xmlns:a16="http://schemas.microsoft.com/office/drawing/2014/main" id="{F2795A3F-B499-F0F9-F3A6-7F88EB43C851}"/>
              </a:ext>
            </a:extLst>
          </p:cNvPr>
          <p:cNvCxnSpPr/>
          <p:nvPr/>
        </p:nvCxnSpPr>
        <p:spPr>
          <a:xfrm>
            <a:off x="1728705" y="3158825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ector recto de flecha 6">
            <a:extLst>
              <a:ext uri="{FF2B5EF4-FFF2-40B4-BE49-F238E27FC236}">
                <a16:creationId xmlns:a16="http://schemas.microsoft.com/office/drawing/2014/main" id="{62E584FE-1EFA-A088-8A8E-413E00A0A3F5}"/>
              </a:ext>
            </a:extLst>
          </p:cNvPr>
          <p:cNvCxnSpPr/>
          <p:nvPr/>
        </p:nvCxnSpPr>
        <p:spPr>
          <a:xfrm>
            <a:off x="1728705" y="227070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entagon 9">
            <a:extLst>
              <a:ext uri="{FF2B5EF4-FFF2-40B4-BE49-F238E27FC236}">
                <a16:creationId xmlns:a16="http://schemas.microsoft.com/office/drawing/2014/main" id="{FD6BD98A-A6AC-DD23-E41F-DEAFEC666730}"/>
              </a:ext>
            </a:extLst>
          </p:cNvPr>
          <p:cNvSpPr/>
          <p:nvPr/>
        </p:nvSpPr>
        <p:spPr>
          <a:xfrm>
            <a:off x="2658515" y="4237729"/>
            <a:ext cx="2491554" cy="95644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Diferentes medidas de </a:t>
            </a:r>
            <a:r>
              <a:rPr lang="es-ES_tradnl" sz="1600" dirty="0" err="1"/>
              <a:t>disimilaridad</a:t>
            </a:r>
            <a:endParaRPr lang="es-ES_tradnl" sz="1600" dirty="0"/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F98B205C-56CE-B904-5B06-A784E315C73F}"/>
              </a:ext>
            </a:extLst>
          </p:cNvPr>
          <p:cNvSpPr/>
          <p:nvPr/>
        </p:nvSpPr>
        <p:spPr>
          <a:xfrm>
            <a:off x="4954471" y="4237729"/>
            <a:ext cx="3016469" cy="956441"/>
          </a:xfrm>
          <a:prstGeom prst="chevron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chemeClr val="bg1"/>
                </a:solidFill>
              </a:rPr>
              <a:t>Sustitución de K medias por K modas para formar centroides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D343BDE2-D82C-C629-B0DD-AC25CAC5BD03}"/>
              </a:ext>
            </a:extLst>
          </p:cNvPr>
          <p:cNvSpPr/>
          <p:nvPr/>
        </p:nvSpPr>
        <p:spPr>
          <a:xfrm>
            <a:off x="7797519" y="4237729"/>
            <a:ext cx="3016469" cy="95644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chemeClr val="bg1"/>
                </a:solidFill>
              </a:rPr>
              <a:t>Actualiza las modas a partir de las frecuencias de los datos</a:t>
            </a:r>
          </a:p>
        </p:txBody>
      </p:sp>
    </p:spTree>
    <p:extLst>
      <p:ext uri="{BB962C8B-B14F-4D97-AF65-F5344CB8AC3E}">
        <p14:creationId xmlns:p14="http://schemas.microsoft.com/office/powerpoint/2010/main" val="3022377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Modes</a:t>
            </a:r>
            <a:endParaRPr lang="es-C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sz="1600" dirty="0"/>
              <a:t>La medida de </a:t>
            </a:r>
            <a:r>
              <a:rPr lang="es-CL" sz="1600" dirty="0" err="1"/>
              <a:t>disimilaridad</a:t>
            </a:r>
            <a:r>
              <a:rPr lang="es-CL" sz="1600" dirty="0"/>
              <a:t> utilizada por defecto en el K-</a:t>
            </a:r>
            <a:r>
              <a:rPr lang="es-CL" sz="1600" dirty="0" err="1"/>
              <a:t>modes</a:t>
            </a:r>
            <a:r>
              <a:rPr lang="es-CL" sz="1600" dirty="0"/>
              <a:t> es la simple-</a:t>
            </a:r>
            <a:r>
              <a:rPr lang="es-CL" sz="1600" dirty="0" err="1"/>
              <a:t>matching</a:t>
            </a:r>
            <a:r>
              <a:rPr lang="es-CL" sz="1600" dirty="0"/>
              <a:t> </a:t>
            </a:r>
            <a:r>
              <a:rPr lang="es-CL" sz="1600" dirty="0" err="1"/>
              <a:t>distance</a:t>
            </a:r>
            <a:r>
              <a:rPr lang="es-CL" sz="1600" dirty="0"/>
              <a:t>, que se define de la siguiente forma</a:t>
            </a:r>
          </a:p>
          <a:p>
            <a:endParaRPr lang="es-CL" sz="1600" dirty="0"/>
          </a:p>
          <a:p>
            <a:endParaRPr lang="es-CL" sz="1600" dirty="0"/>
          </a:p>
          <a:p>
            <a:endParaRPr lang="es-CL" sz="1600" dirty="0"/>
          </a:p>
          <a:p>
            <a:endParaRPr lang="es-CL" sz="1600" dirty="0"/>
          </a:p>
          <a:p>
            <a:r>
              <a:rPr lang="es-CL" sz="1600" dirty="0"/>
              <a:t>donde </a:t>
            </a:r>
            <a:endParaRPr lang="es-CL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38F7BB-196C-7E1C-0C18-D7D79D61D4F2}"/>
                  </a:ext>
                </a:extLst>
              </p:cNvPr>
              <p:cNvSpPr txBox="1"/>
              <p:nvPr/>
            </p:nvSpPr>
            <p:spPr>
              <a:xfrm>
                <a:off x="5236234" y="2436962"/>
                <a:ext cx="2370714" cy="7875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s-ES_tradnl" dirty="0">
                  <a:solidFill>
                    <a:srgbClr val="6A6A69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38F7BB-196C-7E1C-0C18-D7D79D61D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234" y="2436962"/>
                <a:ext cx="2370714" cy="787523"/>
              </a:xfrm>
              <a:prstGeom prst="rect">
                <a:avLst/>
              </a:prstGeom>
              <a:blipFill>
                <a:blip r:embed="rId3"/>
                <a:stretch>
                  <a:fillRect l="-2128" t="-116129" b="-1709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7C5251-9593-CE83-D88E-C4D67812B611}"/>
                  </a:ext>
                </a:extLst>
              </p:cNvPr>
              <p:cNvSpPr txBox="1"/>
              <p:nvPr/>
            </p:nvSpPr>
            <p:spPr>
              <a:xfrm>
                <a:off x="5317089" y="4183615"/>
                <a:ext cx="2209003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>
                  <a:solidFill>
                    <a:srgbClr val="6A6A69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7C5251-9593-CE83-D88E-C4D67812B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89" y="4183615"/>
                <a:ext cx="2209003" cy="884281"/>
              </a:xfrm>
              <a:prstGeom prst="rect">
                <a:avLst/>
              </a:prstGeom>
              <a:blipFill>
                <a:blip r:embed="rId4"/>
                <a:stretch>
                  <a:fillRect l="-28000" t="-231429" r="-24000" b="-330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411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Modes</a:t>
            </a:r>
            <a:endParaRPr lang="es-C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3"/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2132998" y="1468240"/>
                <a:ext cx="7608383" cy="2168337"/>
              </a:xfrm>
            </p:spPr>
            <p:txBody>
              <a:bodyPr/>
              <a:lstStyle/>
              <a:p>
                <a:r>
                  <a:rPr lang="es-CL" sz="1600" dirty="0"/>
                  <a:t>La medida anterior no utiliza la frecuencia en que ocurre cada categoría en cada variable. En este sentido, se puede generar otra medida de </a:t>
                </a:r>
                <a:r>
                  <a:rPr lang="es-CL" sz="1600" dirty="0" err="1"/>
                  <a:t>disimilaridad</a:t>
                </a:r>
                <a:r>
                  <a:rPr lang="es-CL" sz="1600" dirty="0"/>
                  <a:t>, llamada </a:t>
                </a:r>
                <a:r>
                  <a:rPr lang="es-CL" sz="1600" i="1" dirty="0"/>
                  <a:t>chi-</a:t>
                </a:r>
                <a:r>
                  <a:rPr lang="es-CL" sz="1600" i="1" dirty="0" err="1"/>
                  <a:t>square</a:t>
                </a:r>
                <a:r>
                  <a:rPr lang="es-CL" sz="1600" i="1" dirty="0"/>
                  <a:t> </a:t>
                </a:r>
                <a:r>
                  <a:rPr lang="es-CL" sz="1600" i="1" dirty="0" err="1"/>
                  <a:t>distance</a:t>
                </a:r>
                <a:r>
                  <a:rPr lang="es-CL" sz="1600" dirty="0"/>
                  <a:t> (</a:t>
                </a:r>
                <a:r>
                  <a:rPr lang="es-CL" sz="1600" dirty="0" err="1"/>
                  <a:t>Greenacre</a:t>
                </a:r>
                <a:r>
                  <a:rPr lang="es-CL" sz="1600" dirty="0"/>
                  <a:t> 1984), definida por</a:t>
                </a:r>
              </a:p>
              <a:p>
                <a:endParaRPr lang="es-CL" sz="1600" dirty="0"/>
              </a:p>
              <a:p>
                <a:endParaRPr lang="es-CL" sz="1600" dirty="0"/>
              </a:p>
              <a:p>
                <a:endParaRPr lang="es-CL" sz="1600" dirty="0"/>
              </a:p>
              <a:p>
                <a:endParaRPr lang="es-CL" sz="1600" dirty="0"/>
              </a:p>
              <a:p>
                <a:r>
                  <a:rPr lang="es-CL" sz="1600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s-CL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s-CL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s-CL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s-CL" sz="1600" dirty="0"/>
                  <a:t> son el número de observaciones en el data set que tienen las categorías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CL" sz="1600" dirty="0"/>
                  <a:t> 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CL" dirty="0"/>
                  <a:t>, para el atributo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4" name="Marcador de text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2132998" y="1468240"/>
                <a:ext cx="7608383" cy="2168337"/>
              </a:xfrm>
              <a:blipFill>
                <a:blip r:embed="rId3"/>
                <a:stretch>
                  <a:fillRect l="-1667" t="-581" r="-333" b="-4186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38F7BB-196C-7E1C-0C18-D7D79D61D4F2}"/>
                  </a:ext>
                </a:extLst>
              </p:cNvPr>
              <p:cNvSpPr txBox="1"/>
              <p:nvPr/>
            </p:nvSpPr>
            <p:spPr>
              <a:xfrm>
                <a:off x="4554747" y="2641477"/>
                <a:ext cx="3903826" cy="7875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sSup>
                            <m:sSupPr>
                              <m:ctrl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b="0" i="1" smtClean="0">
                                      <a:solidFill>
                                        <a:srgbClr val="6A6A6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s-ES" b="0" i="1" smtClean="0">
                                      <a:solidFill>
                                        <a:srgbClr val="6A6A69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s-ES_tradnl" dirty="0">
                  <a:solidFill>
                    <a:srgbClr val="6A6A69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38F7BB-196C-7E1C-0C18-D7D79D61D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747" y="2641477"/>
                <a:ext cx="3903826" cy="787523"/>
              </a:xfrm>
              <a:prstGeom prst="rect">
                <a:avLst/>
              </a:prstGeom>
              <a:blipFill>
                <a:blip r:embed="rId4"/>
                <a:stretch>
                  <a:fillRect t="-110938" b="-1640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454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Prototype</a:t>
            </a:r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0E61DFC-E956-40DF-A7D2-AD091077138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CL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73257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Prototypes</a:t>
            </a:r>
            <a:endParaRPr lang="es-C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3"/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2132998" y="1468240"/>
                <a:ext cx="7608383" cy="2168337"/>
              </a:xfrm>
            </p:spPr>
            <p:txBody>
              <a:bodyPr/>
              <a:lstStyle/>
              <a:p>
                <a:r>
                  <a:rPr lang="es-CL" sz="1600" dirty="0"/>
                  <a:t>Hasta ahora, los métodos de </a:t>
                </a:r>
                <a:r>
                  <a:rPr lang="es-CL" sz="1600" dirty="0" err="1"/>
                  <a:t>clustering</a:t>
                </a:r>
                <a:r>
                  <a:rPr lang="es-CL" sz="1600" dirty="0"/>
                  <a:t> que hemos revisado son de los más clásicos y todos comparten la misma limitación, que es solo poder utilizar un tipo de variable, ya sea numérico (K-</a:t>
                </a:r>
                <a:r>
                  <a:rPr lang="es-CL" sz="1600" dirty="0" err="1"/>
                  <a:t>means</a:t>
                </a:r>
                <a:r>
                  <a:rPr lang="es-CL" sz="1600" dirty="0"/>
                  <a:t> o </a:t>
                </a:r>
                <a:r>
                  <a:rPr lang="es-CL" sz="1600" dirty="0" err="1"/>
                  <a:t>Fuzzy</a:t>
                </a:r>
                <a:r>
                  <a:rPr lang="es-CL" sz="1600" dirty="0"/>
                  <a:t> C-</a:t>
                </a:r>
                <a:r>
                  <a:rPr lang="es-CL" sz="1600" dirty="0" err="1"/>
                  <a:t>means</a:t>
                </a:r>
                <a:r>
                  <a:rPr lang="es-CL" sz="1600" dirty="0"/>
                  <a:t>) o categórica (K-</a:t>
                </a:r>
                <a:r>
                  <a:rPr lang="es-CL" sz="1600" dirty="0" err="1"/>
                  <a:t>modes</a:t>
                </a:r>
                <a:r>
                  <a:rPr lang="es-CL" sz="1600" dirty="0"/>
                  <a:t>).</a:t>
                </a:r>
                <a:r>
                  <a:rPr lang="es-CL" sz="1600" b="1" dirty="0"/>
                  <a:t> </a:t>
                </a:r>
              </a:p>
              <a:p>
                <a:r>
                  <a:rPr lang="es-CL" sz="1600" b="1" dirty="0"/>
                  <a:t>K-</a:t>
                </a:r>
                <a:r>
                  <a:rPr lang="es-CL" sz="1600" b="1" dirty="0" err="1"/>
                  <a:t>Prototype</a:t>
                </a:r>
                <a:r>
                  <a:rPr lang="es-CL" sz="1600" b="1" dirty="0"/>
                  <a:t> </a:t>
                </a:r>
                <a:r>
                  <a:rPr lang="es-CL" sz="1600" dirty="0"/>
                  <a:t>es una técnica que busca romper esa limitante ampliando los modelos anteriores, mediante la creación de una nueva distancia capaz de medir ambos tipos de variables a la vez. Esta distancia es la siguiente:</a:t>
                </a:r>
              </a:p>
              <a:p>
                <a:r>
                  <a:rPr lang="es-CL" sz="1600" dirty="0"/>
                  <a:t>Sea X e Y dos vectores de modo que las primeras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s-CL" sz="1600" dirty="0"/>
                  <a:t>-</a:t>
                </a:r>
                <a:r>
                  <a:rPr lang="es-CL" sz="1600" dirty="0" err="1"/>
                  <a:t>ésimas</a:t>
                </a:r>
                <a:r>
                  <a:rPr lang="es-CL" sz="1600" dirty="0"/>
                  <a:t> coordenadas corresponde a datos numéricos y las restantes a datos categóricos, entonces la distancia se define por</a:t>
                </a:r>
              </a:p>
              <a:p>
                <a:endParaRPr lang="es-CL" sz="1600" dirty="0"/>
              </a:p>
              <a:p>
                <a:endParaRPr lang="es-CL" sz="1600" dirty="0"/>
              </a:p>
              <a:p>
                <a:endParaRPr lang="es-CL" sz="1600" dirty="0"/>
              </a:p>
              <a:p>
                <a:endParaRPr lang="es-CL" sz="1600" dirty="0"/>
              </a:p>
              <a:p>
                <a:r>
                  <a:rPr lang="es-CL" sz="1600" dirty="0"/>
                  <a:t>donde </a:t>
                </a:r>
                <a14:m>
                  <m:oMath xmlns:m="http://schemas.openxmlformats.org/officeDocument/2006/math">
                    <m:r>
                      <a:rPr lang="es-CL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CL" sz="1600" dirty="0"/>
                  <a:t> es un parámetro de control del “peso” que tiene cada tipo de variable.</a:t>
                </a:r>
              </a:p>
              <a:p>
                <a:endParaRPr lang="es-CL" sz="1600" dirty="0"/>
              </a:p>
            </p:txBody>
          </p:sp>
        </mc:Choice>
        <mc:Fallback xmlns="">
          <p:sp>
            <p:nvSpPr>
              <p:cNvPr id="4" name="Marcador de text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2132998" y="1468240"/>
                <a:ext cx="7608383" cy="2168337"/>
              </a:xfrm>
              <a:blipFill>
                <a:blip r:embed="rId3"/>
                <a:stretch>
                  <a:fillRect l="-1667" t="-581" r="-333" b="-12267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02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6">
            <a:extLst>
              <a:ext uri="{FF2B5EF4-FFF2-40B4-BE49-F238E27FC236}">
                <a16:creationId xmlns:a16="http://schemas.microsoft.com/office/drawing/2014/main" id="{093EAC00-B974-51D0-27DF-8E76F4092197}"/>
              </a:ext>
            </a:extLst>
          </p:cNvPr>
          <p:cNvCxnSpPr/>
          <p:nvPr/>
        </p:nvCxnSpPr>
        <p:spPr>
          <a:xfrm>
            <a:off x="1728704" y="2786402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B61C86-7E1D-FC98-A61D-ABA5762DB53E}"/>
                  </a:ext>
                </a:extLst>
              </p:cNvPr>
              <p:cNvSpPr txBox="1"/>
              <p:nvPr/>
            </p:nvSpPr>
            <p:spPr>
              <a:xfrm>
                <a:off x="4183811" y="4601238"/>
                <a:ext cx="4198649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  <m:e>
                          <m:sSup>
                            <m:sSupPr>
                              <m:ctrl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b="0" i="1" smtClean="0">
                                      <a:solidFill>
                                        <a:srgbClr val="6A6A6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" b="0" i="1" smtClean="0">
                                      <a:solidFill>
                                        <a:srgbClr val="6A6A69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s-ES_tradnl" dirty="0">
                  <a:solidFill>
                    <a:srgbClr val="6A6A69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B61C86-7E1D-FC98-A61D-ABA5762DB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811" y="4601238"/>
                <a:ext cx="4198649" cy="778931"/>
              </a:xfrm>
              <a:prstGeom prst="rect">
                <a:avLst/>
              </a:prstGeom>
              <a:blipFill>
                <a:blip r:embed="rId4"/>
                <a:stretch>
                  <a:fillRect l="-906" t="-111290" b="-17419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7DBF915-7641-4F56-9E39-DFAEB4D44236}"/>
              </a:ext>
            </a:extLst>
          </p:cNvPr>
          <p:cNvSpPr/>
          <p:nvPr/>
        </p:nvSpPr>
        <p:spPr>
          <a:xfrm>
            <a:off x="4011283" y="4494362"/>
            <a:ext cx="4528868" cy="1086929"/>
          </a:xfrm>
          <a:prstGeom prst="rect">
            <a:avLst/>
          </a:prstGeom>
          <a:noFill/>
          <a:ln w="28575">
            <a:solidFill>
              <a:srgbClr val="00CA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69746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Prototypes</a:t>
            </a:r>
            <a:endParaRPr lang="es-C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ES" sz="1600" dirty="0"/>
              <a:t>El algoritmo es igual que K-</a:t>
            </a:r>
            <a:r>
              <a:rPr lang="es-ES" sz="1600" dirty="0" err="1"/>
              <a:t>means</a:t>
            </a:r>
            <a:r>
              <a:rPr lang="es-ES" sz="1600" dirty="0"/>
              <a:t> o K-</a:t>
            </a:r>
            <a:r>
              <a:rPr lang="es-ES" sz="1600" dirty="0" err="1"/>
              <a:t>modes</a:t>
            </a:r>
            <a:r>
              <a:rPr lang="es-ES" sz="1600" dirty="0"/>
              <a:t>, solo se modifica la distancia que se está utilizando para calcular los centroides.</a:t>
            </a:r>
          </a:p>
          <a:p>
            <a:r>
              <a:rPr lang="es-ES" sz="1600" dirty="0"/>
              <a:t>Es más, se puede ver simplemente que si aplicamos K-</a:t>
            </a:r>
            <a:r>
              <a:rPr lang="es-ES" sz="1600" dirty="0" err="1"/>
              <a:t>prototypes</a:t>
            </a:r>
            <a:r>
              <a:rPr lang="es-ES" sz="1600" dirty="0"/>
              <a:t> solo para variables numéricas K-</a:t>
            </a:r>
            <a:r>
              <a:rPr lang="es-ES" sz="1600" dirty="0" err="1"/>
              <a:t>prototypes</a:t>
            </a:r>
            <a:r>
              <a:rPr lang="es-ES" sz="1600" dirty="0"/>
              <a:t> se transforma en K-</a:t>
            </a:r>
            <a:r>
              <a:rPr lang="es-ES" sz="1600" dirty="0" err="1"/>
              <a:t>means</a:t>
            </a:r>
            <a:r>
              <a:rPr lang="es-ES" sz="1600" dirty="0"/>
              <a:t>, y por otro lado, si solo son categóricas entonces se transforma en K-</a:t>
            </a:r>
            <a:r>
              <a:rPr lang="es-ES" sz="1600" dirty="0" err="1"/>
              <a:t>modes</a:t>
            </a:r>
            <a:r>
              <a:rPr lang="es-ES" sz="1600" dirty="0"/>
              <a:t>.</a:t>
            </a:r>
            <a:endParaRPr lang="es-CL" sz="1600" dirty="0"/>
          </a:p>
          <a:p>
            <a:endParaRPr lang="es-CL" sz="1600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02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lustering | Trendskout">
            <a:extLst>
              <a:ext uri="{FF2B5EF4-FFF2-40B4-BE49-F238E27FC236}">
                <a16:creationId xmlns:a16="http://schemas.microsoft.com/office/drawing/2014/main" id="{D4BF0892-A4EF-A251-C7D6-F3A6AADF3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8F3ED"/>
              </a:clrFrom>
              <a:clrTo>
                <a:srgbClr val="F8F3E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310" y="3429000"/>
            <a:ext cx="6095975" cy="3425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Conector recto de flecha 6">
            <a:extLst>
              <a:ext uri="{FF2B5EF4-FFF2-40B4-BE49-F238E27FC236}">
                <a16:creationId xmlns:a16="http://schemas.microsoft.com/office/drawing/2014/main" id="{156EEB5B-0E17-9383-B768-AF4575EC42FD}"/>
              </a:ext>
            </a:extLst>
          </p:cNvPr>
          <p:cNvCxnSpPr/>
          <p:nvPr/>
        </p:nvCxnSpPr>
        <p:spPr>
          <a:xfrm>
            <a:off x="1728705" y="2277444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57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Fuzzy</a:t>
            </a:r>
            <a:r>
              <a:rPr lang="es-CL" dirty="0"/>
              <a:t> C-</a:t>
            </a:r>
            <a:r>
              <a:rPr lang="es-CL" dirty="0" err="1"/>
              <a:t>Means</a:t>
            </a:r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0E61DFC-E956-40DF-A7D2-AD091077138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CL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31163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Fuzzy</a:t>
            </a:r>
            <a:r>
              <a:rPr lang="es-CL" dirty="0"/>
              <a:t> C-</a:t>
            </a:r>
            <a:r>
              <a:rPr lang="es-CL" dirty="0" err="1"/>
              <a:t>Means</a:t>
            </a:r>
            <a:endParaRPr lang="es-C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sz="1600" b="1" dirty="0"/>
              <a:t>C-</a:t>
            </a:r>
            <a:r>
              <a:rPr lang="es-CL" sz="1600" b="1" dirty="0" err="1"/>
              <a:t>Means</a:t>
            </a:r>
            <a:r>
              <a:rPr lang="es-CL" sz="1600" b="1" dirty="0"/>
              <a:t> </a:t>
            </a:r>
            <a:r>
              <a:rPr lang="es-CL" sz="1600" b="1" dirty="0" err="1"/>
              <a:t>clustering</a:t>
            </a:r>
            <a:r>
              <a:rPr lang="es-CL" sz="1600" dirty="0"/>
              <a:t> o </a:t>
            </a:r>
            <a:r>
              <a:rPr lang="es-CL" sz="1600" b="1" dirty="0" err="1"/>
              <a:t>Fuzzy</a:t>
            </a:r>
            <a:r>
              <a:rPr lang="es-CL" sz="1600" b="1" dirty="0"/>
              <a:t> C-</a:t>
            </a:r>
            <a:r>
              <a:rPr lang="es-CL" sz="1600" b="1" dirty="0" err="1"/>
              <a:t>Means</a:t>
            </a:r>
            <a:r>
              <a:rPr lang="es-CL" sz="1600" b="1" dirty="0"/>
              <a:t> </a:t>
            </a:r>
            <a:r>
              <a:rPr lang="es-CL" sz="1600" b="1" dirty="0" err="1"/>
              <a:t>clustering</a:t>
            </a:r>
            <a:r>
              <a:rPr lang="es-CL" sz="1600" b="1" dirty="0"/>
              <a:t> </a:t>
            </a:r>
            <a:r>
              <a:rPr lang="es-CL" sz="1600" dirty="0"/>
              <a:t>es una técnica de </a:t>
            </a:r>
            <a:r>
              <a:rPr lang="es-CL" sz="1600" i="1" dirty="0" err="1"/>
              <a:t>soft</a:t>
            </a:r>
            <a:r>
              <a:rPr lang="es-CL" sz="1600" i="1" dirty="0"/>
              <a:t> </a:t>
            </a:r>
            <a:r>
              <a:rPr lang="es-CL" sz="1600" i="1" dirty="0" err="1"/>
              <a:t>clustering</a:t>
            </a:r>
            <a:r>
              <a:rPr lang="es-CL" sz="1600" dirty="0"/>
              <a:t> en machine learning en la cual los puntos son separados en diferentes grupos y luego, se les asigna una probabilidad de pertenecer a cada grupo.</a:t>
            </a:r>
          </a:p>
          <a:p>
            <a:r>
              <a:rPr lang="es-CL" sz="1600" dirty="0"/>
              <a:t>Este tipo de técnicas tiene mejor resultados cuando pensamos en </a:t>
            </a:r>
            <a:r>
              <a:rPr lang="es-CL" sz="1600" dirty="0" err="1"/>
              <a:t>clustering</a:t>
            </a:r>
            <a:r>
              <a:rPr lang="es-CL" sz="1600" dirty="0"/>
              <a:t> con </a:t>
            </a:r>
            <a:r>
              <a:rPr lang="es-CL" sz="1600" dirty="0" err="1"/>
              <a:t>overlapped</a:t>
            </a:r>
            <a:r>
              <a:rPr lang="es-CL" sz="1600" dirty="0"/>
              <a:t> data, comparado con otras técnicas más convencionales como K-</a:t>
            </a:r>
            <a:r>
              <a:rPr lang="es-CL" sz="1600" dirty="0" err="1"/>
              <a:t>means</a:t>
            </a:r>
            <a:r>
              <a:rPr lang="es-CL" sz="1600" dirty="0"/>
              <a:t>.</a:t>
            </a:r>
          </a:p>
          <a:p>
            <a:endParaRPr lang="es-CL" sz="1600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03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72111FB1-BFD9-CAF3-FC0F-8DEEEB313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592" y="3954013"/>
            <a:ext cx="5973193" cy="1971734"/>
          </a:xfrm>
          <a:prstGeom prst="rect">
            <a:avLst/>
          </a:prstGeom>
        </p:spPr>
      </p:pic>
      <p:cxnSp>
        <p:nvCxnSpPr>
          <p:cNvPr id="10" name="Conector recto de flecha 6">
            <a:extLst>
              <a:ext uri="{FF2B5EF4-FFF2-40B4-BE49-F238E27FC236}">
                <a16:creationId xmlns:a16="http://schemas.microsoft.com/office/drawing/2014/main" id="{093EAC00-B974-51D0-27DF-8E76F4092197}"/>
              </a:ext>
            </a:extLst>
          </p:cNvPr>
          <p:cNvCxnSpPr/>
          <p:nvPr/>
        </p:nvCxnSpPr>
        <p:spPr>
          <a:xfrm>
            <a:off x="1728704" y="2786402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253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Fuzzy</a:t>
            </a:r>
            <a:r>
              <a:rPr lang="es-CL" dirty="0"/>
              <a:t> C-</a:t>
            </a:r>
            <a:r>
              <a:rPr lang="es-CL" dirty="0" err="1"/>
              <a:t>Means</a:t>
            </a:r>
            <a:endParaRPr lang="es-C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sz="1600" dirty="0"/>
              <a:t>El algoritmo </a:t>
            </a:r>
            <a:r>
              <a:rPr lang="es-CL" sz="1600" b="1" dirty="0" err="1"/>
              <a:t>fuzzy</a:t>
            </a:r>
            <a:r>
              <a:rPr lang="es-CL" sz="1600" b="1" dirty="0"/>
              <a:t> C-</a:t>
            </a:r>
            <a:r>
              <a:rPr lang="es-CL" sz="1600" b="1" dirty="0" err="1"/>
              <a:t>Means</a:t>
            </a:r>
            <a:r>
              <a:rPr lang="es-CL" sz="1600" dirty="0"/>
              <a:t> es un poco más complicado que los descritos antes, dado que se trata de un problema de optimización a resolver que implica cálculos de probabilidades. En este sentido, y para no complicar el algoritmo con matemática, describiremos los pasos del algoritmo omitiendo algunas formulas.</a:t>
            </a:r>
          </a:p>
          <a:p>
            <a:endParaRPr lang="es-CL" sz="1600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03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3D86405-81FA-1E71-11CF-5CFDC5C639AC}"/>
              </a:ext>
            </a:extLst>
          </p:cNvPr>
          <p:cNvSpPr/>
          <p:nvPr/>
        </p:nvSpPr>
        <p:spPr>
          <a:xfrm>
            <a:off x="5917324" y="3015078"/>
            <a:ext cx="4382814" cy="7462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Se escogen C centroides de manera aleatoria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5B399A-E552-E6CF-CE8E-25B0B7CA42D7}"/>
              </a:ext>
            </a:extLst>
          </p:cNvPr>
          <p:cNvSpPr/>
          <p:nvPr/>
        </p:nvSpPr>
        <p:spPr>
          <a:xfrm>
            <a:off x="5917324" y="3875945"/>
            <a:ext cx="4382814" cy="74623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/>
              <a:t>Se calcula el </a:t>
            </a:r>
            <a:r>
              <a:rPr lang="es-ES_tradnl" sz="1200" dirty="0" err="1"/>
              <a:t>fuzzy</a:t>
            </a:r>
            <a:r>
              <a:rPr lang="es-ES_tradnl" sz="1200" dirty="0"/>
              <a:t> </a:t>
            </a:r>
            <a:r>
              <a:rPr lang="es-ES_tradnl" sz="1200" dirty="0" err="1"/>
              <a:t>membership</a:t>
            </a:r>
            <a:r>
              <a:rPr lang="es-ES_tradnl" sz="1200" dirty="0"/>
              <a:t> o probabilidad de pertenencia a los clusters (Esto se hace mediante distancia Euclidiana)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A7FB79-A1EF-4EE7-DE07-3DC2CED15810}"/>
              </a:ext>
            </a:extLst>
          </p:cNvPr>
          <p:cNvSpPr/>
          <p:nvPr/>
        </p:nvSpPr>
        <p:spPr>
          <a:xfrm>
            <a:off x="5917324" y="4736812"/>
            <a:ext cx="4382814" cy="84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actualizan los </a:t>
            </a:r>
            <a:r>
              <a:rPr lang="es-ES_tradnl" sz="1400" dirty="0" err="1"/>
              <a:t>fuzzy</a:t>
            </a:r>
            <a:r>
              <a:rPr lang="es-ES_tradnl" sz="1400" dirty="0"/>
              <a:t> centers o centroides con las nuevas probabilidades de pertenencia.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ADDF21-86B5-02A2-DBF9-5688FDCA8CE6}"/>
              </a:ext>
            </a:extLst>
          </p:cNvPr>
          <p:cNvSpPr/>
          <p:nvPr/>
        </p:nvSpPr>
        <p:spPr>
          <a:xfrm>
            <a:off x="5937189" y="5692272"/>
            <a:ext cx="4382814" cy="84082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corrobora si el algoritmo converge</a:t>
            </a:r>
          </a:p>
        </p:txBody>
      </p:sp>
      <p:sp>
        <p:nvSpPr>
          <p:cNvPr id="14" name="Curved Left Arrow 13">
            <a:extLst>
              <a:ext uri="{FF2B5EF4-FFF2-40B4-BE49-F238E27FC236}">
                <a16:creationId xmlns:a16="http://schemas.microsoft.com/office/drawing/2014/main" id="{A9BE570B-943F-B55C-5813-EA1EFCC40664}"/>
              </a:ext>
            </a:extLst>
          </p:cNvPr>
          <p:cNvSpPr/>
          <p:nvPr/>
        </p:nvSpPr>
        <p:spPr>
          <a:xfrm flipH="1" flipV="1">
            <a:off x="4176373" y="4076615"/>
            <a:ext cx="1410399" cy="216833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chemeClr val="tx1"/>
              </a:solidFill>
            </a:endParaRPr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B0DD58A8-C4A5-7955-727C-0FB4BFDDD686}"/>
              </a:ext>
            </a:extLst>
          </p:cNvPr>
          <p:cNvSpPr txBox="1">
            <a:spLocks/>
          </p:cNvSpPr>
          <p:nvPr/>
        </p:nvSpPr>
        <p:spPr>
          <a:xfrm>
            <a:off x="1964150" y="4851463"/>
            <a:ext cx="2046947" cy="840809"/>
          </a:xfrm>
          <a:prstGeom prst="rect">
            <a:avLst/>
          </a:prstGeom>
        </p:spPr>
        <p:txBody>
          <a:bodyPr lIns="0"/>
          <a:lstStyle>
            <a:lvl1pPr marL="0" indent="0" algn="just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b="1" dirty="0"/>
              <a:t>Si no ha convergido, se vuelve ejecutar desde el paso 2</a:t>
            </a:r>
            <a:endParaRPr lang="es-CL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7AFB64-3C10-D879-7793-83D99A2F2419}"/>
                  </a:ext>
                </a:extLst>
              </p:cNvPr>
              <p:cNvSpPr txBox="1"/>
              <p:nvPr/>
            </p:nvSpPr>
            <p:spPr>
              <a:xfrm>
                <a:off x="1957620" y="3103873"/>
                <a:ext cx="3465308" cy="7875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s-ES" b="0" i="1" smtClean="0">
                          <a:solidFill>
                            <a:srgbClr val="6A6A69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rgbClr val="6A6A69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" b="0" i="1" smtClean="0">
                                  <a:solidFill>
                                    <a:srgbClr val="6A6A69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solidFill>
                                        <a:srgbClr val="6A6A6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i="1">
                                      <a:solidFill>
                                        <a:srgbClr val="6A6A69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s-ES" i="1">
                                      <a:solidFill>
                                        <a:srgbClr val="6A6A69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solidFill>
                                        <a:srgbClr val="6A6A69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s-ES" b="0" i="1" smtClean="0">
                                      <a:solidFill>
                                        <a:srgbClr val="6A6A6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"/>
                                      <m:ctrlPr>
                                        <a:rPr lang="es-ES" i="1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" i="1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s-ES" i="1">
                                          <a:solidFill>
                                            <a:srgbClr val="6A6A6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begChr m:val=""/>
                                          <m:endChr m:val="‖"/>
                                          <m:ctrlPr>
                                            <a:rPr lang="es-ES" i="1">
                                              <a:solidFill>
                                                <a:srgbClr val="6A6A69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ES" i="1">
                                                  <a:solidFill>
                                                    <a:srgbClr val="6A6A69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ES" i="1">
                                                  <a:solidFill>
                                                    <a:srgbClr val="6A6A69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i="1">
                                                  <a:solidFill>
                                                    <a:srgbClr val="6A6A69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s-ES" b="0" i="1" smtClean="0">
                                      <a:solidFill>
                                        <a:srgbClr val="6A6A69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s-ES_tradnl" dirty="0">
                  <a:solidFill>
                    <a:srgbClr val="6A6A69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7AFB64-3C10-D879-7793-83D99A2F2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620" y="3103873"/>
                <a:ext cx="3465308" cy="787523"/>
              </a:xfrm>
              <a:prstGeom prst="rect">
                <a:avLst/>
              </a:prstGeom>
              <a:blipFill>
                <a:blip r:embed="rId3"/>
                <a:stretch>
                  <a:fillRect l="-730" t="-112698" r="-7299" b="-1666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490D989-AB41-E8B2-C224-264578F10894}"/>
              </a:ext>
            </a:extLst>
          </p:cNvPr>
          <p:cNvSpPr/>
          <p:nvPr/>
        </p:nvSpPr>
        <p:spPr>
          <a:xfrm>
            <a:off x="1891862" y="3015078"/>
            <a:ext cx="3694910" cy="996360"/>
          </a:xfrm>
          <a:prstGeom prst="rect">
            <a:avLst/>
          </a:prstGeom>
          <a:noFill/>
          <a:ln w="28575">
            <a:solidFill>
              <a:srgbClr val="00CA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88209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DBSCAN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0E61DFC-E956-40DF-A7D2-AD091077138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CL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1731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6B3E-A95A-3556-BC69-D8BC79F06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B96F27-D45E-5A5B-4383-20917007C6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DBSCAN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1BAF21-E68A-4CC5-67CC-C1167D8A8A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34836" y="1477830"/>
            <a:ext cx="7608383" cy="5097137"/>
          </a:xfrm>
        </p:spPr>
        <p:txBody>
          <a:bodyPr/>
          <a:lstStyle/>
          <a:p>
            <a:r>
              <a:rPr lang="es-CL" sz="1600" b="1" dirty="0"/>
              <a:t>DBSCAN (</a:t>
            </a:r>
            <a:r>
              <a:rPr lang="es-CL" sz="1600" b="1" dirty="0" err="1"/>
              <a:t>Density-based</a:t>
            </a:r>
            <a:r>
              <a:rPr lang="es-CL" sz="1600" b="1" dirty="0"/>
              <a:t> </a:t>
            </a:r>
            <a:r>
              <a:rPr lang="es-CL" sz="1600" b="1" dirty="0" err="1"/>
              <a:t>spatial</a:t>
            </a:r>
            <a:r>
              <a:rPr lang="es-CL" sz="1600" b="1" dirty="0"/>
              <a:t> </a:t>
            </a:r>
            <a:r>
              <a:rPr lang="es-CL" sz="1600" b="1" dirty="0" err="1"/>
              <a:t>clustering</a:t>
            </a:r>
            <a:r>
              <a:rPr lang="es-CL" sz="1600" b="1" dirty="0"/>
              <a:t> of </a:t>
            </a:r>
            <a:r>
              <a:rPr lang="es-CL" sz="1600" b="1" dirty="0" err="1"/>
              <a:t>applications</a:t>
            </a:r>
            <a:r>
              <a:rPr lang="es-CL" sz="1600" b="1" dirty="0"/>
              <a:t> </a:t>
            </a:r>
            <a:r>
              <a:rPr lang="es-CL" sz="1600" b="1" dirty="0" err="1"/>
              <a:t>with</a:t>
            </a:r>
            <a:r>
              <a:rPr lang="es-CL" sz="1600" b="1" dirty="0"/>
              <a:t> </a:t>
            </a:r>
            <a:r>
              <a:rPr lang="es-CL" sz="1600" b="1" dirty="0" err="1"/>
              <a:t>noise</a:t>
            </a:r>
            <a:r>
              <a:rPr lang="es-CL" sz="1600" b="1" dirty="0"/>
              <a:t>) </a:t>
            </a:r>
            <a:r>
              <a:rPr lang="es-CL" sz="1600" dirty="0"/>
              <a:t>es un modelo que utiliza la densidad espacial de los puntos, identificando regiones altamente pobladas, separadas por regiones escasamente pobladas.</a:t>
            </a:r>
          </a:p>
          <a:p>
            <a:endParaRPr lang="es-CL" sz="1600" dirty="0"/>
          </a:p>
          <a:p>
            <a:r>
              <a:rPr lang="es-CL" sz="1600" b="1" dirty="0"/>
              <a:t>Ventajas: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No requiere especificar el número de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Identifica </a:t>
            </a:r>
            <a:r>
              <a:rPr lang="es-CL" sz="1600" dirty="0" err="1"/>
              <a:t>clústers</a:t>
            </a:r>
            <a:r>
              <a:rPr lang="es-CL" sz="1600" dirty="0"/>
              <a:t> de forma arbitraria (no tan rígido como K-</a:t>
            </a:r>
            <a:r>
              <a:rPr lang="es-CL" sz="1600" dirty="0" err="1"/>
              <a:t>Means</a:t>
            </a:r>
            <a:r>
              <a:rPr lang="es-CL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Detecta ruido y </a:t>
            </a:r>
            <a:r>
              <a:rPr lang="es-CL" sz="1600" dirty="0" err="1"/>
              <a:t>outliers</a:t>
            </a:r>
            <a:r>
              <a:rPr lang="es-CL" sz="1600" dirty="0"/>
              <a:t> de manera natural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1600" dirty="0"/>
          </a:p>
          <a:p>
            <a:r>
              <a:rPr lang="es-CL" sz="1600" dirty="0"/>
              <a:t>Parámetros: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 err="1"/>
              <a:t>Eps</a:t>
            </a:r>
            <a:r>
              <a:rPr lang="es-CL" sz="1600" dirty="0"/>
              <a:t>: radio máximo para considerar vecinos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 err="1"/>
              <a:t>Min_sample</a:t>
            </a:r>
            <a:r>
              <a:rPr lang="es-CL" sz="1600" dirty="0"/>
              <a:t>: número mínimo de puntos para formar un </a:t>
            </a:r>
            <a:r>
              <a:rPr lang="es-CL" sz="1600" dirty="0" err="1"/>
              <a:t>cluster</a:t>
            </a:r>
            <a:endParaRPr lang="es-C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1600" dirty="0"/>
          </a:p>
          <a:p>
            <a:r>
              <a:rPr lang="es-CL" sz="1600" b="1" dirty="0"/>
              <a:t>HDBSCAN </a:t>
            </a:r>
            <a:r>
              <a:rPr lang="es-CL" sz="1600" dirty="0"/>
              <a:t>es una mejora respecto a </a:t>
            </a:r>
            <a:r>
              <a:rPr lang="es-CL" sz="1600" b="1" dirty="0"/>
              <a:t>DBSCAN</a:t>
            </a:r>
          </a:p>
          <a:p>
            <a:endParaRPr lang="es-CL" sz="16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33ECAC0-35D2-51B4-AB1A-5665F562EE3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04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41647B4-ADE5-8EF3-0805-2AD57D2501C8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110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1EE7C-9380-1231-D863-D818CE69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7D2882AE-04B2-47D0-FA37-B7FB47551DC9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BF1CB38B-6237-FA06-99A5-63AA2E4BE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49B75203-479B-F5DC-513B-1E96D240E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1BCE225-98C6-1C09-84DC-09CC823B35C4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00758D35-1123-6ED8-14A3-245F9D37D0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3EBDBDB5-40DA-4C0B-1D9E-B921CD4872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664F3631-D1C9-E238-FAF3-C31896CAEF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844C0143-2D79-AD62-E177-105EBAAE6B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57420344-C990-8156-F24D-7B38229A8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808D0920-CE31-7654-30B0-8A4FEF51B7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D092AE2B-FE27-5D50-42E1-D8967C8DD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69A841E-A59A-7787-FEE8-F0449CCE9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BB06798C-62D2-C18E-860F-66EBF1ED7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F0C5B361-CE9F-D410-4D81-E546C9D6C5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D83AC105-569C-0E09-A730-C2F8DC04D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6DC1DC77-8D81-BF75-5CC3-C80921B77D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22EA0F3E-7DE4-ECF5-2E99-AE3FEB86C4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F159F8CC-BF8D-4BE6-CD64-83311856AF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500B994E-D9BC-4B64-3801-322474A77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E968EEE4-2CC1-E61B-D524-CA70AADA1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1907EFC7-42CA-375C-03BA-EA8011E0D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05B3EF8F-C4D8-61DC-86CE-22FDA56BCE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029F150A-FB3F-B422-C0CB-6012BC5815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977FB99-CEDA-4F54-ADAC-9495679570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2DE23A0A-6D71-1376-7C6E-999866A9C9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A92FE488-863B-960C-DDBB-0CE4F97E3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CC29641B-953E-3CD7-7F7F-45E1439CB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732D664E-99F8-7DAA-2227-BA1786B3F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061302F1-3081-1747-596C-AF9199896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93592D8A-2BFE-BA7D-6B8C-C211A2912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FC1A4EC0-0D9F-FDAD-DC44-AD5C5CC67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457F335-4CF8-F494-E33C-CCBCE5E76E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Ejercicio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3D08C2D-9268-F163-37BA-5A4B9B85BA3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CL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52947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>
          <a:xfrm>
            <a:off x="2106504" y="444789"/>
            <a:ext cx="6036832" cy="391824"/>
          </a:xfrm>
        </p:spPr>
        <p:txBody>
          <a:bodyPr/>
          <a:lstStyle/>
          <a:p>
            <a:r>
              <a:rPr lang="es-CL" dirty="0"/>
              <a:t>Ejercicio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586081" cy="4397722"/>
          </a:xfrm>
        </p:spPr>
        <p:txBody>
          <a:bodyPr/>
          <a:lstStyle/>
          <a:p>
            <a:r>
              <a:rPr lang="es-CL" sz="1600" dirty="0"/>
              <a:t>Esta parte tiene el objetivo poner en práctica todo lo visto durante esta sección, con un ejercicio práctico, que describiremos a continuación:</a:t>
            </a:r>
          </a:p>
          <a:p>
            <a:r>
              <a:rPr lang="es-CL" sz="1600" dirty="0"/>
              <a:t>Los datos para esta actividad consisten en ciertos indicadores de características de 140 famosos, obtenidos a partir de sus post en Twitter. Dejo aquí algunos datos de interés: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1600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05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52F2DEE6-65AD-7EE2-8A97-7ED41888048D}"/>
              </a:ext>
            </a:extLst>
          </p:cNvPr>
          <p:cNvSpPr txBox="1">
            <a:spLocks/>
          </p:cNvSpPr>
          <p:nvPr/>
        </p:nvSpPr>
        <p:spPr>
          <a:xfrm>
            <a:off x="2131159" y="3011996"/>
            <a:ext cx="4347280" cy="3017861"/>
          </a:xfrm>
          <a:prstGeom prst="rect">
            <a:avLst/>
          </a:prstGeom>
        </p:spPr>
        <p:txBody>
          <a:bodyPr lIns="0"/>
          <a:lstStyle>
            <a:lvl1pPr marL="0" indent="0" algn="just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200" dirty="0"/>
              <a:t>Usuario (nombre e Twitter)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200" dirty="0" err="1"/>
              <a:t>Op</a:t>
            </a:r>
            <a:r>
              <a:rPr lang="es-CL" sz="1200" dirty="0"/>
              <a:t> = grado de apertura mental a nuevas experiencias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200" dirty="0"/>
              <a:t>Co = grado de orden, prolijidad y organización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200" dirty="0"/>
              <a:t>Ex = grado de </a:t>
            </a:r>
            <a:r>
              <a:rPr lang="es-CL" sz="1200" dirty="0" err="1"/>
              <a:t>timidéz</a:t>
            </a:r>
            <a:r>
              <a:rPr lang="es-CL" sz="1200" dirty="0"/>
              <a:t>, solitario o participación ante el grupo social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200" dirty="0"/>
              <a:t>Ag = grado de empatía con los demás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200" dirty="0"/>
              <a:t>Ne = grado de </a:t>
            </a:r>
            <a:r>
              <a:rPr lang="es-CL" sz="1200" dirty="0" err="1"/>
              <a:t>neutoricismo</a:t>
            </a:r>
            <a:r>
              <a:rPr lang="es-CL" sz="1200" dirty="0"/>
              <a:t>, nervioso, irritabilidad.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200" dirty="0" err="1"/>
              <a:t>Wordcount</a:t>
            </a:r>
            <a:r>
              <a:rPr lang="es-CL" sz="1200" dirty="0"/>
              <a:t> = cantidad promedio de palabras por post</a:t>
            </a:r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D80929C7-03D7-7599-3FFD-4BA33BF49750}"/>
              </a:ext>
            </a:extLst>
          </p:cNvPr>
          <p:cNvSpPr txBox="1">
            <a:spLocks/>
          </p:cNvSpPr>
          <p:nvPr/>
        </p:nvSpPr>
        <p:spPr>
          <a:xfrm>
            <a:off x="6683031" y="3011996"/>
            <a:ext cx="4347280" cy="3017861"/>
          </a:xfrm>
          <a:prstGeom prst="rect">
            <a:avLst/>
          </a:prstGeom>
        </p:spPr>
        <p:txBody>
          <a:bodyPr lIns="0"/>
          <a:lstStyle>
            <a:lvl1pPr marL="0" indent="0" algn="just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200" dirty="0"/>
              <a:t>Categoría = Actividad laboral del usuario, dentro de las siguientes: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1000" dirty="0">
                <a:solidFill>
                  <a:srgbClr val="6A6A69"/>
                </a:solidFill>
              </a:rPr>
              <a:t>Actor/Actriz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1000" dirty="0">
                <a:solidFill>
                  <a:srgbClr val="6A6A69"/>
                </a:solidFill>
              </a:rPr>
              <a:t>Cantante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1000" dirty="0">
                <a:solidFill>
                  <a:srgbClr val="6A6A69"/>
                </a:solidFill>
              </a:rPr>
              <a:t>Modelo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1000" dirty="0">
                <a:solidFill>
                  <a:srgbClr val="6A6A69"/>
                </a:solidFill>
              </a:rPr>
              <a:t>TV, Series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1000" dirty="0">
                <a:solidFill>
                  <a:srgbClr val="6A6A69"/>
                </a:solidFill>
              </a:rPr>
              <a:t>Radio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1000" dirty="0">
                <a:solidFill>
                  <a:srgbClr val="6A6A69"/>
                </a:solidFill>
              </a:rPr>
              <a:t>Tecnología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1000" dirty="0">
                <a:solidFill>
                  <a:srgbClr val="6A6A69"/>
                </a:solidFill>
              </a:rPr>
              <a:t>Deportes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1000" dirty="0">
                <a:solidFill>
                  <a:srgbClr val="6A6A69"/>
                </a:solidFill>
              </a:rPr>
              <a:t>Política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1000" dirty="0">
                <a:solidFill>
                  <a:srgbClr val="6A6A69"/>
                </a:solidFill>
              </a:rPr>
              <a:t>Escritor</a:t>
            </a:r>
          </a:p>
        </p:txBody>
      </p:sp>
    </p:spTree>
    <p:extLst>
      <p:ext uri="{BB962C8B-B14F-4D97-AF65-F5344CB8AC3E}">
        <p14:creationId xmlns:p14="http://schemas.microsoft.com/office/powerpoint/2010/main" val="2747418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>
          <a:xfrm>
            <a:off x="2106504" y="444789"/>
            <a:ext cx="6036832" cy="391824"/>
          </a:xfrm>
        </p:spPr>
        <p:txBody>
          <a:bodyPr/>
          <a:lstStyle/>
          <a:p>
            <a:r>
              <a:rPr lang="es-CL" dirty="0"/>
              <a:t>Ejercicio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586081" cy="4397722"/>
          </a:xfrm>
        </p:spPr>
        <p:txBody>
          <a:bodyPr/>
          <a:lstStyle/>
          <a:p>
            <a:r>
              <a:rPr lang="es-CL" sz="1600" dirty="0"/>
              <a:t>Usted debe hacer lo siguiente:</a:t>
            </a:r>
          </a:p>
          <a:p>
            <a:endParaRPr lang="es-CL" sz="1600" dirty="0"/>
          </a:p>
          <a:p>
            <a:pPr marL="342900" indent="-342900">
              <a:buFont typeface="+mj-lt"/>
              <a:buAutoNum type="arabicPeriod"/>
            </a:pPr>
            <a:r>
              <a:rPr lang="es-CL" sz="1600" dirty="0"/>
              <a:t>Hacer una exploración de los datos y decidir qué modelo va a utilizar. Fundamentar su elección.</a:t>
            </a:r>
          </a:p>
          <a:p>
            <a:pPr marL="342900" indent="-342900">
              <a:buFont typeface="+mj-lt"/>
              <a:buAutoNum type="arabicPeriod"/>
            </a:pPr>
            <a:r>
              <a:rPr lang="es-CL" sz="1600" dirty="0"/>
              <a:t>En base a su elección anterior, procese sus datos para dejarlos como input para el modelo.</a:t>
            </a:r>
          </a:p>
          <a:p>
            <a:pPr marL="342900" indent="-342900">
              <a:buFont typeface="+mj-lt"/>
              <a:buAutoNum type="arabicPeriod"/>
            </a:pPr>
            <a:r>
              <a:rPr lang="es-CL" sz="1600" dirty="0"/>
              <a:t>Utilice alguna(s) de las técnicas vistas para calcular el número óptimo de clusters. ¿Hace sentido lo que recomiendan las técnicas? Comente.</a:t>
            </a:r>
          </a:p>
          <a:p>
            <a:pPr marL="342900" indent="-342900">
              <a:buFont typeface="+mj-lt"/>
              <a:buAutoNum type="arabicPeriod"/>
            </a:pPr>
            <a:r>
              <a:rPr lang="es-CL" sz="1600" dirty="0"/>
              <a:t>Entregue descripciones generales de los clusters, sus principales diferencias y gráficos relacionados.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06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961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9139640-BC66-C84A-AFF3-05F059059272}"/>
              </a:ext>
            </a:extLst>
          </p:cNvPr>
          <p:cNvGrpSpPr/>
          <p:nvPr/>
        </p:nvGrpSpPr>
        <p:grpSpPr>
          <a:xfrm>
            <a:off x="2519082" y="1219226"/>
            <a:ext cx="7153836" cy="2356695"/>
            <a:chOff x="2519082" y="1219226"/>
            <a:chExt cx="7153836" cy="2356695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2FC02EC-7848-4D45-A571-39C51868FF71}"/>
                </a:ext>
              </a:extLst>
            </p:cNvPr>
            <p:cNvGrpSpPr/>
            <p:nvPr/>
          </p:nvGrpSpPr>
          <p:grpSpPr>
            <a:xfrm>
              <a:off x="4908333" y="2285786"/>
              <a:ext cx="2322348" cy="389404"/>
              <a:chOff x="4146859" y="3656362"/>
              <a:chExt cx="4114181" cy="689853"/>
            </a:xfrm>
          </p:grpSpPr>
          <p:sp>
            <p:nvSpPr>
              <p:cNvPr id="17" name="Freeform 84">
                <a:extLst>
                  <a:ext uri="{FF2B5EF4-FFF2-40B4-BE49-F238E27FC236}">
                    <a16:creationId xmlns:a16="http://schemas.microsoft.com/office/drawing/2014/main" id="{9BB39BFE-BB35-42FB-AAFF-E3CD48B41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859" y="3656362"/>
                <a:ext cx="362934" cy="66768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85">
                <a:extLst>
                  <a:ext uri="{FF2B5EF4-FFF2-40B4-BE49-F238E27FC236}">
                    <a16:creationId xmlns:a16="http://schemas.microsoft.com/office/drawing/2014/main" id="{4ACC130D-6FF1-4ADA-B652-51859A788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7974" y="3670215"/>
                <a:ext cx="385097" cy="656607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86">
                <a:extLst>
                  <a:ext uri="{FF2B5EF4-FFF2-40B4-BE49-F238E27FC236}">
                    <a16:creationId xmlns:a16="http://schemas.microsoft.com/office/drawing/2014/main" id="{9FC03D2C-CDB0-4943-BBB0-7A4DE8959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0778" y="3664674"/>
                <a:ext cx="362934" cy="664918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87">
                <a:extLst>
                  <a:ext uri="{FF2B5EF4-FFF2-40B4-BE49-F238E27FC236}">
                    <a16:creationId xmlns:a16="http://schemas.microsoft.com/office/drawing/2014/main" id="{93121329-D2EE-47C2-9162-A7DEE17E3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0203" y="3675756"/>
                <a:ext cx="307524" cy="648295"/>
              </a:xfrm>
              <a:custGeom>
                <a:avLst/>
                <a:gdLst>
                  <a:gd name="T0" fmla="*/ 108 w 111"/>
                  <a:gd name="T1" fmla="*/ 15 h 234"/>
                  <a:gd name="T2" fmla="*/ 69 w 111"/>
                  <a:gd name="T3" fmla="*/ 15 h 234"/>
                  <a:gd name="T4" fmla="*/ 17 w 111"/>
                  <a:gd name="T5" fmla="*/ 234 h 234"/>
                  <a:gd name="T6" fmla="*/ 0 w 111"/>
                  <a:gd name="T7" fmla="*/ 234 h 234"/>
                  <a:gd name="T8" fmla="*/ 52 w 111"/>
                  <a:gd name="T9" fmla="*/ 15 h 234"/>
                  <a:gd name="T10" fmla="*/ 13 w 111"/>
                  <a:gd name="T11" fmla="*/ 15 h 234"/>
                  <a:gd name="T12" fmla="*/ 17 w 111"/>
                  <a:gd name="T13" fmla="*/ 0 h 234"/>
                  <a:gd name="T14" fmla="*/ 111 w 111"/>
                  <a:gd name="T15" fmla="*/ 1 h 234"/>
                  <a:gd name="T16" fmla="*/ 108 w 111"/>
                  <a:gd name="T17" fmla="*/ 15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234">
                    <a:moveTo>
                      <a:pt x="108" y="15"/>
                    </a:moveTo>
                    <a:lnTo>
                      <a:pt x="69" y="15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52" y="15"/>
                    </a:lnTo>
                    <a:lnTo>
                      <a:pt x="13" y="15"/>
                    </a:lnTo>
                    <a:lnTo>
                      <a:pt x="17" y="0"/>
                    </a:lnTo>
                    <a:lnTo>
                      <a:pt x="111" y="1"/>
                    </a:lnTo>
                    <a:lnTo>
                      <a:pt x="108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88">
                <a:extLst>
                  <a:ext uri="{FF2B5EF4-FFF2-40B4-BE49-F238E27FC236}">
                    <a16:creationId xmlns:a16="http://schemas.microsoft.com/office/drawing/2014/main" id="{9E38C50A-696E-4EF9-A0C7-B43D46BA78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26302" y="3675756"/>
                <a:ext cx="335229" cy="651066"/>
              </a:xfrm>
              <a:custGeom>
                <a:avLst/>
                <a:gdLst>
                  <a:gd name="T0" fmla="*/ 53 w 121"/>
                  <a:gd name="T1" fmla="*/ 148 h 235"/>
                  <a:gd name="T2" fmla="*/ 96 w 121"/>
                  <a:gd name="T3" fmla="*/ 148 h 235"/>
                  <a:gd name="T4" fmla="*/ 107 w 121"/>
                  <a:gd name="T5" fmla="*/ 19 h 235"/>
                  <a:gd name="T6" fmla="*/ 53 w 121"/>
                  <a:gd name="T7" fmla="*/ 148 h 235"/>
                  <a:gd name="T8" fmla="*/ 107 w 121"/>
                  <a:gd name="T9" fmla="*/ 235 h 235"/>
                  <a:gd name="T10" fmla="*/ 91 w 121"/>
                  <a:gd name="T11" fmla="*/ 235 h 235"/>
                  <a:gd name="T12" fmla="*/ 96 w 121"/>
                  <a:gd name="T13" fmla="*/ 164 h 235"/>
                  <a:gd name="T14" fmla="*/ 47 w 121"/>
                  <a:gd name="T15" fmla="*/ 163 h 235"/>
                  <a:gd name="T16" fmla="*/ 16 w 121"/>
                  <a:gd name="T17" fmla="*/ 235 h 235"/>
                  <a:gd name="T18" fmla="*/ 0 w 121"/>
                  <a:gd name="T19" fmla="*/ 235 h 235"/>
                  <a:gd name="T20" fmla="*/ 99 w 121"/>
                  <a:gd name="T21" fmla="*/ 0 h 235"/>
                  <a:gd name="T22" fmla="*/ 121 w 121"/>
                  <a:gd name="T23" fmla="*/ 0 h 235"/>
                  <a:gd name="T24" fmla="*/ 107 w 121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235">
                    <a:moveTo>
                      <a:pt x="53" y="148"/>
                    </a:moveTo>
                    <a:lnTo>
                      <a:pt x="96" y="148"/>
                    </a:lnTo>
                    <a:lnTo>
                      <a:pt x="107" y="19"/>
                    </a:lnTo>
                    <a:lnTo>
                      <a:pt x="53" y="148"/>
                    </a:lnTo>
                    <a:close/>
                    <a:moveTo>
                      <a:pt x="107" y="235"/>
                    </a:moveTo>
                    <a:lnTo>
                      <a:pt x="91" y="235"/>
                    </a:lnTo>
                    <a:lnTo>
                      <a:pt x="96" y="164"/>
                    </a:lnTo>
                    <a:lnTo>
                      <a:pt x="47" y="163"/>
                    </a:lnTo>
                    <a:lnTo>
                      <a:pt x="16" y="235"/>
                    </a:lnTo>
                    <a:lnTo>
                      <a:pt x="0" y="235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07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89">
                <a:extLst>
                  <a:ext uri="{FF2B5EF4-FFF2-40B4-BE49-F238E27FC236}">
                    <a16:creationId xmlns:a16="http://schemas.microsoft.com/office/drawing/2014/main" id="{276747B6-0C3A-4A19-AA98-70491DCAD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6811" y="3684067"/>
                <a:ext cx="196704" cy="642754"/>
              </a:xfrm>
              <a:custGeom>
                <a:avLst/>
                <a:gdLst>
                  <a:gd name="T0" fmla="*/ 16 w 71"/>
                  <a:gd name="T1" fmla="*/ 232 h 232"/>
                  <a:gd name="T2" fmla="*/ 0 w 71"/>
                  <a:gd name="T3" fmla="*/ 232 h 232"/>
                  <a:gd name="T4" fmla="*/ 56 w 71"/>
                  <a:gd name="T5" fmla="*/ 0 h 232"/>
                  <a:gd name="T6" fmla="*/ 71 w 71"/>
                  <a:gd name="T7" fmla="*/ 0 h 232"/>
                  <a:gd name="T8" fmla="*/ 16 w 71"/>
                  <a:gd name="T9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232">
                    <a:moveTo>
                      <a:pt x="16" y="232"/>
                    </a:moveTo>
                    <a:lnTo>
                      <a:pt x="0" y="232"/>
                    </a:lnTo>
                    <a:lnTo>
                      <a:pt x="56" y="0"/>
                    </a:lnTo>
                    <a:lnTo>
                      <a:pt x="71" y="0"/>
                    </a:lnTo>
                    <a:lnTo>
                      <a:pt x="16" y="2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90">
                <a:extLst>
                  <a:ext uri="{FF2B5EF4-FFF2-40B4-BE49-F238E27FC236}">
                    <a16:creationId xmlns:a16="http://schemas.microsoft.com/office/drawing/2014/main" id="{D3D0C595-83D0-4598-A4DA-CB3B3C275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2909" y="3684067"/>
                <a:ext cx="412802" cy="648295"/>
              </a:xfrm>
              <a:custGeom>
                <a:avLst/>
                <a:gdLst>
                  <a:gd name="T0" fmla="*/ 93 w 149"/>
                  <a:gd name="T1" fmla="*/ 234 h 234"/>
                  <a:gd name="T2" fmla="*/ 68 w 149"/>
                  <a:gd name="T3" fmla="*/ 234 h 234"/>
                  <a:gd name="T4" fmla="*/ 66 w 149"/>
                  <a:gd name="T5" fmla="*/ 17 h 234"/>
                  <a:gd name="T6" fmla="*/ 16 w 149"/>
                  <a:gd name="T7" fmla="*/ 233 h 234"/>
                  <a:gd name="T8" fmla="*/ 0 w 149"/>
                  <a:gd name="T9" fmla="*/ 233 h 234"/>
                  <a:gd name="T10" fmla="*/ 56 w 149"/>
                  <a:gd name="T11" fmla="*/ 0 h 234"/>
                  <a:gd name="T12" fmla="*/ 80 w 149"/>
                  <a:gd name="T13" fmla="*/ 1 h 234"/>
                  <a:gd name="T14" fmla="*/ 83 w 149"/>
                  <a:gd name="T15" fmla="*/ 224 h 234"/>
                  <a:gd name="T16" fmla="*/ 134 w 149"/>
                  <a:gd name="T17" fmla="*/ 1 h 234"/>
                  <a:gd name="T18" fmla="*/ 149 w 149"/>
                  <a:gd name="T19" fmla="*/ 1 h 234"/>
                  <a:gd name="T20" fmla="*/ 93 w 149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9" h="234">
                    <a:moveTo>
                      <a:pt x="93" y="234"/>
                    </a:moveTo>
                    <a:lnTo>
                      <a:pt x="68" y="234"/>
                    </a:lnTo>
                    <a:lnTo>
                      <a:pt x="66" y="17"/>
                    </a:lnTo>
                    <a:lnTo>
                      <a:pt x="16" y="233"/>
                    </a:lnTo>
                    <a:lnTo>
                      <a:pt x="0" y="233"/>
                    </a:lnTo>
                    <a:lnTo>
                      <a:pt x="56" y="0"/>
                    </a:lnTo>
                    <a:lnTo>
                      <a:pt x="80" y="1"/>
                    </a:lnTo>
                    <a:lnTo>
                      <a:pt x="83" y="224"/>
                    </a:lnTo>
                    <a:lnTo>
                      <a:pt x="134" y="1"/>
                    </a:lnTo>
                    <a:lnTo>
                      <a:pt x="149" y="1"/>
                    </a:lnTo>
                    <a:lnTo>
                      <a:pt x="93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91">
                <a:extLst>
                  <a:ext uri="{FF2B5EF4-FFF2-40B4-BE49-F238E27FC236}">
                    <a16:creationId xmlns:a16="http://schemas.microsoft.com/office/drawing/2014/main" id="{35D695EB-245F-4801-95F7-12C20203F5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1860" y="3686838"/>
                <a:ext cx="340770" cy="651066"/>
              </a:xfrm>
              <a:custGeom>
                <a:avLst/>
                <a:gdLst>
                  <a:gd name="T0" fmla="*/ 53 w 123"/>
                  <a:gd name="T1" fmla="*/ 148 h 235"/>
                  <a:gd name="T2" fmla="*/ 98 w 123"/>
                  <a:gd name="T3" fmla="*/ 148 h 235"/>
                  <a:gd name="T4" fmla="*/ 108 w 123"/>
                  <a:gd name="T5" fmla="*/ 17 h 235"/>
                  <a:gd name="T6" fmla="*/ 53 w 123"/>
                  <a:gd name="T7" fmla="*/ 148 h 235"/>
                  <a:gd name="T8" fmla="*/ 108 w 123"/>
                  <a:gd name="T9" fmla="*/ 235 h 235"/>
                  <a:gd name="T10" fmla="*/ 91 w 123"/>
                  <a:gd name="T11" fmla="*/ 234 h 235"/>
                  <a:gd name="T12" fmla="*/ 97 w 123"/>
                  <a:gd name="T13" fmla="*/ 164 h 235"/>
                  <a:gd name="T14" fmla="*/ 47 w 123"/>
                  <a:gd name="T15" fmla="*/ 163 h 235"/>
                  <a:gd name="T16" fmla="*/ 17 w 123"/>
                  <a:gd name="T17" fmla="*/ 234 h 235"/>
                  <a:gd name="T18" fmla="*/ 0 w 123"/>
                  <a:gd name="T19" fmla="*/ 234 h 235"/>
                  <a:gd name="T20" fmla="*/ 100 w 123"/>
                  <a:gd name="T21" fmla="*/ 0 h 235"/>
                  <a:gd name="T22" fmla="*/ 123 w 123"/>
                  <a:gd name="T23" fmla="*/ 0 h 235"/>
                  <a:gd name="T24" fmla="*/ 108 w 123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235">
                    <a:moveTo>
                      <a:pt x="53" y="148"/>
                    </a:moveTo>
                    <a:lnTo>
                      <a:pt x="98" y="148"/>
                    </a:lnTo>
                    <a:lnTo>
                      <a:pt x="108" y="17"/>
                    </a:lnTo>
                    <a:lnTo>
                      <a:pt x="53" y="148"/>
                    </a:lnTo>
                    <a:close/>
                    <a:moveTo>
                      <a:pt x="108" y="235"/>
                    </a:moveTo>
                    <a:lnTo>
                      <a:pt x="91" y="234"/>
                    </a:lnTo>
                    <a:lnTo>
                      <a:pt x="97" y="164"/>
                    </a:lnTo>
                    <a:lnTo>
                      <a:pt x="47" y="163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100" y="0"/>
                    </a:lnTo>
                    <a:lnTo>
                      <a:pt x="123" y="0"/>
                    </a:lnTo>
                    <a:lnTo>
                      <a:pt x="108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92">
                <a:extLst>
                  <a:ext uri="{FF2B5EF4-FFF2-40B4-BE49-F238E27FC236}">
                    <a16:creationId xmlns:a16="http://schemas.microsoft.com/office/drawing/2014/main" id="{DD788364-2338-42BF-BC36-B1CFC89111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25138" y="3692379"/>
                <a:ext cx="351852" cy="648295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93">
                <a:extLst>
                  <a:ext uri="{FF2B5EF4-FFF2-40B4-BE49-F238E27FC236}">
                    <a16:creationId xmlns:a16="http://schemas.microsoft.com/office/drawing/2014/main" id="{3A8E09B0-33E0-420E-BC56-357A8A56C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2400" y="3695149"/>
                <a:ext cx="224409" cy="648295"/>
              </a:xfrm>
              <a:custGeom>
                <a:avLst/>
                <a:gdLst>
                  <a:gd name="T0" fmla="*/ 77 w 81"/>
                  <a:gd name="T1" fmla="*/ 234 h 234"/>
                  <a:gd name="T2" fmla="*/ 0 w 81"/>
                  <a:gd name="T3" fmla="*/ 234 h 234"/>
                  <a:gd name="T4" fmla="*/ 56 w 81"/>
                  <a:gd name="T5" fmla="*/ 0 h 234"/>
                  <a:gd name="T6" fmla="*/ 72 w 81"/>
                  <a:gd name="T7" fmla="*/ 0 h 234"/>
                  <a:gd name="T8" fmla="*/ 20 w 81"/>
                  <a:gd name="T9" fmla="*/ 219 h 234"/>
                  <a:gd name="T10" fmla="*/ 81 w 81"/>
                  <a:gd name="T11" fmla="*/ 220 h 234"/>
                  <a:gd name="T12" fmla="*/ 77 w 81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34">
                    <a:moveTo>
                      <a:pt x="77" y="234"/>
                    </a:moveTo>
                    <a:lnTo>
                      <a:pt x="0" y="234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20" y="219"/>
                    </a:lnTo>
                    <a:lnTo>
                      <a:pt x="81" y="220"/>
                    </a:lnTo>
                    <a:lnTo>
                      <a:pt x="77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94">
                <a:extLst>
                  <a:ext uri="{FF2B5EF4-FFF2-40B4-BE49-F238E27FC236}">
                    <a16:creationId xmlns:a16="http://schemas.microsoft.com/office/drawing/2014/main" id="{EAF3F43D-0984-41AC-A597-6F2E47CDB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253" y="3697920"/>
                <a:ext cx="376787" cy="648295"/>
              </a:xfrm>
              <a:custGeom>
                <a:avLst/>
                <a:gdLst>
                  <a:gd name="T0" fmla="*/ 0 w 136"/>
                  <a:gd name="T1" fmla="*/ 234 h 234"/>
                  <a:gd name="T2" fmla="*/ 82 w 136"/>
                  <a:gd name="T3" fmla="*/ 234 h 234"/>
                  <a:gd name="T4" fmla="*/ 86 w 136"/>
                  <a:gd name="T5" fmla="*/ 220 h 234"/>
                  <a:gd name="T6" fmla="*/ 19 w 136"/>
                  <a:gd name="T7" fmla="*/ 219 h 234"/>
                  <a:gd name="T8" fmla="*/ 43 w 136"/>
                  <a:gd name="T9" fmla="*/ 119 h 234"/>
                  <a:gd name="T10" fmla="*/ 97 w 136"/>
                  <a:gd name="T11" fmla="*/ 120 h 234"/>
                  <a:gd name="T12" fmla="*/ 101 w 136"/>
                  <a:gd name="T13" fmla="*/ 106 h 234"/>
                  <a:gd name="T14" fmla="*/ 47 w 136"/>
                  <a:gd name="T15" fmla="*/ 105 h 234"/>
                  <a:gd name="T16" fmla="*/ 68 w 136"/>
                  <a:gd name="T17" fmla="*/ 15 h 234"/>
                  <a:gd name="T18" fmla="*/ 133 w 136"/>
                  <a:gd name="T19" fmla="*/ 16 h 234"/>
                  <a:gd name="T20" fmla="*/ 136 w 136"/>
                  <a:gd name="T21" fmla="*/ 1 h 234"/>
                  <a:gd name="T22" fmla="*/ 55 w 136"/>
                  <a:gd name="T23" fmla="*/ 0 h 234"/>
                  <a:gd name="T24" fmla="*/ 0 w 136"/>
                  <a:gd name="T2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6" h="234">
                    <a:moveTo>
                      <a:pt x="0" y="234"/>
                    </a:moveTo>
                    <a:lnTo>
                      <a:pt x="82" y="234"/>
                    </a:lnTo>
                    <a:lnTo>
                      <a:pt x="86" y="220"/>
                    </a:lnTo>
                    <a:lnTo>
                      <a:pt x="19" y="219"/>
                    </a:lnTo>
                    <a:lnTo>
                      <a:pt x="43" y="119"/>
                    </a:lnTo>
                    <a:lnTo>
                      <a:pt x="97" y="120"/>
                    </a:lnTo>
                    <a:lnTo>
                      <a:pt x="101" y="106"/>
                    </a:lnTo>
                    <a:lnTo>
                      <a:pt x="47" y="105"/>
                    </a:lnTo>
                    <a:lnTo>
                      <a:pt x="68" y="15"/>
                    </a:lnTo>
                    <a:lnTo>
                      <a:pt x="133" y="16"/>
                    </a:lnTo>
                    <a:lnTo>
                      <a:pt x="136" y="1"/>
                    </a:lnTo>
                    <a:lnTo>
                      <a:pt x="55" y="0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8" name="Freeform 95">
              <a:extLst>
                <a:ext uri="{FF2B5EF4-FFF2-40B4-BE49-F238E27FC236}">
                  <a16:creationId xmlns:a16="http://schemas.microsoft.com/office/drawing/2014/main" id="{D214E3C8-57A4-4D3B-93C0-CD8ED17B1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710" y="1844774"/>
              <a:ext cx="322157" cy="329978"/>
            </a:xfrm>
            <a:custGeom>
              <a:avLst/>
              <a:gdLst>
                <a:gd name="T0" fmla="*/ 124 w 206"/>
                <a:gd name="T1" fmla="*/ 84 h 211"/>
                <a:gd name="T2" fmla="*/ 124 w 206"/>
                <a:gd name="T3" fmla="*/ 0 h 211"/>
                <a:gd name="T4" fmla="*/ 81 w 206"/>
                <a:gd name="T5" fmla="*/ 0 h 211"/>
                <a:gd name="T6" fmla="*/ 81 w 206"/>
                <a:gd name="T7" fmla="*/ 84 h 211"/>
                <a:gd name="T8" fmla="*/ 0 w 206"/>
                <a:gd name="T9" fmla="*/ 84 h 211"/>
                <a:gd name="T10" fmla="*/ 0 w 206"/>
                <a:gd name="T11" fmla="*/ 127 h 211"/>
                <a:gd name="T12" fmla="*/ 81 w 206"/>
                <a:gd name="T13" fmla="*/ 127 h 211"/>
                <a:gd name="T14" fmla="*/ 81 w 206"/>
                <a:gd name="T15" fmla="*/ 211 h 211"/>
                <a:gd name="T16" fmla="*/ 124 w 206"/>
                <a:gd name="T17" fmla="*/ 211 h 211"/>
                <a:gd name="T18" fmla="*/ 124 w 206"/>
                <a:gd name="T19" fmla="*/ 127 h 211"/>
                <a:gd name="T20" fmla="*/ 206 w 206"/>
                <a:gd name="T21" fmla="*/ 127 h 211"/>
                <a:gd name="T22" fmla="*/ 206 w 206"/>
                <a:gd name="T23" fmla="*/ 84 h 211"/>
                <a:gd name="T24" fmla="*/ 124 w 206"/>
                <a:gd name="T25" fmla="*/ 8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6" h="211">
                  <a:moveTo>
                    <a:pt x="124" y="84"/>
                  </a:moveTo>
                  <a:lnTo>
                    <a:pt x="124" y="0"/>
                  </a:lnTo>
                  <a:lnTo>
                    <a:pt x="81" y="0"/>
                  </a:lnTo>
                  <a:lnTo>
                    <a:pt x="81" y="84"/>
                  </a:lnTo>
                  <a:lnTo>
                    <a:pt x="0" y="84"/>
                  </a:lnTo>
                  <a:lnTo>
                    <a:pt x="0" y="127"/>
                  </a:lnTo>
                  <a:lnTo>
                    <a:pt x="81" y="127"/>
                  </a:lnTo>
                  <a:lnTo>
                    <a:pt x="81" y="211"/>
                  </a:lnTo>
                  <a:lnTo>
                    <a:pt x="124" y="211"/>
                  </a:lnTo>
                  <a:lnTo>
                    <a:pt x="124" y="127"/>
                  </a:lnTo>
                  <a:lnTo>
                    <a:pt x="206" y="127"/>
                  </a:lnTo>
                  <a:lnTo>
                    <a:pt x="206" y="84"/>
                  </a:lnTo>
                  <a:lnTo>
                    <a:pt x="124" y="84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8DC28DCC-842C-4EED-9DAD-722C5B434320}"/>
                </a:ext>
              </a:extLst>
            </p:cNvPr>
            <p:cNvGrpSpPr/>
            <p:nvPr/>
          </p:nvGrpSpPr>
          <p:grpSpPr>
            <a:xfrm>
              <a:off x="4969325" y="1830700"/>
              <a:ext cx="1235457" cy="361255"/>
              <a:chOff x="4254909" y="2850150"/>
              <a:chExt cx="2188688" cy="639984"/>
            </a:xfrm>
          </p:grpSpPr>
          <p:sp>
            <p:nvSpPr>
              <p:cNvPr id="30" name="Freeform 79">
                <a:extLst>
                  <a:ext uri="{FF2B5EF4-FFF2-40B4-BE49-F238E27FC236}">
                    <a16:creationId xmlns:a16="http://schemas.microsoft.com/office/drawing/2014/main" id="{921DDF31-EE14-4503-AC78-A6F01892A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909" y="2850150"/>
                <a:ext cx="293672" cy="63998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80">
                <a:extLst>
                  <a:ext uri="{FF2B5EF4-FFF2-40B4-BE49-F238E27FC236}">
                    <a16:creationId xmlns:a16="http://schemas.microsoft.com/office/drawing/2014/main" id="{BC3EC658-9A6D-49BA-A9D1-08DA419F6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875" y="2855691"/>
                <a:ext cx="412802" cy="628902"/>
              </a:xfrm>
              <a:custGeom>
                <a:avLst/>
                <a:gdLst>
                  <a:gd name="T0" fmla="*/ 76 w 149"/>
                  <a:gd name="T1" fmla="*/ 160 h 227"/>
                  <a:gd name="T2" fmla="*/ 101 w 149"/>
                  <a:gd name="T3" fmla="*/ 0 h 227"/>
                  <a:gd name="T4" fmla="*/ 149 w 149"/>
                  <a:gd name="T5" fmla="*/ 0 h 227"/>
                  <a:gd name="T6" fmla="*/ 149 w 149"/>
                  <a:gd name="T7" fmla="*/ 227 h 227"/>
                  <a:gd name="T8" fmla="*/ 116 w 149"/>
                  <a:gd name="T9" fmla="*/ 227 h 227"/>
                  <a:gd name="T10" fmla="*/ 116 w 149"/>
                  <a:gd name="T11" fmla="*/ 65 h 227"/>
                  <a:gd name="T12" fmla="*/ 92 w 149"/>
                  <a:gd name="T13" fmla="*/ 227 h 227"/>
                  <a:gd name="T14" fmla="*/ 58 w 149"/>
                  <a:gd name="T15" fmla="*/ 227 h 227"/>
                  <a:gd name="T16" fmla="*/ 32 w 149"/>
                  <a:gd name="T17" fmla="*/ 66 h 227"/>
                  <a:gd name="T18" fmla="*/ 32 w 149"/>
                  <a:gd name="T19" fmla="*/ 227 h 227"/>
                  <a:gd name="T20" fmla="*/ 0 w 149"/>
                  <a:gd name="T21" fmla="*/ 227 h 227"/>
                  <a:gd name="T22" fmla="*/ 0 w 149"/>
                  <a:gd name="T23" fmla="*/ 0 h 227"/>
                  <a:gd name="T24" fmla="*/ 50 w 149"/>
                  <a:gd name="T25" fmla="*/ 0 h 227"/>
                  <a:gd name="T26" fmla="*/ 76 w 149"/>
                  <a:gd name="T27" fmla="*/ 16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227">
                    <a:moveTo>
                      <a:pt x="76" y="160"/>
                    </a:moveTo>
                    <a:lnTo>
                      <a:pt x="101" y="0"/>
                    </a:lnTo>
                    <a:lnTo>
                      <a:pt x="149" y="0"/>
                    </a:lnTo>
                    <a:lnTo>
                      <a:pt x="149" y="227"/>
                    </a:lnTo>
                    <a:lnTo>
                      <a:pt x="116" y="227"/>
                    </a:lnTo>
                    <a:lnTo>
                      <a:pt x="116" y="65"/>
                    </a:lnTo>
                    <a:lnTo>
                      <a:pt x="92" y="227"/>
                    </a:lnTo>
                    <a:lnTo>
                      <a:pt x="58" y="227"/>
                    </a:lnTo>
                    <a:lnTo>
                      <a:pt x="32" y="66"/>
                    </a:lnTo>
                    <a:lnTo>
                      <a:pt x="32" y="227"/>
                    </a:lnTo>
                    <a:lnTo>
                      <a:pt x="0" y="227"/>
                    </a:lnTo>
                    <a:lnTo>
                      <a:pt x="0" y="0"/>
                    </a:lnTo>
                    <a:lnTo>
                      <a:pt x="50" y="0"/>
                    </a:lnTo>
                    <a:lnTo>
                      <a:pt x="76" y="1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81">
                <a:extLst>
                  <a:ext uri="{FF2B5EF4-FFF2-40B4-BE49-F238E27FC236}">
                    <a16:creationId xmlns:a16="http://schemas.microsoft.com/office/drawing/2014/main" id="{78F77729-ADC0-4F53-9329-AA9ADACEAB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38433" y="2855691"/>
                <a:ext cx="346311" cy="628902"/>
              </a:xfrm>
              <a:custGeom>
                <a:avLst/>
                <a:gdLst>
                  <a:gd name="T0" fmla="*/ 44 w 125"/>
                  <a:gd name="T1" fmla="*/ 154 h 227"/>
                  <a:gd name="T2" fmla="*/ 78 w 125"/>
                  <a:gd name="T3" fmla="*/ 154 h 227"/>
                  <a:gd name="T4" fmla="*/ 61 w 125"/>
                  <a:gd name="T5" fmla="*/ 40 h 227"/>
                  <a:gd name="T6" fmla="*/ 44 w 125"/>
                  <a:gd name="T7" fmla="*/ 154 h 227"/>
                  <a:gd name="T8" fmla="*/ 125 w 125"/>
                  <a:gd name="T9" fmla="*/ 227 h 227"/>
                  <a:gd name="T10" fmla="*/ 89 w 125"/>
                  <a:gd name="T11" fmla="*/ 227 h 227"/>
                  <a:gd name="T12" fmla="*/ 83 w 125"/>
                  <a:gd name="T13" fmla="*/ 186 h 227"/>
                  <a:gd name="T14" fmla="*/ 39 w 125"/>
                  <a:gd name="T15" fmla="*/ 186 h 227"/>
                  <a:gd name="T16" fmla="*/ 33 w 125"/>
                  <a:gd name="T17" fmla="*/ 227 h 227"/>
                  <a:gd name="T18" fmla="*/ 0 w 125"/>
                  <a:gd name="T19" fmla="*/ 227 h 227"/>
                  <a:gd name="T20" fmla="*/ 37 w 125"/>
                  <a:gd name="T21" fmla="*/ 0 h 227"/>
                  <a:gd name="T22" fmla="*/ 88 w 125"/>
                  <a:gd name="T23" fmla="*/ 0 h 227"/>
                  <a:gd name="T24" fmla="*/ 125 w 125"/>
                  <a:gd name="T25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" h="227">
                    <a:moveTo>
                      <a:pt x="44" y="154"/>
                    </a:moveTo>
                    <a:lnTo>
                      <a:pt x="78" y="154"/>
                    </a:lnTo>
                    <a:lnTo>
                      <a:pt x="61" y="40"/>
                    </a:lnTo>
                    <a:lnTo>
                      <a:pt x="44" y="154"/>
                    </a:lnTo>
                    <a:close/>
                    <a:moveTo>
                      <a:pt x="125" y="227"/>
                    </a:moveTo>
                    <a:lnTo>
                      <a:pt x="89" y="227"/>
                    </a:lnTo>
                    <a:lnTo>
                      <a:pt x="83" y="186"/>
                    </a:lnTo>
                    <a:lnTo>
                      <a:pt x="39" y="186"/>
                    </a:lnTo>
                    <a:lnTo>
                      <a:pt x="33" y="227"/>
                    </a:lnTo>
                    <a:lnTo>
                      <a:pt x="0" y="227"/>
                    </a:lnTo>
                    <a:lnTo>
                      <a:pt x="37" y="0"/>
                    </a:lnTo>
                    <a:lnTo>
                      <a:pt x="88" y="0"/>
                    </a:lnTo>
                    <a:lnTo>
                      <a:pt x="125" y="2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82">
                <a:extLst>
                  <a:ext uri="{FF2B5EF4-FFF2-40B4-BE49-F238E27FC236}">
                    <a16:creationId xmlns:a16="http://schemas.microsoft.com/office/drawing/2014/main" id="{B9F63CEA-6F0F-4583-9979-F57540BA79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7729" y="2855691"/>
                <a:ext cx="307524" cy="628902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83">
                <a:extLst>
                  <a:ext uri="{FF2B5EF4-FFF2-40B4-BE49-F238E27FC236}">
                    <a16:creationId xmlns:a16="http://schemas.microsoft.com/office/drawing/2014/main" id="{93258266-4F2E-4D42-84C6-43908DDA4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43" y="2855691"/>
                <a:ext cx="304754" cy="628902"/>
              </a:xfrm>
              <a:custGeom>
                <a:avLst/>
                <a:gdLst>
                  <a:gd name="T0" fmla="*/ 0 w 110"/>
                  <a:gd name="T1" fmla="*/ 0 h 227"/>
                  <a:gd name="T2" fmla="*/ 110 w 110"/>
                  <a:gd name="T3" fmla="*/ 0 h 227"/>
                  <a:gd name="T4" fmla="*/ 110 w 110"/>
                  <a:gd name="T5" fmla="*/ 32 h 227"/>
                  <a:gd name="T6" fmla="*/ 72 w 110"/>
                  <a:gd name="T7" fmla="*/ 32 h 227"/>
                  <a:gd name="T8" fmla="*/ 72 w 110"/>
                  <a:gd name="T9" fmla="*/ 227 h 227"/>
                  <a:gd name="T10" fmla="*/ 37 w 110"/>
                  <a:gd name="T11" fmla="*/ 227 h 227"/>
                  <a:gd name="T12" fmla="*/ 37 w 110"/>
                  <a:gd name="T13" fmla="*/ 32 h 227"/>
                  <a:gd name="T14" fmla="*/ 0 w 110"/>
                  <a:gd name="T15" fmla="*/ 32 h 227"/>
                  <a:gd name="T16" fmla="*/ 0 w 110"/>
                  <a:gd name="T17" fmla="*/ 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227">
                    <a:moveTo>
                      <a:pt x="0" y="0"/>
                    </a:moveTo>
                    <a:lnTo>
                      <a:pt x="110" y="0"/>
                    </a:lnTo>
                    <a:lnTo>
                      <a:pt x="110" y="32"/>
                    </a:lnTo>
                    <a:lnTo>
                      <a:pt x="72" y="32"/>
                    </a:lnTo>
                    <a:lnTo>
                      <a:pt x="72" y="227"/>
                    </a:lnTo>
                    <a:lnTo>
                      <a:pt x="37" y="227"/>
                    </a:lnTo>
                    <a:lnTo>
                      <a:pt x="37" y="32"/>
                    </a:lnTo>
                    <a:lnTo>
                      <a:pt x="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1C8B62A2-FBA9-48FF-A71E-8BADE05ED652}"/>
                </a:ext>
              </a:extLst>
            </p:cNvPr>
            <p:cNvGrpSpPr/>
            <p:nvPr/>
          </p:nvGrpSpPr>
          <p:grpSpPr>
            <a:xfrm>
              <a:off x="5308684" y="2762767"/>
              <a:ext cx="1565434" cy="408170"/>
              <a:chOff x="4856105" y="4501363"/>
              <a:chExt cx="2773261" cy="723099"/>
            </a:xfrm>
          </p:grpSpPr>
          <p:sp>
            <p:nvSpPr>
              <p:cNvPr id="36" name="Freeform 77">
                <a:extLst>
                  <a:ext uri="{FF2B5EF4-FFF2-40B4-BE49-F238E27FC236}">
                    <a16:creationId xmlns:a16="http://schemas.microsoft.com/office/drawing/2014/main" id="{57B55019-CCE7-4B58-BA32-C3B09EA5A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8203" y="4501363"/>
                <a:ext cx="191163" cy="182852"/>
              </a:xfrm>
              <a:custGeom>
                <a:avLst/>
                <a:gdLst>
                  <a:gd name="T0" fmla="*/ 69 w 69"/>
                  <a:gd name="T1" fmla="*/ 65 h 66"/>
                  <a:gd name="T2" fmla="*/ 59 w 69"/>
                  <a:gd name="T3" fmla="*/ 66 h 66"/>
                  <a:gd name="T4" fmla="*/ 54 w 69"/>
                  <a:gd name="T5" fmla="*/ 12 h 66"/>
                  <a:gd name="T6" fmla="*/ 2 w 69"/>
                  <a:gd name="T7" fmla="*/ 20 h 66"/>
                  <a:gd name="T8" fmla="*/ 0 w 69"/>
                  <a:gd name="T9" fmla="*/ 10 h 66"/>
                  <a:gd name="T10" fmla="*/ 64 w 69"/>
                  <a:gd name="T11" fmla="*/ 0 h 66"/>
                  <a:gd name="T12" fmla="*/ 69 w 69"/>
                  <a:gd name="T13" fmla="*/ 6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66">
                    <a:moveTo>
                      <a:pt x="69" y="65"/>
                    </a:moveTo>
                    <a:lnTo>
                      <a:pt x="59" y="66"/>
                    </a:lnTo>
                    <a:lnTo>
                      <a:pt x="54" y="12"/>
                    </a:lnTo>
                    <a:lnTo>
                      <a:pt x="2" y="20"/>
                    </a:lnTo>
                    <a:lnTo>
                      <a:pt x="0" y="10"/>
                    </a:lnTo>
                    <a:lnTo>
                      <a:pt x="64" y="0"/>
                    </a:lnTo>
                    <a:lnTo>
                      <a:pt x="69" y="65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04">
                <a:extLst>
                  <a:ext uri="{FF2B5EF4-FFF2-40B4-BE49-F238E27FC236}">
                    <a16:creationId xmlns:a16="http://schemas.microsoft.com/office/drawing/2014/main" id="{CB5B4E82-E996-4916-89A7-673EE3DA6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9499" y="4501363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3 h 16"/>
                  <a:gd name="T8" fmla="*/ 12 w 17"/>
                  <a:gd name="T9" fmla="*/ 3 h 16"/>
                  <a:gd name="T10" fmla="*/ 15 w 17"/>
                  <a:gd name="T11" fmla="*/ 13 h 16"/>
                  <a:gd name="T12" fmla="*/ 15 w 17"/>
                  <a:gd name="T13" fmla="*/ 13 h 16"/>
                  <a:gd name="T14" fmla="*/ 9 w 17"/>
                  <a:gd name="T15" fmla="*/ 16 h 16"/>
                  <a:gd name="T16" fmla="*/ 9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2"/>
                      <a:pt x="9" y="0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6" y="5"/>
                      <a:pt x="17" y="9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3" y="15"/>
                      <a:pt x="11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423FC57B-5B48-475C-876E-5AE9FB2B1743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20330"/>
                <a:chOff x="4856105" y="4504132"/>
                <a:chExt cx="2698458" cy="720330"/>
              </a:xfrm>
            </p:grpSpPr>
            <p:sp>
              <p:nvSpPr>
                <p:cNvPr id="39" name="Freeform 101">
                  <a:extLst>
                    <a:ext uri="{FF2B5EF4-FFF2-40B4-BE49-F238E27FC236}">
                      <a16:creationId xmlns:a16="http://schemas.microsoft.com/office/drawing/2014/main" id="{D21E2C9C-117A-4B2A-A747-997D1A999F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5188445"/>
                  <a:ext cx="36016" cy="36017"/>
                </a:xfrm>
                <a:custGeom>
                  <a:avLst/>
                  <a:gdLst>
                    <a:gd name="T0" fmla="*/ 0 w 15"/>
                    <a:gd name="T1" fmla="*/ 8 h 15"/>
                    <a:gd name="T2" fmla="*/ 7 w 15"/>
                    <a:gd name="T3" fmla="*/ 0 h 15"/>
                    <a:gd name="T4" fmla="*/ 7 w 15"/>
                    <a:gd name="T5" fmla="*/ 0 h 15"/>
                    <a:gd name="T6" fmla="*/ 15 w 15"/>
                    <a:gd name="T7" fmla="*/ 7 h 15"/>
                    <a:gd name="T8" fmla="*/ 15 w 15"/>
                    <a:gd name="T9" fmla="*/ 7 h 15"/>
                    <a:gd name="T10" fmla="*/ 8 w 15"/>
                    <a:gd name="T11" fmla="*/ 15 h 15"/>
                    <a:gd name="T12" fmla="*/ 8 w 15"/>
                    <a:gd name="T13" fmla="*/ 15 h 15"/>
                    <a:gd name="T14" fmla="*/ 8 w 15"/>
                    <a:gd name="T15" fmla="*/ 15 h 15"/>
                    <a:gd name="T16" fmla="*/ 8 w 15"/>
                    <a:gd name="T17" fmla="*/ 15 h 15"/>
                    <a:gd name="T18" fmla="*/ 7 w 15"/>
                    <a:gd name="T19" fmla="*/ 15 h 15"/>
                    <a:gd name="T20" fmla="*/ 7 w 15"/>
                    <a:gd name="T21" fmla="*/ 15 h 15"/>
                    <a:gd name="T22" fmla="*/ 0 w 15"/>
                    <a:gd name="T23" fmla="*/ 8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5">
                      <a:moveTo>
                        <a:pt x="0" y="8"/>
                      </a:moveTo>
                      <a:cubicBezTo>
                        <a:pt x="0" y="4"/>
                        <a:pt x="3" y="1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4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7" y="15"/>
                        <a:pt x="7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55B68F44-4184-4722-8C78-175C76E378B6}"/>
                    </a:ext>
                  </a:extLst>
                </p:cNvPr>
                <p:cNvGrpSpPr/>
                <p:nvPr/>
              </p:nvGrpSpPr>
              <p:grpSpPr>
                <a:xfrm>
                  <a:off x="4856105" y="4504132"/>
                  <a:ext cx="2698458" cy="714789"/>
                  <a:chOff x="4856105" y="4504132"/>
                  <a:chExt cx="2698458" cy="714789"/>
                </a:xfrm>
              </p:grpSpPr>
              <p:grpSp>
                <p:nvGrpSpPr>
                  <p:cNvPr id="41" name="Grupo 40">
                    <a:extLst>
                      <a:ext uri="{FF2B5EF4-FFF2-40B4-BE49-F238E27FC236}">
                        <a16:creationId xmlns:a16="http://schemas.microsoft.com/office/drawing/2014/main" id="{31B9484A-5325-47FE-8497-95216D2DE7C6}"/>
                      </a:ext>
                    </a:extLst>
                  </p:cNvPr>
                  <p:cNvGrpSpPr/>
                  <p:nvPr/>
                </p:nvGrpSpPr>
                <p:grpSpPr>
                  <a:xfrm>
                    <a:off x="4919827" y="4587247"/>
                    <a:ext cx="2634736" cy="631674"/>
                    <a:chOff x="4919827" y="4587247"/>
                    <a:chExt cx="2634736" cy="631674"/>
                  </a:xfrm>
                </p:grpSpPr>
                <p:sp>
                  <p:nvSpPr>
                    <p:cNvPr id="43" name="Freeform 98">
                      <a:extLst>
                        <a:ext uri="{FF2B5EF4-FFF2-40B4-BE49-F238E27FC236}">
                          <a16:creationId xmlns:a16="http://schemas.microsoft.com/office/drawing/2014/main" id="{7C88850C-00F8-4F75-88DC-536CCBFB441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919827" y="4590019"/>
                      <a:ext cx="1230098" cy="628902"/>
                    </a:xfrm>
                    <a:custGeom>
                      <a:avLst/>
                      <a:gdLst>
                        <a:gd name="T0" fmla="*/ 495 w 509"/>
                        <a:gd name="T1" fmla="*/ 254 h 261"/>
                        <a:gd name="T2" fmla="*/ 502 w 509"/>
                        <a:gd name="T3" fmla="*/ 247 h 261"/>
                        <a:gd name="T4" fmla="*/ 509 w 509"/>
                        <a:gd name="T5" fmla="*/ 254 h 261"/>
                        <a:gd name="T6" fmla="*/ 501 w 509"/>
                        <a:gd name="T7" fmla="*/ 261 h 261"/>
                        <a:gd name="T8" fmla="*/ 451 w 509"/>
                        <a:gd name="T9" fmla="*/ 249 h 261"/>
                        <a:gd name="T10" fmla="*/ 459 w 509"/>
                        <a:gd name="T11" fmla="*/ 243 h 261"/>
                        <a:gd name="T12" fmla="*/ 466 w 509"/>
                        <a:gd name="T13" fmla="*/ 251 h 261"/>
                        <a:gd name="T14" fmla="*/ 457 w 509"/>
                        <a:gd name="T15" fmla="*/ 257 h 261"/>
                        <a:gd name="T16" fmla="*/ 408 w 509"/>
                        <a:gd name="T17" fmla="*/ 242 h 261"/>
                        <a:gd name="T18" fmla="*/ 417 w 509"/>
                        <a:gd name="T19" fmla="*/ 236 h 261"/>
                        <a:gd name="T20" fmla="*/ 415 w 509"/>
                        <a:gd name="T21" fmla="*/ 251 h 261"/>
                        <a:gd name="T22" fmla="*/ 371 w 509"/>
                        <a:gd name="T23" fmla="*/ 241 h 261"/>
                        <a:gd name="T24" fmla="*/ 366 w 509"/>
                        <a:gd name="T25" fmla="*/ 232 h 261"/>
                        <a:gd name="T26" fmla="*/ 374 w 509"/>
                        <a:gd name="T27" fmla="*/ 227 h 261"/>
                        <a:gd name="T28" fmla="*/ 380 w 509"/>
                        <a:gd name="T29" fmla="*/ 236 h 261"/>
                        <a:gd name="T30" fmla="*/ 371 w 509"/>
                        <a:gd name="T31" fmla="*/ 241 h 261"/>
                        <a:gd name="T32" fmla="*/ 324 w 509"/>
                        <a:gd name="T33" fmla="*/ 220 h 261"/>
                        <a:gd name="T34" fmla="*/ 338 w 509"/>
                        <a:gd name="T35" fmla="*/ 225 h 261"/>
                        <a:gd name="T36" fmla="*/ 331 w 509"/>
                        <a:gd name="T37" fmla="*/ 230 h 261"/>
                        <a:gd name="T38" fmla="*/ 283 w 509"/>
                        <a:gd name="T39" fmla="*/ 205 h 261"/>
                        <a:gd name="T40" fmla="*/ 292 w 509"/>
                        <a:gd name="T41" fmla="*/ 201 h 261"/>
                        <a:gd name="T42" fmla="*/ 289 w 509"/>
                        <a:gd name="T43" fmla="*/ 215 h 261"/>
                        <a:gd name="T44" fmla="*/ 246 w 509"/>
                        <a:gd name="T45" fmla="*/ 198 h 261"/>
                        <a:gd name="T46" fmla="*/ 252 w 509"/>
                        <a:gd name="T47" fmla="*/ 184 h 261"/>
                        <a:gd name="T48" fmla="*/ 256 w 509"/>
                        <a:gd name="T49" fmla="*/ 194 h 261"/>
                        <a:gd name="T50" fmla="*/ 246 w 509"/>
                        <a:gd name="T51" fmla="*/ 198 h 261"/>
                        <a:gd name="T52" fmla="*/ 204 w 509"/>
                        <a:gd name="T53" fmla="*/ 168 h 261"/>
                        <a:gd name="T54" fmla="*/ 214 w 509"/>
                        <a:gd name="T55" fmla="*/ 165 h 261"/>
                        <a:gd name="T56" fmla="*/ 217 w 509"/>
                        <a:gd name="T57" fmla="*/ 175 h 261"/>
                        <a:gd name="T58" fmla="*/ 207 w 509"/>
                        <a:gd name="T59" fmla="*/ 178 h 261"/>
                        <a:gd name="T60" fmla="*/ 166 w 509"/>
                        <a:gd name="T61" fmla="*/ 146 h 261"/>
                        <a:gd name="T62" fmla="*/ 179 w 509"/>
                        <a:gd name="T63" fmla="*/ 154 h 261"/>
                        <a:gd name="T64" fmla="*/ 172 w 509"/>
                        <a:gd name="T65" fmla="*/ 157 h 261"/>
                        <a:gd name="T66" fmla="*/ 130 w 509"/>
                        <a:gd name="T67" fmla="*/ 121 h 261"/>
                        <a:gd name="T68" fmla="*/ 140 w 509"/>
                        <a:gd name="T69" fmla="*/ 120 h 261"/>
                        <a:gd name="T70" fmla="*/ 136 w 509"/>
                        <a:gd name="T71" fmla="*/ 133 h 261"/>
                        <a:gd name="T72" fmla="*/ 97 w 509"/>
                        <a:gd name="T73" fmla="*/ 105 h 261"/>
                        <a:gd name="T74" fmla="*/ 106 w 509"/>
                        <a:gd name="T75" fmla="*/ 94 h 261"/>
                        <a:gd name="T76" fmla="*/ 106 w 509"/>
                        <a:gd name="T77" fmla="*/ 94 h 261"/>
                        <a:gd name="T78" fmla="*/ 101 w 509"/>
                        <a:gd name="T79" fmla="*/ 107 h 261"/>
                        <a:gd name="T80" fmla="*/ 64 w 509"/>
                        <a:gd name="T81" fmla="*/ 76 h 261"/>
                        <a:gd name="T82" fmla="*/ 73 w 509"/>
                        <a:gd name="T83" fmla="*/ 65 h 261"/>
                        <a:gd name="T84" fmla="*/ 74 w 509"/>
                        <a:gd name="T85" fmla="*/ 76 h 261"/>
                        <a:gd name="T86" fmla="*/ 64 w 509"/>
                        <a:gd name="T87" fmla="*/ 76 h 261"/>
                        <a:gd name="T88" fmla="*/ 32 w 509"/>
                        <a:gd name="T89" fmla="*/ 35 h 261"/>
                        <a:gd name="T90" fmla="*/ 42 w 509"/>
                        <a:gd name="T91" fmla="*/ 35 h 261"/>
                        <a:gd name="T92" fmla="*/ 37 w 509"/>
                        <a:gd name="T93" fmla="*/ 47 h 261"/>
                        <a:gd name="T94" fmla="*/ 3 w 509"/>
                        <a:gd name="T95" fmla="*/ 12 h 261"/>
                        <a:gd name="T96" fmla="*/ 3 w 509"/>
                        <a:gd name="T97" fmla="*/ 2 h 261"/>
                        <a:gd name="T98" fmla="*/ 14 w 509"/>
                        <a:gd name="T99" fmla="*/ 3 h 261"/>
                        <a:gd name="T100" fmla="*/ 13 w 509"/>
                        <a:gd name="T101" fmla="*/ 13 h 261"/>
                        <a:gd name="T102" fmla="*/ 3 w 509"/>
                        <a:gd name="T103" fmla="*/ 12 h 2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509" h="261">
                          <a:moveTo>
                            <a:pt x="501" y="261"/>
                          </a:moveTo>
                          <a:cubicBezTo>
                            <a:pt x="497" y="261"/>
                            <a:pt x="494" y="258"/>
                            <a:pt x="495" y="254"/>
                          </a:cubicBezTo>
                          <a:cubicBezTo>
                            <a:pt x="495" y="254"/>
                            <a:pt x="495" y="254"/>
                            <a:pt x="495" y="254"/>
                          </a:cubicBezTo>
                          <a:cubicBezTo>
                            <a:pt x="495" y="250"/>
                            <a:pt x="498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6" y="247"/>
                            <a:pt x="509" y="250"/>
                            <a:pt x="509" y="254"/>
                          </a:cubicBezTo>
                          <a:cubicBezTo>
                            <a:pt x="509" y="254"/>
                            <a:pt x="509" y="254"/>
                            <a:pt x="509" y="254"/>
                          </a:cubicBezTo>
                          <a:cubicBezTo>
                            <a:pt x="509" y="258"/>
                            <a:pt x="506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1" y="261"/>
                          </a:cubicBezTo>
                          <a:close/>
                          <a:moveTo>
                            <a:pt x="457" y="257"/>
                          </a:moveTo>
                          <a:cubicBezTo>
                            <a:pt x="454" y="257"/>
                            <a:pt x="451" y="253"/>
                            <a:pt x="451" y="249"/>
                          </a:cubicBezTo>
                          <a:cubicBezTo>
                            <a:pt x="451" y="249"/>
                            <a:pt x="451" y="249"/>
                            <a:pt x="451" y="249"/>
                          </a:cubicBezTo>
                          <a:cubicBezTo>
                            <a:pt x="452" y="245"/>
                            <a:pt x="455" y="242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63" y="243"/>
                            <a:pt x="466" y="247"/>
                            <a:pt x="466" y="251"/>
                          </a:cubicBezTo>
                          <a:cubicBezTo>
                            <a:pt x="466" y="251"/>
                            <a:pt x="466" y="251"/>
                            <a:pt x="466" y="251"/>
                          </a:cubicBezTo>
                          <a:cubicBezTo>
                            <a:pt x="465" y="255"/>
                            <a:pt x="462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7" y="257"/>
                          </a:cubicBezTo>
                          <a:close/>
                          <a:moveTo>
                            <a:pt x="414" y="251"/>
                          </a:moveTo>
                          <a:cubicBezTo>
                            <a:pt x="414" y="251"/>
                            <a:pt x="414" y="251"/>
                            <a:pt x="414" y="251"/>
                          </a:cubicBezTo>
                          <a:cubicBezTo>
                            <a:pt x="410" y="250"/>
                            <a:pt x="407" y="246"/>
                            <a:pt x="408" y="242"/>
                          </a:cubicBezTo>
                          <a:cubicBezTo>
                            <a:pt x="408" y="242"/>
                            <a:pt x="408" y="242"/>
                            <a:pt x="408" y="242"/>
                          </a:cubicBezTo>
                          <a:cubicBezTo>
                            <a:pt x="409" y="238"/>
                            <a:pt x="413" y="236"/>
                            <a:pt x="417" y="236"/>
                          </a:cubicBezTo>
                          <a:cubicBezTo>
                            <a:pt x="417" y="236"/>
                            <a:pt x="417" y="236"/>
                            <a:pt x="417" y="236"/>
                          </a:cubicBezTo>
                          <a:cubicBezTo>
                            <a:pt x="421" y="237"/>
                            <a:pt x="423" y="241"/>
                            <a:pt x="422" y="245"/>
                          </a:cubicBezTo>
                          <a:cubicBezTo>
                            <a:pt x="422" y="245"/>
                            <a:pt x="422" y="245"/>
                            <a:pt x="422" y="245"/>
                          </a:cubicBezTo>
                          <a:cubicBezTo>
                            <a:pt x="422" y="248"/>
                            <a:pt x="419" y="251"/>
                            <a:pt x="415" y="251"/>
                          </a:cubicBezTo>
                          <a:cubicBezTo>
                            <a:pt x="415" y="251"/>
                            <a:pt x="415" y="251"/>
                            <a:pt x="415" y="251"/>
                          </a:cubicBezTo>
                          <a:cubicBezTo>
                            <a:pt x="415" y="251"/>
                            <a:pt x="414" y="251"/>
                            <a:pt x="414" y="251"/>
                          </a:cubicBezTo>
                          <a:close/>
                          <a:moveTo>
                            <a:pt x="371" y="241"/>
                          </a:moveTo>
                          <a:cubicBezTo>
                            <a:pt x="371" y="241"/>
                            <a:pt x="371" y="241"/>
                            <a:pt x="371" y="241"/>
                          </a:cubicBezTo>
                          <a:cubicBezTo>
                            <a:pt x="367" y="240"/>
                            <a:pt x="365" y="236"/>
                            <a:pt x="366" y="232"/>
                          </a:cubicBezTo>
                          <a:cubicBezTo>
                            <a:pt x="366" y="232"/>
                            <a:pt x="366" y="232"/>
                            <a:pt x="366" y="232"/>
                          </a:cubicBezTo>
                          <a:cubicBezTo>
                            <a:pt x="366" y="229"/>
                            <a:pt x="371" y="226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8" y="228"/>
                            <a:pt x="381" y="232"/>
                            <a:pt x="380" y="236"/>
                          </a:cubicBezTo>
                          <a:cubicBezTo>
                            <a:pt x="380" y="236"/>
                            <a:pt x="380" y="236"/>
                            <a:pt x="380" y="236"/>
                          </a:cubicBezTo>
                          <a:cubicBezTo>
                            <a:pt x="379" y="239"/>
                            <a:pt x="376" y="242"/>
                            <a:pt x="373" y="242"/>
                          </a:cubicBezTo>
                          <a:cubicBezTo>
                            <a:pt x="373" y="242"/>
                            <a:pt x="373" y="242"/>
                            <a:pt x="373" y="242"/>
                          </a:cubicBezTo>
                          <a:cubicBezTo>
                            <a:pt x="372" y="242"/>
                            <a:pt x="371" y="242"/>
                            <a:pt x="371" y="241"/>
                          </a:cubicBezTo>
                          <a:close/>
                          <a:moveTo>
                            <a:pt x="328" y="229"/>
                          </a:moveTo>
                          <a:cubicBezTo>
                            <a:pt x="325" y="228"/>
                            <a:pt x="322" y="224"/>
                            <a:pt x="324" y="220"/>
                          </a:cubicBezTo>
                          <a:cubicBezTo>
                            <a:pt x="324" y="220"/>
                            <a:pt x="324" y="220"/>
                            <a:pt x="324" y="220"/>
                          </a:cubicBezTo>
                          <a:cubicBezTo>
                            <a:pt x="325" y="216"/>
                            <a:pt x="329" y="214"/>
                            <a:pt x="333" y="215"/>
                          </a:cubicBezTo>
                          <a:cubicBezTo>
                            <a:pt x="333" y="215"/>
                            <a:pt x="333" y="215"/>
                            <a:pt x="333" y="215"/>
                          </a:cubicBezTo>
                          <a:cubicBezTo>
                            <a:pt x="337" y="217"/>
                            <a:pt x="339" y="221"/>
                            <a:pt x="338" y="225"/>
                          </a:cubicBezTo>
                          <a:cubicBezTo>
                            <a:pt x="338" y="225"/>
                            <a:pt x="338" y="225"/>
                            <a:pt x="338" y="225"/>
                          </a:cubicBezTo>
                          <a:cubicBezTo>
                            <a:pt x="337" y="228"/>
                            <a:pt x="334" y="230"/>
                            <a:pt x="331" y="230"/>
                          </a:cubicBezTo>
                          <a:cubicBezTo>
                            <a:pt x="331" y="230"/>
                            <a:pt x="331" y="230"/>
                            <a:pt x="331" y="230"/>
                          </a:cubicBezTo>
                          <a:cubicBezTo>
                            <a:pt x="330" y="230"/>
                            <a:pt x="329" y="230"/>
                            <a:pt x="328" y="229"/>
                          </a:cubicBezTo>
                          <a:close/>
                          <a:moveTo>
                            <a:pt x="287" y="215"/>
                          </a:moveTo>
                          <a:cubicBezTo>
                            <a:pt x="283" y="213"/>
                            <a:pt x="281" y="209"/>
                            <a:pt x="283" y="205"/>
                          </a:cubicBezTo>
                          <a:cubicBezTo>
                            <a:pt x="283" y="205"/>
                            <a:pt x="283" y="205"/>
                            <a:pt x="283" y="205"/>
                          </a:cubicBezTo>
                          <a:cubicBezTo>
                            <a:pt x="284" y="202"/>
                            <a:pt x="288" y="200"/>
                            <a:pt x="292" y="201"/>
                          </a:cubicBezTo>
                          <a:cubicBezTo>
                            <a:pt x="292" y="201"/>
                            <a:pt x="292" y="201"/>
                            <a:pt x="292" y="201"/>
                          </a:cubicBezTo>
                          <a:cubicBezTo>
                            <a:pt x="296" y="203"/>
                            <a:pt x="298" y="207"/>
                            <a:pt x="296" y="211"/>
                          </a:cubicBezTo>
                          <a:cubicBezTo>
                            <a:pt x="296" y="211"/>
                            <a:pt x="296" y="211"/>
                            <a:pt x="296" y="211"/>
                          </a:cubicBezTo>
                          <a:cubicBezTo>
                            <a:pt x="295" y="214"/>
                            <a:pt x="292" y="215"/>
                            <a:pt x="289" y="215"/>
                          </a:cubicBezTo>
                          <a:cubicBezTo>
                            <a:pt x="289" y="215"/>
                            <a:pt x="289" y="215"/>
                            <a:pt x="289" y="215"/>
                          </a:cubicBezTo>
                          <a:cubicBezTo>
                            <a:pt x="289" y="215"/>
                            <a:pt x="288" y="215"/>
                            <a:pt x="287" y="215"/>
                          </a:cubicBezTo>
                          <a:close/>
                          <a:moveTo>
                            <a:pt x="246" y="198"/>
                          </a:moveTo>
                          <a:cubicBezTo>
                            <a:pt x="243" y="196"/>
                            <a:pt x="241" y="192"/>
                            <a:pt x="243" y="188"/>
                          </a:cubicBezTo>
                          <a:cubicBezTo>
                            <a:pt x="243" y="188"/>
                            <a:pt x="243" y="188"/>
                            <a:pt x="243" y="188"/>
                          </a:cubicBezTo>
                          <a:cubicBezTo>
                            <a:pt x="244" y="184"/>
                            <a:pt x="249" y="183"/>
                            <a:pt x="252" y="184"/>
                          </a:cubicBezTo>
                          <a:cubicBezTo>
                            <a:pt x="252" y="184"/>
                            <a:pt x="252" y="184"/>
                            <a:pt x="252" y="184"/>
                          </a:cubicBezTo>
                          <a:cubicBezTo>
                            <a:pt x="256" y="186"/>
                            <a:pt x="258" y="190"/>
                            <a:pt x="256" y="194"/>
                          </a:cubicBezTo>
                          <a:cubicBezTo>
                            <a:pt x="256" y="194"/>
                            <a:pt x="256" y="194"/>
                            <a:pt x="256" y="194"/>
                          </a:cubicBezTo>
                          <a:cubicBezTo>
                            <a:pt x="255" y="197"/>
                            <a:pt x="252" y="198"/>
                            <a:pt x="249" y="198"/>
                          </a:cubicBezTo>
                          <a:cubicBezTo>
                            <a:pt x="249" y="198"/>
                            <a:pt x="249" y="198"/>
                            <a:pt x="249" y="198"/>
                          </a:cubicBezTo>
                          <a:cubicBezTo>
                            <a:pt x="248" y="198"/>
                            <a:pt x="247" y="198"/>
                            <a:pt x="246" y="198"/>
                          </a:cubicBezTo>
                          <a:close/>
                          <a:moveTo>
                            <a:pt x="207" y="178"/>
                          </a:moveTo>
                          <a:cubicBezTo>
                            <a:pt x="203" y="176"/>
                            <a:pt x="202" y="172"/>
                            <a:pt x="204" y="168"/>
                          </a:cubicBezTo>
                          <a:cubicBezTo>
                            <a:pt x="204" y="168"/>
                            <a:pt x="204" y="168"/>
                            <a:pt x="204" y="168"/>
                          </a:cubicBezTo>
                          <a:cubicBezTo>
                            <a:pt x="206" y="165"/>
                            <a:pt x="210" y="163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7" y="167"/>
                            <a:pt x="218" y="172"/>
                            <a:pt x="217" y="175"/>
                          </a:cubicBezTo>
                          <a:cubicBezTo>
                            <a:pt x="217" y="175"/>
                            <a:pt x="217" y="175"/>
                            <a:pt x="217" y="175"/>
                          </a:cubicBezTo>
                          <a:cubicBezTo>
                            <a:pt x="215" y="178"/>
                            <a:pt x="213" y="179"/>
                            <a:pt x="210" y="179"/>
                          </a:cubicBezTo>
                          <a:cubicBezTo>
                            <a:pt x="210" y="179"/>
                            <a:pt x="210" y="179"/>
                            <a:pt x="210" y="179"/>
                          </a:cubicBezTo>
                          <a:cubicBezTo>
                            <a:pt x="209" y="179"/>
                            <a:pt x="208" y="179"/>
                            <a:pt x="207" y="178"/>
                          </a:cubicBezTo>
                          <a:close/>
                          <a:moveTo>
                            <a:pt x="169" y="156"/>
                          </a:moveTo>
                          <a:cubicBezTo>
                            <a:pt x="165" y="154"/>
                            <a:pt x="164" y="149"/>
                            <a:pt x="166" y="146"/>
                          </a:cubicBezTo>
                          <a:cubicBezTo>
                            <a:pt x="166" y="146"/>
                            <a:pt x="166" y="146"/>
                            <a:pt x="166" y="146"/>
                          </a:cubicBezTo>
                          <a:cubicBezTo>
                            <a:pt x="168" y="143"/>
                            <a:pt x="173" y="141"/>
                            <a:pt x="176" y="144"/>
                          </a:cubicBezTo>
                          <a:cubicBezTo>
                            <a:pt x="176" y="144"/>
                            <a:pt x="176" y="144"/>
                            <a:pt x="176" y="144"/>
                          </a:cubicBezTo>
                          <a:cubicBezTo>
                            <a:pt x="180" y="146"/>
                            <a:pt x="181" y="150"/>
                            <a:pt x="179" y="154"/>
                          </a:cubicBezTo>
                          <a:cubicBezTo>
                            <a:pt x="179" y="154"/>
                            <a:pt x="179" y="154"/>
                            <a:pt x="179" y="154"/>
                          </a:cubicBezTo>
                          <a:cubicBezTo>
                            <a:pt x="177" y="156"/>
                            <a:pt x="175" y="157"/>
                            <a:pt x="172" y="157"/>
                          </a:cubicBezTo>
                          <a:cubicBezTo>
                            <a:pt x="172" y="157"/>
                            <a:pt x="172" y="157"/>
                            <a:pt x="172" y="157"/>
                          </a:cubicBezTo>
                          <a:cubicBezTo>
                            <a:pt x="171" y="157"/>
                            <a:pt x="170" y="157"/>
                            <a:pt x="169" y="156"/>
                          </a:cubicBezTo>
                          <a:close/>
                          <a:moveTo>
                            <a:pt x="132" y="132"/>
                          </a:moveTo>
                          <a:cubicBezTo>
                            <a:pt x="129" y="129"/>
                            <a:pt x="128" y="125"/>
                            <a:pt x="130" y="121"/>
                          </a:cubicBezTo>
                          <a:cubicBezTo>
                            <a:pt x="130" y="121"/>
                            <a:pt x="130" y="121"/>
                            <a:pt x="130" y="121"/>
                          </a:cubicBezTo>
                          <a:cubicBezTo>
                            <a:pt x="133" y="118"/>
                            <a:pt x="137" y="117"/>
                            <a:pt x="140" y="120"/>
                          </a:cubicBezTo>
                          <a:cubicBezTo>
                            <a:pt x="140" y="120"/>
                            <a:pt x="140" y="120"/>
                            <a:pt x="140" y="120"/>
                          </a:cubicBezTo>
                          <a:cubicBezTo>
                            <a:pt x="144" y="122"/>
                            <a:pt x="144" y="127"/>
                            <a:pt x="142" y="130"/>
                          </a:cubicBezTo>
                          <a:cubicBezTo>
                            <a:pt x="142" y="130"/>
                            <a:pt x="142" y="130"/>
                            <a:pt x="142" y="130"/>
                          </a:cubicBezTo>
                          <a:cubicBezTo>
                            <a:pt x="141" y="132"/>
                            <a:pt x="138" y="133"/>
                            <a:pt x="136" y="133"/>
                          </a:cubicBezTo>
                          <a:cubicBezTo>
                            <a:pt x="136" y="133"/>
                            <a:pt x="136" y="133"/>
                            <a:pt x="136" y="133"/>
                          </a:cubicBezTo>
                          <a:cubicBezTo>
                            <a:pt x="135" y="133"/>
                            <a:pt x="133" y="133"/>
                            <a:pt x="132" y="132"/>
                          </a:cubicBezTo>
                          <a:close/>
                          <a:moveTo>
                            <a:pt x="97" y="105"/>
                          </a:moveTo>
                          <a:cubicBezTo>
                            <a:pt x="94" y="102"/>
                            <a:pt x="93" y="98"/>
                            <a:pt x="96" y="95"/>
                          </a:cubicBezTo>
                          <a:cubicBezTo>
                            <a:pt x="96" y="95"/>
                            <a:pt x="96" y="95"/>
                            <a:pt x="96" y="95"/>
                          </a:cubicBezTo>
                          <a:cubicBezTo>
                            <a:pt x="98" y="92"/>
                            <a:pt x="103" y="91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9" y="96"/>
                            <a:pt x="110" y="101"/>
                            <a:pt x="107" y="104"/>
                          </a:cubicBezTo>
                          <a:cubicBezTo>
                            <a:pt x="107" y="104"/>
                            <a:pt x="107" y="104"/>
                            <a:pt x="107" y="104"/>
                          </a:cubicBezTo>
                          <a:cubicBezTo>
                            <a:pt x="106" y="106"/>
                            <a:pt x="104" y="107"/>
                            <a:pt x="101" y="107"/>
                          </a:cubicBezTo>
                          <a:cubicBezTo>
                            <a:pt x="101" y="107"/>
                            <a:pt x="101" y="107"/>
                            <a:pt x="101" y="107"/>
                          </a:cubicBezTo>
                          <a:cubicBezTo>
                            <a:pt x="100" y="107"/>
                            <a:pt x="98" y="106"/>
                            <a:pt x="97" y="105"/>
                          </a:cubicBezTo>
                          <a:close/>
                          <a:moveTo>
                            <a:pt x="64" y="76"/>
                          </a:moveTo>
                          <a:cubicBezTo>
                            <a:pt x="60" y="73"/>
                            <a:pt x="60" y="69"/>
                            <a:pt x="63" y="66"/>
                          </a:cubicBezTo>
                          <a:cubicBezTo>
                            <a:pt x="63" y="66"/>
                            <a:pt x="63" y="66"/>
                            <a:pt x="63" y="66"/>
                          </a:cubicBezTo>
                          <a:cubicBezTo>
                            <a:pt x="66" y="63"/>
                            <a:pt x="70" y="63"/>
                            <a:pt x="73" y="65"/>
                          </a:cubicBezTo>
                          <a:cubicBezTo>
                            <a:pt x="73" y="65"/>
                            <a:pt x="73" y="65"/>
                            <a:pt x="73" y="65"/>
                          </a:cubicBezTo>
                          <a:cubicBezTo>
                            <a:pt x="76" y="68"/>
                            <a:pt x="77" y="73"/>
                            <a:pt x="74" y="76"/>
                          </a:cubicBezTo>
                          <a:cubicBezTo>
                            <a:pt x="74" y="76"/>
                            <a:pt x="74" y="76"/>
                            <a:pt x="74" y="76"/>
                          </a:cubicBezTo>
                          <a:cubicBezTo>
                            <a:pt x="72" y="77"/>
                            <a:pt x="70" y="78"/>
                            <a:pt x="68" y="78"/>
                          </a:cubicBezTo>
                          <a:cubicBezTo>
                            <a:pt x="68" y="78"/>
                            <a:pt x="68" y="78"/>
                            <a:pt x="68" y="78"/>
                          </a:cubicBezTo>
                          <a:cubicBezTo>
                            <a:pt x="67" y="78"/>
                            <a:pt x="65" y="77"/>
                            <a:pt x="64" y="76"/>
                          </a:cubicBezTo>
                          <a:close/>
                          <a:moveTo>
                            <a:pt x="32" y="45"/>
                          </a:moveTo>
                          <a:cubicBezTo>
                            <a:pt x="32" y="45"/>
                            <a:pt x="32" y="45"/>
                            <a:pt x="32" y="45"/>
                          </a:cubicBezTo>
                          <a:cubicBezTo>
                            <a:pt x="29" y="42"/>
                            <a:pt x="29" y="38"/>
                            <a:pt x="32" y="35"/>
                          </a:cubicBezTo>
                          <a:cubicBezTo>
                            <a:pt x="32" y="35"/>
                            <a:pt x="32" y="35"/>
                            <a:pt x="32" y="35"/>
                          </a:cubicBezTo>
                          <a:cubicBezTo>
                            <a:pt x="35" y="32"/>
                            <a:pt x="40" y="32"/>
                            <a:pt x="42" y="35"/>
                          </a:cubicBezTo>
                          <a:cubicBezTo>
                            <a:pt x="42" y="35"/>
                            <a:pt x="42" y="35"/>
                            <a:pt x="42" y="35"/>
                          </a:cubicBezTo>
                          <a:cubicBezTo>
                            <a:pt x="45" y="38"/>
                            <a:pt x="45" y="43"/>
                            <a:pt x="42" y="45"/>
                          </a:cubicBezTo>
                          <a:cubicBezTo>
                            <a:pt x="42" y="45"/>
                            <a:pt x="42" y="45"/>
                            <a:pt x="42" y="45"/>
                          </a:cubicBezTo>
                          <a:cubicBezTo>
                            <a:pt x="41" y="47"/>
                            <a:pt x="39" y="47"/>
                            <a:pt x="37" y="47"/>
                          </a:cubicBezTo>
                          <a:cubicBezTo>
                            <a:pt x="37" y="47"/>
                            <a:pt x="37" y="47"/>
                            <a:pt x="37" y="47"/>
                          </a:cubicBezTo>
                          <a:cubicBezTo>
                            <a:pt x="35" y="47"/>
                            <a:pt x="33" y="47"/>
                            <a:pt x="32" y="45"/>
                          </a:cubicBezTo>
                          <a:close/>
                          <a:moveTo>
                            <a:pt x="3" y="12"/>
                          </a:moveTo>
                          <a:cubicBezTo>
                            <a:pt x="3" y="12"/>
                            <a:pt x="3" y="12"/>
                            <a:pt x="3" y="12"/>
                          </a:cubicBezTo>
                          <a:cubicBezTo>
                            <a:pt x="0" y="9"/>
                            <a:pt x="0" y="5"/>
                            <a:pt x="3" y="2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7" y="0"/>
                            <a:pt x="11" y="0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6" y="6"/>
                            <a:pt x="16" y="11"/>
                            <a:pt x="13" y="13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2" y="14"/>
                            <a:pt x="10" y="15"/>
                            <a:pt x="8" y="15"/>
                          </a:cubicBezTo>
                          <a:cubicBezTo>
                            <a:pt x="8" y="15"/>
                            <a:pt x="8" y="15"/>
                            <a:pt x="8" y="15"/>
                          </a:cubicBezTo>
                          <a:cubicBezTo>
                            <a:pt x="6" y="15"/>
                            <a:pt x="4" y="14"/>
                            <a:pt x="3" y="12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44" name="Freeform 99">
                      <a:extLst>
                        <a:ext uri="{FF2B5EF4-FFF2-40B4-BE49-F238E27FC236}">
                          <a16:creationId xmlns:a16="http://schemas.microsoft.com/office/drawing/2014/main" id="{805DF44E-7373-46C8-8071-0E0091377CB2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4587247"/>
                      <a:ext cx="1230098" cy="631672"/>
                    </a:xfrm>
                    <a:custGeom>
                      <a:avLst/>
                      <a:gdLst>
                        <a:gd name="T0" fmla="*/ 7 w 510"/>
                        <a:gd name="T1" fmla="*/ 248 h 262"/>
                        <a:gd name="T2" fmla="*/ 15 w 510"/>
                        <a:gd name="T3" fmla="*/ 255 h 262"/>
                        <a:gd name="T4" fmla="*/ 8 w 510"/>
                        <a:gd name="T5" fmla="*/ 262 h 262"/>
                        <a:gd name="T6" fmla="*/ 0 w 510"/>
                        <a:gd name="T7" fmla="*/ 256 h 262"/>
                        <a:gd name="T8" fmla="*/ 50 w 510"/>
                        <a:gd name="T9" fmla="*/ 244 h 262"/>
                        <a:gd name="T10" fmla="*/ 58 w 510"/>
                        <a:gd name="T11" fmla="*/ 250 h 262"/>
                        <a:gd name="T12" fmla="*/ 52 w 510"/>
                        <a:gd name="T13" fmla="*/ 258 h 262"/>
                        <a:gd name="T14" fmla="*/ 44 w 510"/>
                        <a:gd name="T15" fmla="*/ 252 h 262"/>
                        <a:gd name="T16" fmla="*/ 93 w 510"/>
                        <a:gd name="T17" fmla="*/ 237 h 262"/>
                        <a:gd name="T18" fmla="*/ 101 w 510"/>
                        <a:gd name="T19" fmla="*/ 243 h 262"/>
                        <a:gd name="T20" fmla="*/ 95 w 510"/>
                        <a:gd name="T21" fmla="*/ 252 h 262"/>
                        <a:gd name="T22" fmla="*/ 87 w 510"/>
                        <a:gd name="T23" fmla="*/ 246 h 262"/>
                        <a:gd name="T24" fmla="*/ 135 w 510"/>
                        <a:gd name="T25" fmla="*/ 228 h 262"/>
                        <a:gd name="T26" fmla="*/ 144 w 510"/>
                        <a:gd name="T27" fmla="*/ 233 h 262"/>
                        <a:gd name="T28" fmla="*/ 139 w 510"/>
                        <a:gd name="T29" fmla="*/ 242 h 262"/>
                        <a:gd name="T30" fmla="*/ 130 w 510"/>
                        <a:gd name="T31" fmla="*/ 237 h 262"/>
                        <a:gd name="T32" fmla="*/ 177 w 510"/>
                        <a:gd name="T33" fmla="*/ 216 h 262"/>
                        <a:gd name="T34" fmla="*/ 181 w 510"/>
                        <a:gd name="T35" fmla="*/ 230 h 262"/>
                        <a:gd name="T36" fmla="*/ 179 w 510"/>
                        <a:gd name="T37" fmla="*/ 231 h 262"/>
                        <a:gd name="T38" fmla="*/ 217 w 510"/>
                        <a:gd name="T39" fmla="*/ 202 h 262"/>
                        <a:gd name="T40" fmla="*/ 227 w 510"/>
                        <a:gd name="T41" fmla="*/ 206 h 262"/>
                        <a:gd name="T42" fmla="*/ 220 w 510"/>
                        <a:gd name="T43" fmla="*/ 216 h 262"/>
                        <a:gd name="T44" fmla="*/ 254 w 510"/>
                        <a:gd name="T45" fmla="*/ 195 h 262"/>
                        <a:gd name="T46" fmla="*/ 267 w 510"/>
                        <a:gd name="T47" fmla="*/ 189 h 262"/>
                        <a:gd name="T48" fmla="*/ 263 w 510"/>
                        <a:gd name="T49" fmla="*/ 199 h 262"/>
                        <a:gd name="T50" fmla="*/ 254 w 510"/>
                        <a:gd name="T51" fmla="*/ 195 h 262"/>
                        <a:gd name="T52" fmla="*/ 296 w 510"/>
                        <a:gd name="T53" fmla="*/ 166 h 262"/>
                        <a:gd name="T54" fmla="*/ 303 w 510"/>
                        <a:gd name="T55" fmla="*/ 179 h 262"/>
                        <a:gd name="T56" fmla="*/ 299 w 510"/>
                        <a:gd name="T57" fmla="*/ 180 h 262"/>
                        <a:gd name="T58" fmla="*/ 333 w 510"/>
                        <a:gd name="T59" fmla="*/ 144 h 262"/>
                        <a:gd name="T60" fmla="*/ 333 w 510"/>
                        <a:gd name="T61" fmla="*/ 144 h 262"/>
                        <a:gd name="T62" fmla="*/ 341 w 510"/>
                        <a:gd name="T63" fmla="*/ 157 h 262"/>
                        <a:gd name="T64" fmla="*/ 337 w 510"/>
                        <a:gd name="T65" fmla="*/ 158 h 262"/>
                        <a:gd name="T66" fmla="*/ 369 w 510"/>
                        <a:gd name="T67" fmla="*/ 120 h 262"/>
                        <a:gd name="T68" fmla="*/ 369 w 510"/>
                        <a:gd name="T69" fmla="*/ 120 h 262"/>
                        <a:gd name="T70" fmla="*/ 378 w 510"/>
                        <a:gd name="T71" fmla="*/ 132 h 262"/>
                        <a:gd name="T72" fmla="*/ 374 w 510"/>
                        <a:gd name="T73" fmla="*/ 134 h 262"/>
                        <a:gd name="T74" fmla="*/ 404 w 510"/>
                        <a:gd name="T75" fmla="*/ 94 h 262"/>
                        <a:gd name="T76" fmla="*/ 414 w 510"/>
                        <a:gd name="T77" fmla="*/ 95 h 262"/>
                        <a:gd name="T78" fmla="*/ 408 w 510"/>
                        <a:gd name="T79" fmla="*/ 107 h 262"/>
                        <a:gd name="T80" fmla="*/ 436 w 510"/>
                        <a:gd name="T81" fmla="*/ 76 h 262"/>
                        <a:gd name="T82" fmla="*/ 447 w 510"/>
                        <a:gd name="T83" fmla="*/ 66 h 262"/>
                        <a:gd name="T84" fmla="*/ 446 w 510"/>
                        <a:gd name="T85" fmla="*/ 77 h 262"/>
                        <a:gd name="T86" fmla="*/ 436 w 510"/>
                        <a:gd name="T87" fmla="*/ 76 h 262"/>
                        <a:gd name="T88" fmla="*/ 467 w 510"/>
                        <a:gd name="T89" fmla="*/ 36 h 262"/>
                        <a:gd name="T90" fmla="*/ 478 w 510"/>
                        <a:gd name="T91" fmla="*/ 46 h 262"/>
                        <a:gd name="T92" fmla="*/ 473 w 510"/>
                        <a:gd name="T93" fmla="*/ 48 h 262"/>
                        <a:gd name="T94" fmla="*/ 496 w 510"/>
                        <a:gd name="T95" fmla="*/ 3 h 262"/>
                        <a:gd name="T96" fmla="*/ 506 w 510"/>
                        <a:gd name="T97" fmla="*/ 3 h 262"/>
                        <a:gd name="T98" fmla="*/ 502 w 510"/>
                        <a:gd name="T99" fmla="*/ 15 h 2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510" h="262">
                          <a:moveTo>
                            <a:pt x="0" y="256"/>
                          </a:moveTo>
                          <a:cubicBezTo>
                            <a:pt x="0" y="251"/>
                            <a:pt x="3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11" y="248"/>
                            <a:pt x="14" y="251"/>
                            <a:pt x="15" y="255"/>
                          </a:cubicBezTo>
                          <a:cubicBezTo>
                            <a:pt x="15" y="255"/>
                            <a:pt x="15" y="255"/>
                            <a:pt x="15" y="255"/>
                          </a:cubicBezTo>
                          <a:cubicBezTo>
                            <a:pt x="15" y="259"/>
                            <a:pt x="12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7" y="262"/>
                          </a:cubicBezTo>
                          <a:cubicBezTo>
                            <a:pt x="7" y="262"/>
                            <a:pt x="7" y="262"/>
                            <a:pt x="7" y="262"/>
                          </a:cubicBezTo>
                          <a:cubicBezTo>
                            <a:pt x="4" y="262"/>
                            <a:pt x="0" y="259"/>
                            <a:pt x="0" y="256"/>
                          </a:cubicBezTo>
                          <a:close/>
                          <a:moveTo>
                            <a:pt x="44" y="252"/>
                          </a:moveTo>
                          <a:cubicBezTo>
                            <a:pt x="43" y="248"/>
                            <a:pt x="46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4" y="243"/>
                            <a:pt x="58" y="246"/>
                            <a:pt x="58" y="250"/>
                          </a:cubicBezTo>
                          <a:cubicBezTo>
                            <a:pt x="58" y="250"/>
                            <a:pt x="58" y="250"/>
                            <a:pt x="58" y="250"/>
                          </a:cubicBezTo>
                          <a:cubicBezTo>
                            <a:pt x="59" y="254"/>
                            <a:pt x="56" y="258"/>
                            <a:pt x="52" y="258"/>
                          </a:cubicBezTo>
                          <a:cubicBezTo>
                            <a:pt x="52" y="258"/>
                            <a:pt x="52" y="258"/>
                            <a:pt x="52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47" y="258"/>
                            <a:pt x="44" y="256"/>
                            <a:pt x="44" y="252"/>
                          </a:cubicBezTo>
                          <a:close/>
                          <a:moveTo>
                            <a:pt x="87" y="246"/>
                          </a:moveTo>
                          <a:cubicBezTo>
                            <a:pt x="86" y="242"/>
                            <a:pt x="89" y="238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7" y="237"/>
                            <a:pt x="101" y="239"/>
                            <a:pt x="101" y="243"/>
                          </a:cubicBezTo>
                          <a:cubicBezTo>
                            <a:pt x="101" y="243"/>
                            <a:pt x="101" y="243"/>
                            <a:pt x="101" y="243"/>
                          </a:cubicBezTo>
                          <a:cubicBezTo>
                            <a:pt x="102" y="247"/>
                            <a:pt x="99" y="251"/>
                            <a:pt x="95" y="252"/>
                          </a:cubicBezTo>
                          <a:cubicBezTo>
                            <a:pt x="95" y="252"/>
                            <a:pt x="95" y="252"/>
                            <a:pt x="95" y="252"/>
                          </a:cubicBezTo>
                          <a:cubicBezTo>
                            <a:pt x="95" y="252"/>
                            <a:pt x="95" y="252"/>
                            <a:pt x="94" y="252"/>
                          </a:cubicBezTo>
                          <a:cubicBezTo>
                            <a:pt x="94" y="252"/>
                            <a:pt x="94" y="252"/>
                            <a:pt x="94" y="252"/>
                          </a:cubicBezTo>
                          <a:cubicBezTo>
                            <a:pt x="91" y="252"/>
                            <a:pt x="88" y="249"/>
                            <a:pt x="87" y="246"/>
                          </a:cubicBezTo>
                          <a:close/>
                          <a:moveTo>
                            <a:pt x="130" y="237"/>
                          </a:moveTo>
                          <a:cubicBezTo>
                            <a:pt x="129" y="233"/>
                            <a:pt x="131" y="229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9" y="227"/>
                            <a:pt x="143" y="230"/>
                            <a:pt x="144" y="233"/>
                          </a:cubicBezTo>
                          <a:cubicBezTo>
                            <a:pt x="144" y="233"/>
                            <a:pt x="144" y="233"/>
                            <a:pt x="144" y="233"/>
                          </a:cubicBezTo>
                          <a:cubicBezTo>
                            <a:pt x="145" y="237"/>
                            <a:pt x="142" y="241"/>
                            <a:pt x="139" y="242"/>
                          </a:cubicBezTo>
                          <a:cubicBezTo>
                            <a:pt x="139" y="242"/>
                            <a:pt x="139" y="242"/>
                            <a:pt x="139" y="242"/>
                          </a:cubicBezTo>
                          <a:cubicBezTo>
                            <a:pt x="138" y="243"/>
                            <a:pt x="137" y="243"/>
                            <a:pt x="137" y="243"/>
                          </a:cubicBezTo>
                          <a:cubicBezTo>
                            <a:pt x="137" y="243"/>
                            <a:pt x="137" y="243"/>
                            <a:pt x="137" y="243"/>
                          </a:cubicBezTo>
                          <a:cubicBezTo>
                            <a:pt x="133" y="243"/>
                            <a:pt x="130" y="240"/>
                            <a:pt x="130" y="237"/>
                          </a:cubicBezTo>
                          <a:close/>
                          <a:moveTo>
                            <a:pt x="172" y="226"/>
                          </a:moveTo>
                          <a:cubicBezTo>
                            <a:pt x="171" y="222"/>
                            <a:pt x="173" y="218"/>
                            <a:pt x="177" y="216"/>
                          </a:cubicBezTo>
                          <a:cubicBezTo>
                            <a:pt x="177" y="216"/>
                            <a:pt x="177" y="216"/>
                            <a:pt x="177" y="216"/>
                          </a:cubicBezTo>
                          <a:cubicBezTo>
                            <a:pt x="180" y="215"/>
                            <a:pt x="185" y="217"/>
                            <a:pt x="186" y="221"/>
                          </a:cubicBezTo>
                          <a:cubicBezTo>
                            <a:pt x="186" y="221"/>
                            <a:pt x="186" y="221"/>
                            <a:pt x="186" y="221"/>
                          </a:cubicBezTo>
                          <a:cubicBezTo>
                            <a:pt x="187" y="225"/>
                            <a:pt x="185" y="229"/>
                            <a:pt x="181" y="230"/>
                          </a:cubicBezTo>
                          <a:cubicBezTo>
                            <a:pt x="181" y="230"/>
                            <a:pt x="181" y="230"/>
                            <a:pt x="181" y="230"/>
                          </a:cubicBezTo>
                          <a:cubicBezTo>
                            <a:pt x="180" y="231"/>
                            <a:pt x="180" y="231"/>
                            <a:pt x="179" y="231"/>
                          </a:cubicBezTo>
                          <a:cubicBezTo>
                            <a:pt x="179" y="231"/>
                            <a:pt x="179" y="231"/>
                            <a:pt x="179" y="231"/>
                          </a:cubicBezTo>
                          <a:cubicBezTo>
                            <a:pt x="176" y="231"/>
                            <a:pt x="173" y="229"/>
                            <a:pt x="172" y="226"/>
                          </a:cubicBezTo>
                          <a:close/>
                          <a:moveTo>
                            <a:pt x="213" y="212"/>
                          </a:moveTo>
                          <a:cubicBezTo>
                            <a:pt x="212" y="208"/>
                            <a:pt x="214" y="204"/>
                            <a:pt x="217" y="202"/>
                          </a:cubicBezTo>
                          <a:cubicBezTo>
                            <a:pt x="217" y="202"/>
                            <a:pt x="217" y="202"/>
                            <a:pt x="217" y="202"/>
                          </a:cubicBezTo>
                          <a:cubicBezTo>
                            <a:pt x="221" y="201"/>
                            <a:pt x="225" y="203"/>
                            <a:pt x="227" y="206"/>
                          </a:cubicBezTo>
                          <a:cubicBezTo>
                            <a:pt x="227" y="206"/>
                            <a:pt x="227" y="206"/>
                            <a:pt x="227" y="206"/>
                          </a:cubicBezTo>
                          <a:cubicBezTo>
                            <a:pt x="228" y="210"/>
                            <a:pt x="226" y="214"/>
                            <a:pt x="223" y="216"/>
                          </a:cubicBezTo>
                          <a:cubicBezTo>
                            <a:pt x="223" y="216"/>
                            <a:pt x="223" y="216"/>
                            <a:pt x="223" y="216"/>
                          </a:cubicBezTo>
                          <a:cubicBezTo>
                            <a:pt x="222" y="216"/>
                            <a:pt x="221" y="216"/>
                            <a:pt x="220" y="216"/>
                          </a:cubicBezTo>
                          <a:cubicBezTo>
                            <a:pt x="220" y="216"/>
                            <a:pt x="220" y="216"/>
                            <a:pt x="220" y="216"/>
                          </a:cubicBezTo>
                          <a:cubicBezTo>
                            <a:pt x="217" y="216"/>
                            <a:pt x="214" y="215"/>
                            <a:pt x="213" y="212"/>
                          </a:cubicBezTo>
                          <a:close/>
                          <a:moveTo>
                            <a:pt x="254" y="195"/>
                          </a:moveTo>
                          <a:cubicBezTo>
                            <a:pt x="252" y="191"/>
                            <a:pt x="254" y="187"/>
                            <a:pt x="257" y="185"/>
                          </a:cubicBezTo>
                          <a:cubicBezTo>
                            <a:pt x="257" y="185"/>
                            <a:pt x="257" y="185"/>
                            <a:pt x="257" y="185"/>
                          </a:cubicBezTo>
                          <a:cubicBezTo>
                            <a:pt x="261" y="184"/>
                            <a:pt x="265" y="185"/>
                            <a:pt x="267" y="189"/>
                          </a:cubicBezTo>
                          <a:cubicBezTo>
                            <a:pt x="267" y="189"/>
                            <a:pt x="267" y="189"/>
                            <a:pt x="267" y="189"/>
                          </a:cubicBezTo>
                          <a:cubicBezTo>
                            <a:pt x="269" y="193"/>
                            <a:pt x="267" y="197"/>
                            <a:pt x="263" y="199"/>
                          </a:cubicBezTo>
                          <a:cubicBezTo>
                            <a:pt x="263" y="199"/>
                            <a:pt x="263" y="199"/>
                            <a:pt x="263" y="199"/>
                          </a:cubicBezTo>
                          <a:cubicBezTo>
                            <a:pt x="262" y="199"/>
                            <a:pt x="261" y="199"/>
                            <a:pt x="260" y="199"/>
                          </a:cubicBezTo>
                          <a:cubicBezTo>
                            <a:pt x="260" y="199"/>
                            <a:pt x="260" y="199"/>
                            <a:pt x="260" y="199"/>
                          </a:cubicBezTo>
                          <a:cubicBezTo>
                            <a:pt x="258" y="199"/>
                            <a:pt x="255" y="198"/>
                            <a:pt x="254" y="195"/>
                          </a:cubicBezTo>
                          <a:close/>
                          <a:moveTo>
                            <a:pt x="293" y="176"/>
                          </a:moveTo>
                          <a:cubicBezTo>
                            <a:pt x="291" y="172"/>
                            <a:pt x="292" y="168"/>
                            <a:pt x="296" y="166"/>
                          </a:cubicBezTo>
                          <a:cubicBezTo>
                            <a:pt x="296" y="166"/>
                            <a:pt x="296" y="166"/>
                            <a:pt x="296" y="166"/>
                          </a:cubicBezTo>
                          <a:cubicBezTo>
                            <a:pt x="299" y="164"/>
                            <a:pt x="304" y="165"/>
                            <a:pt x="306" y="169"/>
                          </a:cubicBezTo>
                          <a:cubicBezTo>
                            <a:pt x="306" y="169"/>
                            <a:pt x="306" y="169"/>
                            <a:pt x="306" y="169"/>
                          </a:cubicBezTo>
                          <a:cubicBezTo>
                            <a:pt x="308" y="173"/>
                            <a:pt x="307" y="177"/>
                            <a:pt x="303" y="179"/>
                          </a:cubicBezTo>
                          <a:cubicBezTo>
                            <a:pt x="303" y="179"/>
                            <a:pt x="303" y="179"/>
                            <a:pt x="303" y="179"/>
                          </a:cubicBezTo>
                          <a:cubicBezTo>
                            <a:pt x="302" y="179"/>
                            <a:pt x="301" y="180"/>
                            <a:pt x="299" y="180"/>
                          </a:cubicBezTo>
                          <a:cubicBezTo>
                            <a:pt x="299" y="180"/>
                            <a:pt x="299" y="180"/>
                            <a:pt x="299" y="180"/>
                          </a:cubicBezTo>
                          <a:cubicBezTo>
                            <a:pt x="297" y="180"/>
                            <a:pt x="294" y="178"/>
                            <a:pt x="293" y="176"/>
                          </a:cubicBezTo>
                          <a:close/>
                          <a:moveTo>
                            <a:pt x="331" y="154"/>
                          </a:moveTo>
                          <a:cubicBezTo>
                            <a:pt x="329" y="151"/>
                            <a:pt x="330" y="147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7" y="142"/>
                            <a:pt x="341" y="143"/>
                            <a:pt x="343" y="147"/>
                          </a:cubicBezTo>
                          <a:cubicBezTo>
                            <a:pt x="343" y="147"/>
                            <a:pt x="343" y="147"/>
                            <a:pt x="343" y="147"/>
                          </a:cubicBezTo>
                          <a:cubicBezTo>
                            <a:pt x="346" y="150"/>
                            <a:pt x="344" y="155"/>
                            <a:pt x="341" y="157"/>
                          </a:cubicBezTo>
                          <a:cubicBezTo>
                            <a:pt x="341" y="157"/>
                            <a:pt x="341" y="157"/>
                            <a:pt x="341" y="157"/>
                          </a:cubicBezTo>
                          <a:cubicBezTo>
                            <a:pt x="340" y="158"/>
                            <a:pt x="339" y="158"/>
                            <a:pt x="337" y="158"/>
                          </a:cubicBezTo>
                          <a:cubicBezTo>
                            <a:pt x="337" y="158"/>
                            <a:pt x="337" y="158"/>
                            <a:pt x="337" y="158"/>
                          </a:cubicBezTo>
                          <a:cubicBezTo>
                            <a:pt x="335" y="158"/>
                            <a:pt x="332" y="157"/>
                            <a:pt x="331" y="154"/>
                          </a:cubicBezTo>
                          <a:close/>
                          <a:moveTo>
                            <a:pt x="368" y="131"/>
                          </a:moveTo>
                          <a:cubicBezTo>
                            <a:pt x="365" y="127"/>
                            <a:pt x="366" y="123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73" y="118"/>
                            <a:pt x="377" y="119"/>
                            <a:pt x="380" y="122"/>
                          </a:cubicBezTo>
                          <a:cubicBezTo>
                            <a:pt x="380" y="122"/>
                            <a:pt x="380" y="122"/>
                            <a:pt x="380" y="122"/>
                          </a:cubicBezTo>
                          <a:cubicBezTo>
                            <a:pt x="382" y="125"/>
                            <a:pt x="381" y="130"/>
                            <a:pt x="378" y="132"/>
                          </a:cubicBezTo>
                          <a:cubicBezTo>
                            <a:pt x="378" y="132"/>
                            <a:pt x="378" y="132"/>
                            <a:pt x="378" y="132"/>
                          </a:cubicBezTo>
                          <a:cubicBezTo>
                            <a:pt x="377" y="133"/>
                            <a:pt x="375" y="134"/>
                            <a:pt x="374" y="134"/>
                          </a:cubicBezTo>
                          <a:cubicBezTo>
                            <a:pt x="374" y="134"/>
                            <a:pt x="374" y="134"/>
                            <a:pt x="374" y="134"/>
                          </a:cubicBezTo>
                          <a:cubicBezTo>
                            <a:pt x="371" y="134"/>
                            <a:pt x="369" y="133"/>
                            <a:pt x="368" y="131"/>
                          </a:cubicBezTo>
                          <a:close/>
                          <a:moveTo>
                            <a:pt x="403" y="105"/>
                          </a:moveTo>
                          <a:cubicBezTo>
                            <a:pt x="400" y="101"/>
                            <a:pt x="401" y="97"/>
                            <a:pt x="404" y="94"/>
                          </a:cubicBezTo>
                          <a:cubicBezTo>
                            <a:pt x="404" y="94"/>
                            <a:pt x="404" y="94"/>
                            <a:pt x="404" y="94"/>
                          </a:cubicBezTo>
                          <a:cubicBezTo>
                            <a:pt x="407" y="92"/>
                            <a:pt x="412" y="92"/>
                            <a:pt x="414" y="95"/>
                          </a:cubicBezTo>
                          <a:cubicBezTo>
                            <a:pt x="414" y="95"/>
                            <a:pt x="414" y="95"/>
                            <a:pt x="414" y="95"/>
                          </a:cubicBezTo>
                          <a:cubicBezTo>
                            <a:pt x="417" y="99"/>
                            <a:pt x="416" y="103"/>
                            <a:pt x="413" y="106"/>
                          </a:cubicBezTo>
                          <a:cubicBezTo>
                            <a:pt x="413" y="106"/>
                            <a:pt x="413" y="106"/>
                            <a:pt x="413" y="106"/>
                          </a:cubicBezTo>
                          <a:cubicBezTo>
                            <a:pt x="412" y="107"/>
                            <a:pt x="410" y="107"/>
                            <a:pt x="408" y="107"/>
                          </a:cubicBezTo>
                          <a:cubicBezTo>
                            <a:pt x="408" y="107"/>
                            <a:pt x="408" y="107"/>
                            <a:pt x="408" y="107"/>
                          </a:cubicBezTo>
                          <a:cubicBezTo>
                            <a:pt x="406" y="107"/>
                            <a:pt x="404" y="106"/>
                            <a:pt x="403" y="105"/>
                          </a:cubicBezTo>
                          <a:close/>
                          <a:moveTo>
                            <a:pt x="436" y="76"/>
                          </a:moveTo>
                          <a:cubicBezTo>
                            <a:pt x="433" y="73"/>
                            <a:pt x="433" y="69"/>
                            <a:pt x="437" y="66"/>
                          </a:cubicBezTo>
                          <a:cubicBezTo>
                            <a:pt x="437" y="66"/>
                            <a:pt x="437" y="66"/>
                            <a:pt x="437" y="66"/>
                          </a:cubicBezTo>
                          <a:cubicBezTo>
                            <a:pt x="439" y="63"/>
                            <a:pt x="444" y="63"/>
                            <a:pt x="447" y="66"/>
                          </a:cubicBezTo>
                          <a:cubicBezTo>
                            <a:pt x="447" y="66"/>
                            <a:pt x="447" y="66"/>
                            <a:pt x="447" y="66"/>
                          </a:cubicBezTo>
                          <a:cubicBezTo>
                            <a:pt x="450" y="69"/>
                            <a:pt x="449" y="74"/>
                            <a:pt x="446" y="77"/>
                          </a:cubicBezTo>
                          <a:cubicBezTo>
                            <a:pt x="446" y="77"/>
                            <a:pt x="446" y="77"/>
                            <a:pt x="446" y="77"/>
                          </a:cubicBezTo>
                          <a:cubicBezTo>
                            <a:pt x="445" y="78"/>
                            <a:pt x="443" y="79"/>
                            <a:pt x="441" y="79"/>
                          </a:cubicBezTo>
                          <a:cubicBezTo>
                            <a:pt x="441" y="79"/>
                            <a:pt x="441" y="79"/>
                            <a:pt x="441" y="79"/>
                          </a:cubicBezTo>
                          <a:cubicBezTo>
                            <a:pt x="439" y="79"/>
                            <a:pt x="438" y="78"/>
                            <a:pt x="436" y="76"/>
                          </a:cubicBezTo>
                          <a:close/>
                          <a:moveTo>
                            <a:pt x="467" y="46"/>
                          </a:moveTo>
                          <a:cubicBezTo>
                            <a:pt x="465" y="43"/>
                            <a:pt x="464" y="38"/>
                            <a:pt x="467" y="36"/>
                          </a:cubicBezTo>
                          <a:cubicBezTo>
                            <a:pt x="467" y="36"/>
                            <a:pt x="467" y="36"/>
                            <a:pt x="467" y="36"/>
                          </a:cubicBezTo>
                          <a:cubicBezTo>
                            <a:pt x="470" y="33"/>
                            <a:pt x="475" y="33"/>
                            <a:pt x="478" y="35"/>
                          </a:cubicBezTo>
                          <a:cubicBezTo>
                            <a:pt x="478" y="35"/>
                            <a:pt x="478" y="35"/>
                            <a:pt x="478" y="35"/>
                          </a:cubicBezTo>
                          <a:cubicBezTo>
                            <a:pt x="480" y="38"/>
                            <a:pt x="481" y="43"/>
                            <a:pt x="478" y="46"/>
                          </a:cubicBezTo>
                          <a:cubicBezTo>
                            <a:pt x="478" y="46"/>
                            <a:pt x="478" y="46"/>
                            <a:pt x="478" y="46"/>
                          </a:cubicBezTo>
                          <a:cubicBezTo>
                            <a:pt x="476" y="47"/>
                            <a:pt x="474" y="48"/>
                            <a:pt x="473" y="48"/>
                          </a:cubicBezTo>
                          <a:cubicBezTo>
                            <a:pt x="473" y="48"/>
                            <a:pt x="473" y="48"/>
                            <a:pt x="473" y="48"/>
                          </a:cubicBezTo>
                          <a:cubicBezTo>
                            <a:pt x="471" y="48"/>
                            <a:pt x="469" y="47"/>
                            <a:pt x="467" y="46"/>
                          </a:cubicBezTo>
                          <a:close/>
                          <a:moveTo>
                            <a:pt x="497" y="14"/>
                          </a:moveTo>
                          <a:cubicBezTo>
                            <a:pt x="494" y="11"/>
                            <a:pt x="493" y="7"/>
                            <a:pt x="496" y="3"/>
                          </a:cubicBezTo>
                          <a:cubicBezTo>
                            <a:pt x="496" y="3"/>
                            <a:pt x="496" y="3"/>
                            <a:pt x="496" y="3"/>
                          </a:cubicBezTo>
                          <a:cubicBezTo>
                            <a:pt x="499" y="0"/>
                            <a:pt x="503" y="0"/>
                            <a:pt x="506" y="3"/>
                          </a:cubicBezTo>
                          <a:cubicBezTo>
                            <a:pt x="506" y="3"/>
                            <a:pt x="506" y="3"/>
                            <a:pt x="506" y="3"/>
                          </a:cubicBezTo>
                          <a:cubicBezTo>
                            <a:pt x="509" y="5"/>
                            <a:pt x="510" y="10"/>
                            <a:pt x="507" y="13"/>
                          </a:cubicBezTo>
                          <a:cubicBezTo>
                            <a:pt x="507" y="13"/>
                            <a:pt x="507" y="13"/>
                            <a:pt x="507" y="13"/>
                          </a:cubicBezTo>
                          <a:cubicBezTo>
                            <a:pt x="506" y="15"/>
                            <a:pt x="504" y="15"/>
                            <a:pt x="502" y="15"/>
                          </a:cubicBezTo>
                          <a:cubicBezTo>
                            <a:pt x="502" y="15"/>
                            <a:pt x="502" y="15"/>
                            <a:pt x="502" y="15"/>
                          </a:cubicBezTo>
                          <a:cubicBezTo>
                            <a:pt x="500" y="15"/>
                            <a:pt x="498" y="15"/>
                            <a:pt x="497" y="14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42" name="Freeform 105">
                    <a:extLst>
                      <a:ext uri="{FF2B5EF4-FFF2-40B4-BE49-F238E27FC236}">
                        <a16:creationId xmlns:a16="http://schemas.microsoft.com/office/drawing/2014/main" id="{DD0F2332-B17A-4ED0-9412-46EBEC06E4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56105" y="4504132"/>
                    <a:ext cx="41557" cy="38787"/>
                  </a:xfrm>
                  <a:custGeom>
                    <a:avLst/>
                    <a:gdLst>
                      <a:gd name="T0" fmla="*/ 5 w 17"/>
                      <a:gd name="T1" fmla="*/ 15 h 16"/>
                      <a:gd name="T2" fmla="*/ 2 w 17"/>
                      <a:gd name="T3" fmla="*/ 5 h 16"/>
                      <a:gd name="T4" fmla="*/ 2 w 17"/>
                      <a:gd name="T5" fmla="*/ 5 h 16"/>
                      <a:gd name="T6" fmla="*/ 12 w 17"/>
                      <a:gd name="T7" fmla="*/ 2 h 16"/>
                      <a:gd name="T8" fmla="*/ 12 w 17"/>
                      <a:gd name="T9" fmla="*/ 2 h 16"/>
                      <a:gd name="T10" fmla="*/ 15 w 17"/>
                      <a:gd name="T11" fmla="*/ 12 h 16"/>
                      <a:gd name="T12" fmla="*/ 15 w 17"/>
                      <a:gd name="T13" fmla="*/ 12 h 16"/>
                      <a:gd name="T14" fmla="*/ 8 w 17"/>
                      <a:gd name="T15" fmla="*/ 16 h 16"/>
                      <a:gd name="T16" fmla="*/ 8 w 17"/>
                      <a:gd name="T17" fmla="*/ 16 h 16"/>
                      <a:gd name="T18" fmla="*/ 5 w 17"/>
                      <a:gd name="T19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16">
                        <a:moveTo>
                          <a:pt x="5" y="15"/>
                        </a:moveTo>
                        <a:cubicBezTo>
                          <a:pt x="1" y="12"/>
                          <a:pt x="0" y="8"/>
                          <a:pt x="2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4" y="1"/>
                          <a:pt x="9" y="0"/>
                          <a:pt x="12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6" y="4"/>
                          <a:pt x="17" y="9"/>
                          <a:pt x="15" y="12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4"/>
                          <a:pt x="11" y="16"/>
                          <a:pt x="8" y="16"/>
                        </a:cubicBezTo>
                        <a:cubicBezTo>
                          <a:pt x="8" y="16"/>
                          <a:pt x="8" y="16"/>
                          <a:pt x="8" y="16"/>
                        </a:cubicBezTo>
                        <a:cubicBezTo>
                          <a:pt x="7" y="16"/>
                          <a:pt x="6" y="15"/>
                          <a:pt x="5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</p:grpSp>
        </p:grp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36535D3A-F1DF-4D0A-8E11-B20915C7B1DE}"/>
                </a:ext>
              </a:extLst>
            </p:cNvPr>
            <p:cNvGrpSpPr/>
            <p:nvPr/>
          </p:nvGrpSpPr>
          <p:grpSpPr>
            <a:xfrm>
              <a:off x="5216416" y="1219226"/>
              <a:ext cx="1823472" cy="928939"/>
              <a:chOff x="4692647" y="1766887"/>
              <a:chExt cx="3230392" cy="1645672"/>
            </a:xfrm>
          </p:grpSpPr>
          <p:sp>
            <p:nvSpPr>
              <p:cNvPr id="46" name="Freeform 78">
                <a:extLst>
                  <a:ext uri="{FF2B5EF4-FFF2-40B4-BE49-F238E27FC236}">
                    <a16:creationId xmlns:a16="http://schemas.microsoft.com/office/drawing/2014/main" id="{527EA4EF-ED67-44E9-927E-A48FD7FD1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47" y="2512150"/>
                <a:ext cx="210557" cy="180083"/>
              </a:xfrm>
              <a:custGeom>
                <a:avLst/>
                <a:gdLst>
                  <a:gd name="T0" fmla="*/ 0 w 76"/>
                  <a:gd name="T1" fmla="*/ 1 h 65"/>
                  <a:gd name="T2" fmla="*/ 11 w 76"/>
                  <a:gd name="T3" fmla="*/ 0 h 65"/>
                  <a:gd name="T4" fmla="*/ 22 w 76"/>
                  <a:gd name="T5" fmla="*/ 51 h 65"/>
                  <a:gd name="T6" fmla="*/ 73 w 76"/>
                  <a:gd name="T7" fmla="*/ 36 h 65"/>
                  <a:gd name="T8" fmla="*/ 76 w 76"/>
                  <a:gd name="T9" fmla="*/ 47 h 65"/>
                  <a:gd name="T10" fmla="*/ 14 w 76"/>
                  <a:gd name="T11" fmla="*/ 65 h 65"/>
                  <a:gd name="T12" fmla="*/ 0 w 76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65">
                    <a:moveTo>
                      <a:pt x="0" y="1"/>
                    </a:moveTo>
                    <a:lnTo>
                      <a:pt x="11" y="0"/>
                    </a:lnTo>
                    <a:lnTo>
                      <a:pt x="22" y="51"/>
                    </a:lnTo>
                    <a:lnTo>
                      <a:pt x="73" y="36"/>
                    </a:lnTo>
                    <a:lnTo>
                      <a:pt x="76" y="47"/>
                    </a:lnTo>
                    <a:lnTo>
                      <a:pt x="14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D1234D87-FB88-4D96-A302-E88BF73669BA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44508" cy="1645672"/>
                <a:chOff x="4778531" y="1766887"/>
                <a:chExt cx="3144508" cy="1645672"/>
              </a:xfrm>
            </p:grpSpPr>
            <p:grpSp>
              <p:nvGrpSpPr>
                <p:cNvPr id="48" name="Grupo 47">
                  <a:extLst>
                    <a:ext uri="{FF2B5EF4-FFF2-40B4-BE49-F238E27FC236}">
                      <a16:creationId xmlns:a16="http://schemas.microsoft.com/office/drawing/2014/main" id="{AC6CA6FE-D694-481C-9F52-81CA02CAAC64}"/>
                    </a:ext>
                  </a:extLst>
                </p:cNvPr>
                <p:cNvGrpSpPr/>
                <p:nvPr/>
              </p:nvGrpSpPr>
              <p:grpSpPr>
                <a:xfrm>
                  <a:off x="4778531" y="1766887"/>
                  <a:ext cx="3136196" cy="1537623"/>
                  <a:chOff x="4778531" y="1766887"/>
                  <a:chExt cx="3136196" cy="1537623"/>
                </a:xfrm>
              </p:grpSpPr>
              <p:grpSp>
                <p:nvGrpSpPr>
                  <p:cNvPr id="50" name="Grupo 49">
                    <a:extLst>
                      <a:ext uri="{FF2B5EF4-FFF2-40B4-BE49-F238E27FC236}">
                        <a16:creationId xmlns:a16="http://schemas.microsoft.com/office/drawing/2014/main" id="{BF3C03BD-4F8C-4EDF-BEA4-68921D797F42}"/>
                      </a:ext>
                    </a:extLst>
                  </p:cNvPr>
                  <p:cNvGrpSpPr/>
                  <p:nvPr/>
                </p:nvGrpSpPr>
                <p:grpSpPr>
                  <a:xfrm>
                    <a:off x="4778531" y="1769658"/>
                    <a:ext cx="3136196" cy="1534852"/>
                    <a:chOff x="4778531" y="1769658"/>
                    <a:chExt cx="3136196" cy="1534852"/>
                  </a:xfrm>
                </p:grpSpPr>
                <p:sp>
                  <p:nvSpPr>
                    <p:cNvPr id="52" name="Freeform 96">
                      <a:extLst>
                        <a:ext uri="{FF2B5EF4-FFF2-40B4-BE49-F238E27FC236}">
                          <a16:creationId xmlns:a16="http://schemas.microsoft.com/office/drawing/2014/main" id="{BD90E2FF-B434-472F-9ACC-0E4F295593B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1769658"/>
                      <a:ext cx="1590262" cy="1534852"/>
                    </a:xfrm>
                    <a:custGeom>
                      <a:avLst/>
                      <a:gdLst>
                        <a:gd name="T0" fmla="*/ 659 w 659"/>
                        <a:gd name="T1" fmla="*/ 629 h 636"/>
                        <a:gd name="T2" fmla="*/ 652 w 659"/>
                        <a:gd name="T3" fmla="*/ 636 h 636"/>
                        <a:gd name="T4" fmla="*/ 640 w 659"/>
                        <a:gd name="T5" fmla="*/ 586 h 636"/>
                        <a:gd name="T6" fmla="*/ 654 w 659"/>
                        <a:gd name="T7" fmla="*/ 584 h 636"/>
                        <a:gd name="T8" fmla="*/ 647 w 659"/>
                        <a:gd name="T9" fmla="*/ 592 h 636"/>
                        <a:gd name="T10" fmla="*/ 638 w 659"/>
                        <a:gd name="T11" fmla="*/ 534 h 636"/>
                        <a:gd name="T12" fmla="*/ 641 w 659"/>
                        <a:gd name="T13" fmla="*/ 548 h 636"/>
                        <a:gd name="T14" fmla="*/ 633 w 659"/>
                        <a:gd name="T15" fmla="*/ 543 h 636"/>
                        <a:gd name="T16" fmla="*/ 627 w 659"/>
                        <a:gd name="T17" fmla="*/ 491 h 636"/>
                        <a:gd name="T18" fmla="*/ 631 w 659"/>
                        <a:gd name="T19" fmla="*/ 505 h 636"/>
                        <a:gd name="T20" fmla="*/ 622 w 659"/>
                        <a:gd name="T21" fmla="*/ 500 h 636"/>
                        <a:gd name="T22" fmla="*/ 622 w 659"/>
                        <a:gd name="T23" fmla="*/ 453 h 636"/>
                        <a:gd name="T24" fmla="*/ 615 w 659"/>
                        <a:gd name="T25" fmla="*/ 463 h 636"/>
                        <a:gd name="T26" fmla="*/ 596 w 659"/>
                        <a:gd name="T27" fmla="*/ 408 h 636"/>
                        <a:gd name="T28" fmla="*/ 602 w 659"/>
                        <a:gd name="T29" fmla="*/ 421 h 636"/>
                        <a:gd name="T30" fmla="*/ 592 w 659"/>
                        <a:gd name="T31" fmla="*/ 417 h 636"/>
                        <a:gd name="T32" fmla="*/ 576 w 659"/>
                        <a:gd name="T33" fmla="*/ 368 h 636"/>
                        <a:gd name="T34" fmla="*/ 583 w 659"/>
                        <a:gd name="T35" fmla="*/ 381 h 636"/>
                        <a:gd name="T36" fmla="*/ 573 w 659"/>
                        <a:gd name="T37" fmla="*/ 378 h 636"/>
                        <a:gd name="T38" fmla="*/ 564 w 659"/>
                        <a:gd name="T39" fmla="*/ 332 h 636"/>
                        <a:gd name="T40" fmla="*/ 558 w 659"/>
                        <a:gd name="T41" fmla="*/ 343 h 636"/>
                        <a:gd name="T42" fmla="*/ 529 w 659"/>
                        <a:gd name="T43" fmla="*/ 292 h 636"/>
                        <a:gd name="T44" fmla="*/ 538 w 659"/>
                        <a:gd name="T45" fmla="*/ 304 h 636"/>
                        <a:gd name="T46" fmla="*/ 528 w 659"/>
                        <a:gd name="T47" fmla="*/ 303 h 636"/>
                        <a:gd name="T48" fmla="*/ 512 w 659"/>
                        <a:gd name="T49" fmla="*/ 258 h 636"/>
                        <a:gd name="T50" fmla="*/ 507 w 659"/>
                        <a:gd name="T51" fmla="*/ 270 h 636"/>
                        <a:gd name="T52" fmla="*/ 473 w 659"/>
                        <a:gd name="T53" fmla="*/ 224 h 636"/>
                        <a:gd name="T54" fmla="*/ 483 w 659"/>
                        <a:gd name="T55" fmla="*/ 235 h 636"/>
                        <a:gd name="T56" fmla="*/ 472 w 659"/>
                        <a:gd name="T57" fmla="*/ 234 h 636"/>
                        <a:gd name="T58" fmla="*/ 452 w 659"/>
                        <a:gd name="T59" fmla="*/ 193 h 636"/>
                        <a:gd name="T60" fmla="*/ 446 w 659"/>
                        <a:gd name="T61" fmla="*/ 205 h 636"/>
                        <a:gd name="T62" fmla="*/ 408 w 659"/>
                        <a:gd name="T63" fmla="*/ 164 h 636"/>
                        <a:gd name="T64" fmla="*/ 419 w 659"/>
                        <a:gd name="T65" fmla="*/ 173 h 636"/>
                        <a:gd name="T66" fmla="*/ 409 w 659"/>
                        <a:gd name="T67" fmla="*/ 174 h 636"/>
                        <a:gd name="T68" fmla="*/ 383 w 659"/>
                        <a:gd name="T69" fmla="*/ 135 h 636"/>
                        <a:gd name="T70" fmla="*/ 378 w 659"/>
                        <a:gd name="T71" fmla="*/ 148 h 636"/>
                        <a:gd name="T72" fmla="*/ 338 w 659"/>
                        <a:gd name="T73" fmla="*/ 122 h 636"/>
                        <a:gd name="T74" fmla="*/ 346 w 659"/>
                        <a:gd name="T75" fmla="*/ 110 h 636"/>
                        <a:gd name="T76" fmla="*/ 342 w 659"/>
                        <a:gd name="T77" fmla="*/ 123 h 636"/>
                        <a:gd name="T78" fmla="*/ 300 w 659"/>
                        <a:gd name="T79" fmla="*/ 100 h 636"/>
                        <a:gd name="T80" fmla="*/ 307 w 659"/>
                        <a:gd name="T81" fmla="*/ 87 h 636"/>
                        <a:gd name="T82" fmla="*/ 303 w 659"/>
                        <a:gd name="T83" fmla="*/ 101 h 636"/>
                        <a:gd name="T84" fmla="*/ 257 w 659"/>
                        <a:gd name="T85" fmla="*/ 70 h 636"/>
                        <a:gd name="T86" fmla="*/ 270 w 659"/>
                        <a:gd name="T87" fmla="*/ 76 h 636"/>
                        <a:gd name="T88" fmla="*/ 261 w 659"/>
                        <a:gd name="T89" fmla="*/ 80 h 636"/>
                        <a:gd name="T90" fmla="*/ 226 w 659"/>
                        <a:gd name="T91" fmla="*/ 49 h 636"/>
                        <a:gd name="T92" fmla="*/ 223 w 659"/>
                        <a:gd name="T93" fmla="*/ 63 h 636"/>
                        <a:gd name="T94" fmla="*/ 174 w 659"/>
                        <a:gd name="T95" fmla="*/ 39 h 636"/>
                        <a:gd name="T96" fmla="*/ 188 w 659"/>
                        <a:gd name="T97" fmla="*/ 43 h 636"/>
                        <a:gd name="T98" fmla="*/ 179 w 659"/>
                        <a:gd name="T99" fmla="*/ 48 h 636"/>
                        <a:gd name="T100" fmla="*/ 140 w 659"/>
                        <a:gd name="T101" fmla="*/ 21 h 636"/>
                        <a:gd name="T102" fmla="*/ 139 w 659"/>
                        <a:gd name="T103" fmla="*/ 36 h 636"/>
                        <a:gd name="T104" fmla="*/ 88 w 659"/>
                        <a:gd name="T105" fmla="*/ 18 h 636"/>
                        <a:gd name="T106" fmla="*/ 102 w 659"/>
                        <a:gd name="T107" fmla="*/ 20 h 636"/>
                        <a:gd name="T108" fmla="*/ 94 w 659"/>
                        <a:gd name="T109" fmla="*/ 26 h 636"/>
                        <a:gd name="T110" fmla="*/ 44 w 659"/>
                        <a:gd name="T111" fmla="*/ 11 h 636"/>
                        <a:gd name="T112" fmla="*/ 59 w 659"/>
                        <a:gd name="T113" fmla="*/ 13 h 636"/>
                        <a:gd name="T114" fmla="*/ 50 w 659"/>
                        <a:gd name="T115" fmla="*/ 19 h 636"/>
                        <a:gd name="T116" fmla="*/ 0 w 659"/>
                        <a:gd name="T117" fmla="*/ 7 h 636"/>
                        <a:gd name="T118" fmla="*/ 14 w 659"/>
                        <a:gd name="T119" fmla="*/ 8 h 636"/>
                        <a:gd name="T120" fmla="*/ 7 w 659"/>
                        <a:gd name="T121" fmla="*/ 15 h 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659" h="636">
                          <a:moveTo>
                            <a:pt x="644" y="630"/>
                          </a:moveTo>
                          <a:cubicBezTo>
                            <a:pt x="644" y="626"/>
                            <a:pt x="647" y="622"/>
                            <a:pt x="651" y="622"/>
                          </a:cubicBezTo>
                          <a:cubicBezTo>
                            <a:pt x="651" y="622"/>
                            <a:pt x="651" y="622"/>
                            <a:pt x="651" y="622"/>
                          </a:cubicBezTo>
                          <a:cubicBezTo>
                            <a:pt x="655" y="622"/>
                            <a:pt x="659" y="625"/>
                            <a:pt x="659" y="629"/>
                          </a:cubicBezTo>
                          <a:cubicBezTo>
                            <a:pt x="659" y="629"/>
                            <a:pt x="659" y="629"/>
                            <a:pt x="659" y="629"/>
                          </a:cubicBezTo>
                          <a:cubicBezTo>
                            <a:pt x="659" y="633"/>
                            <a:pt x="656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48" y="636"/>
                            <a:pt x="645" y="634"/>
                            <a:pt x="644" y="630"/>
                          </a:cubicBezTo>
                          <a:close/>
                          <a:moveTo>
                            <a:pt x="640" y="586"/>
                          </a:move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39" y="582"/>
                            <a:pt x="642" y="578"/>
                            <a:pt x="646" y="578"/>
                          </a:cubicBezTo>
                          <a:cubicBezTo>
                            <a:pt x="646" y="578"/>
                            <a:pt x="646" y="578"/>
                            <a:pt x="646" y="578"/>
                          </a:cubicBezTo>
                          <a:cubicBezTo>
                            <a:pt x="650" y="577"/>
                            <a:pt x="654" y="580"/>
                            <a:pt x="654" y="584"/>
                          </a:cubicBezTo>
                          <a:cubicBezTo>
                            <a:pt x="654" y="584"/>
                            <a:pt x="654" y="584"/>
                            <a:pt x="654" y="584"/>
                          </a:cubicBezTo>
                          <a:cubicBezTo>
                            <a:pt x="655" y="588"/>
                            <a:pt x="652" y="592"/>
                            <a:pt x="648" y="592"/>
                          </a:cubicBezTo>
                          <a:cubicBezTo>
                            <a:pt x="648" y="592"/>
                            <a:pt x="648" y="592"/>
                            <a:pt x="648" y="592"/>
                          </a:cubicBezTo>
                          <a:cubicBezTo>
                            <a:pt x="648" y="592"/>
                            <a:pt x="647" y="592"/>
                            <a:pt x="647" y="592"/>
                          </a:cubicBezTo>
                          <a:cubicBezTo>
                            <a:pt x="647" y="592"/>
                            <a:pt x="647" y="592"/>
                            <a:pt x="647" y="592"/>
                          </a:cubicBezTo>
                          <a:cubicBezTo>
                            <a:pt x="643" y="592"/>
                            <a:pt x="640" y="590"/>
                            <a:pt x="640" y="586"/>
                          </a:cubicBezTo>
                          <a:close/>
                          <a:moveTo>
                            <a:pt x="633" y="543"/>
                          </a:moveTo>
                          <a:cubicBezTo>
                            <a:pt x="632" y="539"/>
                            <a:pt x="634" y="535"/>
                            <a:pt x="638" y="534"/>
                          </a:cubicBezTo>
                          <a:cubicBezTo>
                            <a:pt x="638" y="534"/>
                            <a:pt x="638" y="534"/>
                            <a:pt x="638" y="534"/>
                          </a:cubicBezTo>
                          <a:cubicBezTo>
                            <a:pt x="642" y="533"/>
                            <a:pt x="646" y="536"/>
                            <a:pt x="647" y="540"/>
                          </a:cubicBezTo>
                          <a:cubicBezTo>
                            <a:pt x="647" y="540"/>
                            <a:pt x="647" y="540"/>
                            <a:pt x="647" y="540"/>
                          </a:cubicBezTo>
                          <a:cubicBezTo>
                            <a:pt x="648" y="544"/>
                            <a:pt x="645" y="547"/>
                            <a:pt x="641" y="548"/>
                          </a:cubicBezTo>
                          <a:cubicBezTo>
                            <a:pt x="641" y="548"/>
                            <a:pt x="641" y="548"/>
                            <a:pt x="641" y="548"/>
                          </a:cubicBezTo>
                          <a:cubicBezTo>
                            <a:pt x="641" y="548"/>
                            <a:pt x="640" y="548"/>
                            <a:pt x="640" y="548"/>
                          </a:cubicBezTo>
                          <a:cubicBezTo>
                            <a:pt x="640" y="548"/>
                            <a:pt x="640" y="548"/>
                            <a:pt x="640" y="548"/>
                          </a:cubicBezTo>
                          <a:cubicBezTo>
                            <a:pt x="636" y="548"/>
                            <a:pt x="633" y="546"/>
                            <a:pt x="633" y="543"/>
                          </a:cubicBezTo>
                          <a:close/>
                          <a:moveTo>
                            <a:pt x="622" y="500"/>
                          </a:move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1" y="496"/>
                            <a:pt x="623" y="492"/>
                            <a:pt x="627" y="491"/>
                          </a:cubicBezTo>
                          <a:cubicBezTo>
                            <a:pt x="627" y="491"/>
                            <a:pt x="627" y="491"/>
                            <a:pt x="627" y="491"/>
                          </a:cubicBezTo>
                          <a:cubicBezTo>
                            <a:pt x="631" y="490"/>
                            <a:pt x="635" y="492"/>
                            <a:pt x="636" y="496"/>
                          </a:cubicBezTo>
                          <a:cubicBezTo>
                            <a:pt x="636" y="496"/>
                            <a:pt x="636" y="496"/>
                            <a:pt x="636" y="496"/>
                          </a:cubicBezTo>
                          <a:cubicBezTo>
                            <a:pt x="637" y="500"/>
                            <a:pt x="635" y="504"/>
                            <a:pt x="631" y="505"/>
                          </a:cubicBezTo>
                          <a:cubicBezTo>
                            <a:pt x="631" y="505"/>
                            <a:pt x="631" y="505"/>
                            <a:pt x="631" y="505"/>
                          </a:cubicBezTo>
                          <a:cubicBezTo>
                            <a:pt x="630" y="505"/>
                            <a:pt x="630" y="505"/>
                            <a:pt x="629" y="505"/>
                          </a:cubicBezTo>
                          <a:cubicBezTo>
                            <a:pt x="629" y="505"/>
                            <a:pt x="629" y="505"/>
                            <a:pt x="629" y="505"/>
                          </a:cubicBezTo>
                          <a:cubicBezTo>
                            <a:pt x="626" y="505"/>
                            <a:pt x="623" y="503"/>
                            <a:pt x="622" y="500"/>
                          </a:cubicBezTo>
                          <a:close/>
                          <a:moveTo>
                            <a:pt x="609" y="458"/>
                          </a:moveTo>
                          <a:cubicBezTo>
                            <a:pt x="607" y="454"/>
                            <a:pt x="609" y="450"/>
                            <a:pt x="613" y="449"/>
                          </a:cubicBezTo>
                          <a:cubicBezTo>
                            <a:pt x="613" y="449"/>
                            <a:pt x="613" y="449"/>
                            <a:pt x="613" y="449"/>
                          </a:cubicBezTo>
                          <a:cubicBezTo>
                            <a:pt x="617" y="447"/>
                            <a:pt x="621" y="449"/>
                            <a:pt x="622" y="453"/>
                          </a:cubicBezTo>
                          <a:cubicBezTo>
                            <a:pt x="622" y="453"/>
                            <a:pt x="622" y="453"/>
                            <a:pt x="622" y="453"/>
                          </a:cubicBezTo>
                          <a:cubicBezTo>
                            <a:pt x="624" y="457"/>
                            <a:pt x="622" y="461"/>
                            <a:pt x="618" y="463"/>
                          </a:cubicBezTo>
                          <a:cubicBezTo>
                            <a:pt x="618" y="463"/>
                            <a:pt x="618" y="463"/>
                            <a:pt x="618" y="463"/>
                          </a:cubicBezTo>
                          <a:cubicBezTo>
                            <a:pt x="617" y="463"/>
                            <a:pt x="616" y="463"/>
                            <a:pt x="615" y="463"/>
                          </a:cubicBezTo>
                          <a:cubicBezTo>
                            <a:pt x="615" y="463"/>
                            <a:pt x="615" y="463"/>
                            <a:pt x="615" y="463"/>
                          </a:cubicBezTo>
                          <a:cubicBezTo>
                            <a:pt x="613" y="463"/>
                            <a:pt x="610" y="461"/>
                            <a:pt x="609" y="458"/>
                          </a:cubicBezTo>
                          <a:close/>
                          <a:moveTo>
                            <a:pt x="592" y="417"/>
                          </a:moveTo>
                          <a:cubicBezTo>
                            <a:pt x="591" y="414"/>
                            <a:pt x="593" y="409"/>
                            <a:pt x="596" y="408"/>
                          </a:cubicBezTo>
                          <a:cubicBezTo>
                            <a:pt x="596" y="408"/>
                            <a:pt x="596" y="408"/>
                            <a:pt x="596" y="408"/>
                          </a:cubicBezTo>
                          <a:cubicBezTo>
                            <a:pt x="600" y="406"/>
                            <a:pt x="604" y="408"/>
                            <a:pt x="606" y="411"/>
                          </a:cubicBezTo>
                          <a:cubicBezTo>
                            <a:pt x="606" y="411"/>
                            <a:pt x="606" y="411"/>
                            <a:pt x="606" y="411"/>
                          </a:cubicBezTo>
                          <a:cubicBezTo>
                            <a:pt x="607" y="415"/>
                            <a:pt x="606" y="420"/>
                            <a:pt x="602" y="421"/>
                          </a:cubicBezTo>
                          <a:cubicBezTo>
                            <a:pt x="602" y="421"/>
                            <a:pt x="602" y="421"/>
                            <a:pt x="602" y="421"/>
                          </a:cubicBezTo>
                          <a:cubicBezTo>
                            <a:pt x="601" y="421"/>
                            <a:pt x="600" y="422"/>
                            <a:pt x="599" y="422"/>
                          </a:cubicBezTo>
                          <a:cubicBezTo>
                            <a:pt x="599" y="422"/>
                            <a:pt x="599" y="422"/>
                            <a:pt x="599" y="422"/>
                          </a:cubicBezTo>
                          <a:cubicBezTo>
                            <a:pt x="596" y="422"/>
                            <a:pt x="594" y="420"/>
                            <a:pt x="592" y="417"/>
                          </a:cubicBezTo>
                          <a:close/>
                          <a:moveTo>
                            <a:pt x="573" y="378"/>
                          </a:move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2" y="374"/>
                            <a:pt x="573" y="370"/>
                            <a:pt x="576" y="368"/>
                          </a:cubicBezTo>
                          <a:cubicBezTo>
                            <a:pt x="576" y="368"/>
                            <a:pt x="576" y="368"/>
                            <a:pt x="576" y="368"/>
                          </a:cubicBezTo>
                          <a:cubicBezTo>
                            <a:pt x="580" y="366"/>
                            <a:pt x="584" y="367"/>
                            <a:pt x="586" y="371"/>
                          </a:cubicBezTo>
                          <a:cubicBezTo>
                            <a:pt x="586" y="371"/>
                            <a:pt x="586" y="371"/>
                            <a:pt x="586" y="371"/>
                          </a:cubicBezTo>
                          <a:cubicBezTo>
                            <a:pt x="588" y="375"/>
                            <a:pt x="587" y="379"/>
                            <a:pt x="583" y="381"/>
                          </a:cubicBezTo>
                          <a:cubicBezTo>
                            <a:pt x="583" y="381"/>
                            <a:pt x="583" y="381"/>
                            <a:pt x="583" y="381"/>
                          </a:cubicBezTo>
                          <a:cubicBezTo>
                            <a:pt x="582" y="381"/>
                            <a:pt x="581" y="382"/>
                            <a:pt x="580" y="382"/>
                          </a:cubicBezTo>
                          <a:cubicBezTo>
                            <a:pt x="580" y="382"/>
                            <a:pt x="580" y="382"/>
                            <a:pt x="580" y="382"/>
                          </a:cubicBezTo>
                          <a:cubicBezTo>
                            <a:pt x="577" y="382"/>
                            <a:pt x="575" y="380"/>
                            <a:pt x="573" y="378"/>
                          </a:cubicBezTo>
                          <a:close/>
                          <a:moveTo>
                            <a:pt x="552" y="339"/>
                          </a:moveTo>
                          <a:cubicBezTo>
                            <a:pt x="550" y="336"/>
                            <a:pt x="551" y="331"/>
                            <a:pt x="554" y="329"/>
                          </a:cubicBezTo>
                          <a:cubicBezTo>
                            <a:pt x="554" y="329"/>
                            <a:pt x="554" y="329"/>
                            <a:pt x="554" y="329"/>
                          </a:cubicBezTo>
                          <a:cubicBezTo>
                            <a:pt x="558" y="327"/>
                            <a:pt x="562" y="328"/>
                            <a:pt x="564" y="332"/>
                          </a:cubicBezTo>
                          <a:cubicBezTo>
                            <a:pt x="564" y="332"/>
                            <a:pt x="564" y="332"/>
                            <a:pt x="564" y="332"/>
                          </a:cubicBezTo>
                          <a:cubicBezTo>
                            <a:pt x="566" y="335"/>
                            <a:pt x="565" y="340"/>
                            <a:pt x="562" y="342"/>
                          </a:cubicBezTo>
                          <a:cubicBezTo>
                            <a:pt x="562" y="342"/>
                            <a:pt x="562" y="342"/>
                            <a:pt x="562" y="342"/>
                          </a:cubicBezTo>
                          <a:cubicBezTo>
                            <a:pt x="561" y="343"/>
                            <a:pt x="559" y="343"/>
                            <a:pt x="558" y="343"/>
                          </a:cubicBezTo>
                          <a:cubicBezTo>
                            <a:pt x="558" y="343"/>
                            <a:pt x="558" y="343"/>
                            <a:pt x="558" y="343"/>
                          </a:cubicBezTo>
                          <a:cubicBezTo>
                            <a:pt x="556" y="343"/>
                            <a:pt x="553" y="342"/>
                            <a:pt x="552" y="339"/>
                          </a:cubicBezTo>
                          <a:close/>
                          <a:moveTo>
                            <a:pt x="528" y="303"/>
                          </a:moveTo>
                          <a:cubicBezTo>
                            <a:pt x="525" y="299"/>
                            <a:pt x="526" y="295"/>
                            <a:pt x="529" y="292"/>
                          </a:cubicBezTo>
                          <a:cubicBezTo>
                            <a:pt x="529" y="292"/>
                            <a:pt x="529" y="292"/>
                            <a:pt x="529" y="292"/>
                          </a:cubicBezTo>
                          <a:cubicBezTo>
                            <a:pt x="533" y="290"/>
                            <a:pt x="537" y="291"/>
                            <a:pt x="540" y="294"/>
                          </a:cubicBezTo>
                          <a:cubicBezTo>
                            <a:pt x="540" y="294"/>
                            <a:pt x="540" y="294"/>
                            <a:pt x="540" y="294"/>
                          </a:cubicBezTo>
                          <a:cubicBezTo>
                            <a:pt x="542" y="298"/>
                            <a:pt x="541" y="302"/>
                            <a:pt x="538" y="304"/>
                          </a:cubicBezTo>
                          <a:cubicBezTo>
                            <a:pt x="538" y="304"/>
                            <a:pt x="538" y="304"/>
                            <a:pt x="538" y="304"/>
                          </a:cubicBezTo>
                          <a:cubicBezTo>
                            <a:pt x="537" y="305"/>
                            <a:pt x="535" y="306"/>
                            <a:pt x="534" y="306"/>
                          </a:cubicBezTo>
                          <a:cubicBezTo>
                            <a:pt x="534" y="306"/>
                            <a:pt x="534" y="306"/>
                            <a:pt x="534" y="306"/>
                          </a:cubicBezTo>
                          <a:cubicBezTo>
                            <a:pt x="531" y="306"/>
                            <a:pt x="529" y="305"/>
                            <a:pt x="528" y="303"/>
                          </a:cubicBezTo>
                          <a:close/>
                          <a:moveTo>
                            <a:pt x="501" y="268"/>
                          </a:moveTo>
                          <a:cubicBezTo>
                            <a:pt x="499" y="265"/>
                            <a:pt x="499" y="260"/>
                            <a:pt x="502" y="257"/>
                          </a:cubicBezTo>
                          <a:cubicBezTo>
                            <a:pt x="502" y="257"/>
                            <a:pt x="502" y="257"/>
                            <a:pt x="502" y="257"/>
                          </a:cubicBezTo>
                          <a:cubicBezTo>
                            <a:pt x="505" y="255"/>
                            <a:pt x="510" y="255"/>
                            <a:pt x="512" y="258"/>
                          </a:cubicBezTo>
                          <a:cubicBezTo>
                            <a:pt x="512" y="258"/>
                            <a:pt x="512" y="258"/>
                            <a:pt x="512" y="258"/>
                          </a:cubicBezTo>
                          <a:cubicBezTo>
                            <a:pt x="515" y="262"/>
                            <a:pt x="514" y="266"/>
                            <a:pt x="511" y="269"/>
                          </a:cubicBezTo>
                          <a:cubicBezTo>
                            <a:pt x="511" y="269"/>
                            <a:pt x="511" y="269"/>
                            <a:pt x="511" y="269"/>
                          </a:cubicBezTo>
                          <a:cubicBezTo>
                            <a:pt x="510" y="270"/>
                            <a:pt x="508" y="270"/>
                            <a:pt x="507" y="270"/>
                          </a:cubicBezTo>
                          <a:cubicBezTo>
                            <a:pt x="507" y="270"/>
                            <a:pt x="507" y="270"/>
                            <a:pt x="507" y="270"/>
                          </a:cubicBezTo>
                          <a:cubicBezTo>
                            <a:pt x="505" y="270"/>
                            <a:pt x="503" y="269"/>
                            <a:pt x="501" y="268"/>
                          </a:cubicBezTo>
                          <a:close/>
                          <a:moveTo>
                            <a:pt x="472" y="234"/>
                          </a:moveTo>
                          <a:cubicBezTo>
                            <a:pt x="470" y="231"/>
                            <a:pt x="470" y="227"/>
                            <a:pt x="473" y="224"/>
                          </a:cubicBezTo>
                          <a:cubicBezTo>
                            <a:pt x="473" y="224"/>
                            <a:pt x="473" y="224"/>
                            <a:pt x="473" y="224"/>
                          </a:cubicBezTo>
                          <a:cubicBezTo>
                            <a:pt x="476" y="221"/>
                            <a:pt x="480" y="222"/>
                            <a:pt x="483" y="225"/>
                          </a:cubicBezTo>
                          <a:cubicBezTo>
                            <a:pt x="483" y="225"/>
                            <a:pt x="483" y="225"/>
                            <a:pt x="483" y="225"/>
                          </a:cubicBezTo>
                          <a:cubicBezTo>
                            <a:pt x="486" y="227"/>
                            <a:pt x="486" y="232"/>
                            <a:pt x="483" y="235"/>
                          </a:cubicBezTo>
                          <a:cubicBezTo>
                            <a:pt x="483" y="235"/>
                            <a:pt x="483" y="235"/>
                            <a:pt x="483" y="235"/>
                          </a:cubicBezTo>
                          <a:cubicBezTo>
                            <a:pt x="481" y="236"/>
                            <a:pt x="479" y="237"/>
                            <a:pt x="478" y="237"/>
                          </a:cubicBezTo>
                          <a:cubicBezTo>
                            <a:pt x="478" y="237"/>
                            <a:pt x="478" y="237"/>
                            <a:pt x="478" y="237"/>
                          </a:cubicBezTo>
                          <a:cubicBezTo>
                            <a:pt x="476" y="237"/>
                            <a:pt x="474" y="236"/>
                            <a:pt x="472" y="234"/>
                          </a:cubicBezTo>
                          <a:close/>
                          <a:moveTo>
                            <a:pt x="441" y="203"/>
                          </a:moveTo>
                          <a:cubicBezTo>
                            <a:pt x="439" y="200"/>
                            <a:pt x="438" y="196"/>
                            <a:pt x="441" y="193"/>
                          </a:cubicBezTo>
                          <a:cubicBezTo>
                            <a:pt x="441" y="193"/>
                            <a:pt x="441" y="193"/>
                            <a:pt x="441" y="193"/>
                          </a:cubicBezTo>
                          <a:cubicBezTo>
                            <a:pt x="444" y="190"/>
                            <a:pt x="449" y="190"/>
                            <a:pt x="452" y="193"/>
                          </a:cubicBezTo>
                          <a:cubicBezTo>
                            <a:pt x="452" y="193"/>
                            <a:pt x="452" y="193"/>
                            <a:pt x="452" y="193"/>
                          </a:cubicBezTo>
                          <a:cubicBezTo>
                            <a:pt x="454" y="195"/>
                            <a:pt x="455" y="200"/>
                            <a:pt x="452" y="203"/>
                          </a:cubicBezTo>
                          <a:cubicBezTo>
                            <a:pt x="452" y="203"/>
                            <a:pt x="452" y="203"/>
                            <a:pt x="452" y="203"/>
                          </a:cubicBezTo>
                          <a:cubicBezTo>
                            <a:pt x="450" y="204"/>
                            <a:pt x="448" y="205"/>
                            <a:pt x="446" y="205"/>
                          </a:cubicBezTo>
                          <a:cubicBezTo>
                            <a:pt x="446" y="205"/>
                            <a:pt x="446" y="205"/>
                            <a:pt x="446" y="205"/>
                          </a:cubicBezTo>
                          <a:cubicBezTo>
                            <a:pt x="445" y="205"/>
                            <a:pt x="443" y="205"/>
                            <a:pt x="441" y="203"/>
                          </a:cubicBezTo>
                          <a:close/>
                          <a:moveTo>
                            <a:pt x="409" y="174"/>
                          </a:moveTo>
                          <a:cubicBezTo>
                            <a:pt x="406" y="171"/>
                            <a:pt x="405" y="167"/>
                            <a:pt x="408" y="164"/>
                          </a:cubicBezTo>
                          <a:cubicBezTo>
                            <a:pt x="408" y="164"/>
                            <a:pt x="408" y="164"/>
                            <a:pt x="408" y="164"/>
                          </a:cubicBezTo>
                          <a:cubicBezTo>
                            <a:pt x="410" y="161"/>
                            <a:pt x="415" y="160"/>
                            <a:pt x="418" y="163"/>
                          </a:cubicBezTo>
                          <a:cubicBezTo>
                            <a:pt x="418" y="163"/>
                            <a:pt x="418" y="163"/>
                            <a:pt x="418" y="163"/>
                          </a:cubicBezTo>
                          <a:cubicBezTo>
                            <a:pt x="421" y="165"/>
                            <a:pt x="421" y="170"/>
                            <a:pt x="419" y="173"/>
                          </a:cubicBezTo>
                          <a:cubicBezTo>
                            <a:pt x="419" y="173"/>
                            <a:pt x="419" y="173"/>
                            <a:pt x="419" y="173"/>
                          </a:cubicBezTo>
                          <a:cubicBezTo>
                            <a:pt x="418" y="175"/>
                            <a:pt x="415" y="176"/>
                            <a:pt x="413" y="176"/>
                          </a:cubicBezTo>
                          <a:cubicBezTo>
                            <a:pt x="413" y="176"/>
                            <a:pt x="413" y="176"/>
                            <a:pt x="413" y="176"/>
                          </a:cubicBezTo>
                          <a:cubicBezTo>
                            <a:pt x="412" y="176"/>
                            <a:pt x="410" y="175"/>
                            <a:pt x="409" y="174"/>
                          </a:cubicBezTo>
                          <a:close/>
                          <a:moveTo>
                            <a:pt x="374" y="147"/>
                          </a:moveTo>
                          <a:cubicBezTo>
                            <a:pt x="371" y="145"/>
                            <a:pt x="370" y="140"/>
                            <a:pt x="372" y="137"/>
                          </a:cubicBezTo>
                          <a:cubicBezTo>
                            <a:pt x="372" y="137"/>
                            <a:pt x="372" y="137"/>
                            <a:pt x="372" y="137"/>
                          </a:cubicBezTo>
                          <a:cubicBezTo>
                            <a:pt x="375" y="134"/>
                            <a:pt x="379" y="133"/>
                            <a:pt x="383" y="135"/>
                          </a:cubicBezTo>
                          <a:cubicBezTo>
                            <a:pt x="383" y="135"/>
                            <a:pt x="383" y="135"/>
                            <a:pt x="383" y="135"/>
                          </a:cubicBezTo>
                          <a:cubicBezTo>
                            <a:pt x="386" y="137"/>
                            <a:pt x="387" y="142"/>
                            <a:pt x="384" y="145"/>
                          </a:cubicBezTo>
                          <a:cubicBezTo>
                            <a:pt x="384" y="145"/>
                            <a:pt x="384" y="145"/>
                            <a:pt x="384" y="145"/>
                          </a:cubicBezTo>
                          <a:cubicBezTo>
                            <a:pt x="383" y="147"/>
                            <a:pt x="381" y="148"/>
                            <a:pt x="378" y="148"/>
                          </a:cubicBezTo>
                          <a:cubicBezTo>
                            <a:pt x="378" y="148"/>
                            <a:pt x="378" y="148"/>
                            <a:pt x="378" y="148"/>
                          </a:cubicBezTo>
                          <a:cubicBezTo>
                            <a:pt x="377" y="148"/>
                            <a:pt x="375" y="148"/>
                            <a:pt x="374" y="147"/>
                          </a:cubicBezTo>
                          <a:close/>
                          <a:moveTo>
                            <a:pt x="338" y="122"/>
                          </a:move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4" y="120"/>
                            <a:pt x="333" y="116"/>
                            <a:pt x="335" y="112"/>
                          </a:cubicBezTo>
                          <a:cubicBezTo>
                            <a:pt x="335" y="112"/>
                            <a:pt x="335" y="112"/>
                            <a:pt x="335" y="112"/>
                          </a:cubicBezTo>
                          <a:cubicBezTo>
                            <a:pt x="338" y="109"/>
                            <a:pt x="342" y="108"/>
                            <a:pt x="346" y="110"/>
                          </a:cubicBezTo>
                          <a:cubicBezTo>
                            <a:pt x="346" y="110"/>
                            <a:pt x="346" y="110"/>
                            <a:pt x="346" y="110"/>
                          </a:cubicBezTo>
                          <a:cubicBezTo>
                            <a:pt x="349" y="112"/>
                            <a:pt x="350" y="117"/>
                            <a:pt x="348" y="120"/>
                          </a:cubicBezTo>
                          <a:cubicBezTo>
                            <a:pt x="348" y="120"/>
                            <a:pt x="348" y="120"/>
                            <a:pt x="348" y="120"/>
                          </a:cubicBezTo>
                          <a:cubicBezTo>
                            <a:pt x="346" y="122"/>
                            <a:pt x="344" y="123"/>
                            <a:pt x="342" y="123"/>
                          </a:cubicBezTo>
                          <a:cubicBezTo>
                            <a:pt x="342" y="123"/>
                            <a:pt x="342" y="123"/>
                            <a:pt x="342" y="123"/>
                          </a:cubicBezTo>
                          <a:cubicBezTo>
                            <a:pt x="340" y="123"/>
                            <a:pt x="339" y="123"/>
                            <a:pt x="338" y="122"/>
                          </a:cubicBezTo>
                          <a:close/>
                          <a:moveTo>
                            <a:pt x="300" y="100"/>
                          </a:move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296" y="98"/>
                            <a:pt x="295" y="93"/>
                            <a:pt x="297" y="90"/>
                          </a:cubicBezTo>
                          <a:cubicBezTo>
                            <a:pt x="297" y="90"/>
                            <a:pt x="297" y="90"/>
                            <a:pt x="297" y="90"/>
                          </a:cubicBezTo>
                          <a:cubicBezTo>
                            <a:pt x="299" y="86"/>
                            <a:pt x="303" y="85"/>
                            <a:pt x="307" y="87"/>
                          </a:cubicBezTo>
                          <a:cubicBezTo>
                            <a:pt x="307" y="87"/>
                            <a:pt x="307" y="87"/>
                            <a:pt x="307" y="87"/>
                          </a:cubicBezTo>
                          <a:cubicBezTo>
                            <a:pt x="310" y="89"/>
                            <a:pt x="312" y="93"/>
                            <a:pt x="310" y="97"/>
                          </a:cubicBezTo>
                          <a:cubicBezTo>
                            <a:pt x="310" y="97"/>
                            <a:pt x="310" y="97"/>
                            <a:pt x="310" y="97"/>
                          </a:cubicBezTo>
                          <a:cubicBezTo>
                            <a:pt x="309" y="99"/>
                            <a:pt x="306" y="101"/>
                            <a:pt x="303" y="101"/>
                          </a:cubicBezTo>
                          <a:cubicBezTo>
                            <a:pt x="303" y="101"/>
                            <a:pt x="303" y="101"/>
                            <a:pt x="303" y="101"/>
                          </a:cubicBezTo>
                          <a:cubicBezTo>
                            <a:pt x="302" y="101"/>
                            <a:pt x="301" y="101"/>
                            <a:pt x="300" y="100"/>
                          </a:cubicBezTo>
                          <a:close/>
                          <a:moveTo>
                            <a:pt x="261" y="80"/>
                          </a:moveTo>
                          <a:cubicBezTo>
                            <a:pt x="257" y="78"/>
                            <a:pt x="256" y="74"/>
                            <a:pt x="257" y="70"/>
                          </a:cubicBezTo>
                          <a:cubicBezTo>
                            <a:pt x="257" y="70"/>
                            <a:pt x="257" y="70"/>
                            <a:pt x="257" y="70"/>
                          </a:cubicBezTo>
                          <a:cubicBezTo>
                            <a:pt x="259" y="67"/>
                            <a:pt x="263" y="65"/>
                            <a:pt x="267" y="67"/>
                          </a:cubicBezTo>
                          <a:cubicBezTo>
                            <a:pt x="267" y="67"/>
                            <a:pt x="267" y="67"/>
                            <a:pt x="267" y="67"/>
                          </a:cubicBezTo>
                          <a:cubicBezTo>
                            <a:pt x="271" y="68"/>
                            <a:pt x="272" y="73"/>
                            <a:pt x="270" y="76"/>
                          </a:cubicBezTo>
                          <a:cubicBezTo>
                            <a:pt x="270" y="76"/>
                            <a:pt x="270" y="76"/>
                            <a:pt x="270" y="76"/>
                          </a:cubicBezTo>
                          <a:cubicBezTo>
                            <a:pt x="269" y="79"/>
                            <a:pt x="267" y="81"/>
                            <a:pt x="264" y="81"/>
                          </a:cubicBezTo>
                          <a:cubicBezTo>
                            <a:pt x="264" y="81"/>
                            <a:pt x="264" y="81"/>
                            <a:pt x="264" y="81"/>
                          </a:cubicBezTo>
                          <a:cubicBezTo>
                            <a:pt x="263" y="81"/>
                            <a:pt x="262" y="80"/>
                            <a:pt x="261" y="80"/>
                          </a:cubicBezTo>
                          <a:close/>
                          <a:moveTo>
                            <a:pt x="220" y="63"/>
                          </a:moveTo>
                          <a:cubicBezTo>
                            <a:pt x="217" y="61"/>
                            <a:pt x="215" y="57"/>
                            <a:pt x="216" y="53"/>
                          </a:cubicBezTo>
                          <a:cubicBezTo>
                            <a:pt x="216" y="53"/>
                            <a:pt x="216" y="53"/>
                            <a:pt x="216" y="53"/>
                          </a:cubicBezTo>
                          <a:cubicBezTo>
                            <a:pt x="218" y="49"/>
                            <a:pt x="222" y="47"/>
                            <a:pt x="226" y="49"/>
                          </a:cubicBezTo>
                          <a:cubicBezTo>
                            <a:pt x="226" y="49"/>
                            <a:pt x="226" y="49"/>
                            <a:pt x="226" y="49"/>
                          </a:cubicBezTo>
                          <a:cubicBezTo>
                            <a:pt x="230" y="50"/>
                            <a:pt x="231" y="55"/>
                            <a:pt x="230" y="58"/>
                          </a:cubicBezTo>
                          <a:cubicBezTo>
                            <a:pt x="230" y="58"/>
                            <a:pt x="230" y="58"/>
                            <a:pt x="230" y="58"/>
                          </a:cubicBezTo>
                          <a:cubicBezTo>
                            <a:pt x="229" y="61"/>
                            <a:pt x="226" y="63"/>
                            <a:pt x="223" y="63"/>
                          </a:cubicBezTo>
                          <a:cubicBezTo>
                            <a:pt x="223" y="63"/>
                            <a:pt x="223" y="63"/>
                            <a:pt x="223" y="63"/>
                          </a:cubicBezTo>
                          <a:cubicBezTo>
                            <a:pt x="222" y="63"/>
                            <a:pt x="221" y="63"/>
                            <a:pt x="220" y="63"/>
                          </a:cubicBezTo>
                          <a:close/>
                          <a:moveTo>
                            <a:pt x="179" y="48"/>
                          </a:moveTo>
                          <a:cubicBezTo>
                            <a:pt x="175" y="46"/>
                            <a:pt x="173" y="42"/>
                            <a:pt x="174" y="39"/>
                          </a:cubicBezTo>
                          <a:cubicBezTo>
                            <a:pt x="174" y="39"/>
                            <a:pt x="174" y="39"/>
                            <a:pt x="174" y="39"/>
                          </a:cubicBezTo>
                          <a:cubicBezTo>
                            <a:pt x="176" y="35"/>
                            <a:pt x="180" y="33"/>
                            <a:pt x="184" y="34"/>
                          </a:cubicBezTo>
                          <a:cubicBezTo>
                            <a:pt x="184" y="34"/>
                            <a:pt x="184" y="34"/>
                            <a:pt x="184" y="34"/>
                          </a:cubicBezTo>
                          <a:cubicBezTo>
                            <a:pt x="187" y="35"/>
                            <a:pt x="189" y="39"/>
                            <a:pt x="188" y="43"/>
                          </a:cubicBezTo>
                          <a:cubicBezTo>
                            <a:pt x="188" y="43"/>
                            <a:pt x="188" y="43"/>
                            <a:pt x="188" y="43"/>
                          </a:cubicBezTo>
                          <a:cubicBezTo>
                            <a:pt x="187" y="46"/>
                            <a:pt x="184" y="48"/>
                            <a:pt x="181" y="48"/>
                          </a:cubicBezTo>
                          <a:cubicBezTo>
                            <a:pt x="181" y="48"/>
                            <a:pt x="181" y="48"/>
                            <a:pt x="181" y="48"/>
                          </a:cubicBezTo>
                          <a:cubicBezTo>
                            <a:pt x="181" y="48"/>
                            <a:pt x="180" y="48"/>
                            <a:pt x="179" y="48"/>
                          </a:cubicBezTo>
                          <a:close/>
                          <a:moveTo>
                            <a:pt x="137" y="36"/>
                          </a:moveTo>
                          <a:cubicBezTo>
                            <a:pt x="133" y="35"/>
                            <a:pt x="130" y="31"/>
                            <a:pt x="132" y="27"/>
                          </a:cubicBezTo>
                          <a:cubicBezTo>
                            <a:pt x="132" y="27"/>
                            <a:pt x="132" y="27"/>
                            <a:pt x="132" y="27"/>
                          </a:cubicBezTo>
                          <a:cubicBezTo>
                            <a:pt x="133" y="23"/>
                            <a:pt x="136" y="20"/>
                            <a:pt x="140" y="21"/>
                          </a:cubicBezTo>
                          <a:cubicBezTo>
                            <a:pt x="140" y="21"/>
                            <a:pt x="140" y="21"/>
                            <a:pt x="140" y="21"/>
                          </a:cubicBezTo>
                          <a:cubicBezTo>
                            <a:pt x="144" y="22"/>
                            <a:pt x="147" y="26"/>
                            <a:pt x="146" y="30"/>
                          </a:cubicBezTo>
                          <a:cubicBezTo>
                            <a:pt x="146" y="30"/>
                            <a:pt x="146" y="30"/>
                            <a:pt x="146" y="30"/>
                          </a:cubicBezTo>
                          <a:cubicBezTo>
                            <a:pt x="145" y="34"/>
                            <a:pt x="142" y="36"/>
                            <a:pt x="139" y="36"/>
                          </a:cubicBezTo>
                          <a:cubicBezTo>
                            <a:pt x="139" y="36"/>
                            <a:pt x="139" y="36"/>
                            <a:pt x="139" y="36"/>
                          </a:cubicBezTo>
                          <a:cubicBezTo>
                            <a:pt x="138" y="36"/>
                            <a:pt x="137" y="36"/>
                            <a:pt x="137" y="36"/>
                          </a:cubicBezTo>
                          <a:close/>
                          <a:moveTo>
                            <a:pt x="94" y="26"/>
                          </a:moveTo>
                          <a:cubicBezTo>
                            <a:pt x="90" y="25"/>
                            <a:pt x="87" y="21"/>
                            <a:pt x="88" y="18"/>
                          </a:cubicBezTo>
                          <a:cubicBezTo>
                            <a:pt x="88" y="18"/>
                            <a:pt x="88" y="18"/>
                            <a:pt x="88" y="18"/>
                          </a:cubicBezTo>
                          <a:cubicBezTo>
                            <a:pt x="89" y="14"/>
                            <a:pt x="93" y="11"/>
                            <a:pt x="97" y="12"/>
                          </a:cubicBezTo>
                          <a:cubicBezTo>
                            <a:pt x="97" y="12"/>
                            <a:pt x="97" y="12"/>
                            <a:pt x="97" y="12"/>
                          </a:cubicBezTo>
                          <a:cubicBezTo>
                            <a:pt x="101" y="12"/>
                            <a:pt x="103" y="16"/>
                            <a:pt x="102" y="20"/>
                          </a:cubicBezTo>
                          <a:cubicBezTo>
                            <a:pt x="102" y="20"/>
                            <a:pt x="102" y="20"/>
                            <a:pt x="102" y="20"/>
                          </a:cubicBezTo>
                          <a:cubicBezTo>
                            <a:pt x="102" y="24"/>
                            <a:pt x="99" y="26"/>
                            <a:pt x="95" y="26"/>
                          </a:cubicBezTo>
                          <a:cubicBezTo>
                            <a:pt x="95" y="26"/>
                            <a:pt x="95" y="26"/>
                            <a:pt x="95" y="26"/>
                          </a:cubicBezTo>
                          <a:cubicBezTo>
                            <a:pt x="95" y="26"/>
                            <a:pt x="94" y="26"/>
                            <a:pt x="94" y="26"/>
                          </a:cubicBezTo>
                          <a:close/>
                          <a:moveTo>
                            <a:pt x="50" y="19"/>
                          </a:move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46" y="19"/>
                            <a:pt x="44" y="15"/>
                            <a:pt x="44" y="11"/>
                          </a:cubicBezTo>
                          <a:cubicBezTo>
                            <a:pt x="44" y="11"/>
                            <a:pt x="44" y="11"/>
                            <a:pt x="44" y="11"/>
                          </a:cubicBezTo>
                          <a:cubicBezTo>
                            <a:pt x="45" y="7"/>
                            <a:pt x="48" y="4"/>
                            <a:pt x="52" y="5"/>
                          </a:cubicBezTo>
                          <a:cubicBezTo>
                            <a:pt x="52" y="5"/>
                            <a:pt x="52" y="5"/>
                            <a:pt x="52" y="5"/>
                          </a:cubicBezTo>
                          <a:cubicBezTo>
                            <a:pt x="56" y="5"/>
                            <a:pt x="59" y="9"/>
                            <a:pt x="59" y="13"/>
                          </a:cubicBezTo>
                          <a:cubicBezTo>
                            <a:pt x="59" y="13"/>
                            <a:pt x="59" y="13"/>
                            <a:pt x="59" y="13"/>
                          </a:cubicBezTo>
                          <a:cubicBezTo>
                            <a:pt x="58" y="17"/>
                            <a:pt x="55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0" y="19"/>
                          </a:cubicBezTo>
                          <a:close/>
                          <a:moveTo>
                            <a:pt x="7" y="15"/>
                          </a:move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3" y="15"/>
                            <a:pt x="0" y="12"/>
                            <a:pt x="0" y="7"/>
                          </a:cubicBezTo>
                          <a:cubicBezTo>
                            <a:pt x="0" y="7"/>
                            <a:pt x="0" y="7"/>
                            <a:pt x="0" y="7"/>
                          </a:cubicBezTo>
                          <a:cubicBezTo>
                            <a:pt x="0" y="3"/>
                            <a:pt x="4" y="0"/>
                            <a:pt x="8" y="1"/>
                          </a:cubicBez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12" y="1"/>
                            <a:pt x="15" y="4"/>
                            <a:pt x="14" y="8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4" y="12"/>
                            <a:pt x="11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53" name="Freeform 97">
                      <a:extLst>
                        <a:ext uri="{FF2B5EF4-FFF2-40B4-BE49-F238E27FC236}">
                          <a16:creationId xmlns:a16="http://schemas.microsoft.com/office/drawing/2014/main" id="{9BAC5FD1-2356-4367-AD9D-C1590CED046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778531" y="1769658"/>
                      <a:ext cx="1365852" cy="822837"/>
                    </a:xfrm>
                    <a:custGeom>
                      <a:avLst/>
                      <a:gdLst>
                        <a:gd name="T0" fmla="*/ 2 w 566"/>
                        <a:gd name="T1" fmla="*/ 330 h 341"/>
                        <a:gd name="T2" fmla="*/ 15 w 566"/>
                        <a:gd name="T3" fmla="*/ 337 h 341"/>
                        <a:gd name="T4" fmla="*/ 8 w 566"/>
                        <a:gd name="T5" fmla="*/ 341 h 341"/>
                        <a:gd name="T6" fmla="*/ 27 w 566"/>
                        <a:gd name="T7" fmla="*/ 292 h 341"/>
                        <a:gd name="T8" fmla="*/ 37 w 566"/>
                        <a:gd name="T9" fmla="*/ 291 h 341"/>
                        <a:gd name="T10" fmla="*/ 33 w 566"/>
                        <a:gd name="T11" fmla="*/ 304 h 341"/>
                        <a:gd name="T12" fmla="*/ 55 w 566"/>
                        <a:gd name="T13" fmla="*/ 267 h 341"/>
                        <a:gd name="T14" fmla="*/ 64 w 566"/>
                        <a:gd name="T15" fmla="*/ 256 h 341"/>
                        <a:gd name="T16" fmla="*/ 65 w 566"/>
                        <a:gd name="T17" fmla="*/ 266 h 341"/>
                        <a:gd name="T18" fmla="*/ 55 w 566"/>
                        <a:gd name="T19" fmla="*/ 267 h 341"/>
                        <a:gd name="T20" fmla="*/ 83 w 566"/>
                        <a:gd name="T21" fmla="*/ 223 h 341"/>
                        <a:gd name="T22" fmla="*/ 94 w 566"/>
                        <a:gd name="T23" fmla="*/ 233 h 341"/>
                        <a:gd name="T24" fmla="*/ 89 w 566"/>
                        <a:gd name="T25" fmla="*/ 235 h 341"/>
                        <a:gd name="T26" fmla="*/ 115 w 566"/>
                        <a:gd name="T27" fmla="*/ 191 h 341"/>
                        <a:gd name="T28" fmla="*/ 125 w 566"/>
                        <a:gd name="T29" fmla="*/ 192 h 341"/>
                        <a:gd name="T30" fmla="*/ 120 w 566"/>
                        <a:gd name="T31" fmla="*/ 204 h 341"/>
                        <a:gd name="T32" fmla="*/ 148 w 566"/>
                        <a:gd name="T33" fmla="*/ 172 h 341"/>
                        <a:gd name="T34" fmla="*/ 159 w 566"/>
                        <a:gd name="T35" fmla="*/ 163 h 341"/>
                        <a:gd name="T36" fmla="*/ 158 w 566"/>
                        <a:gd name="T37" fmla="*/ 173 h 341"/>
                        <a:gd name="T38" fmla="*/ 148 w 566"/>
                        <a:gd name="T39" fmla="*/ 172 h 341"/>
                        <a:gd name="T40" fmla="*/ 184 w 566"/>
                        <a:gd name="T41" fmla="*/ 134 h 341"/>
                        <a:gd name="T42" fmla="*/ 192 w 566"/>
                        <a:gd name="T43" fmla="*/ 146 h 341"/>
                        <a:gd name="T44" fmla="*/ 192 w 566"/>
                        <a:gd name="T45" fmla="*/ 146 h 341"/>
                        <a:gd name="T46" fmla="*/ 182 w 566"/>
                        <a:gd name="T47" fmla="*/ 144 h 341"/>
                        <a:gd name="T48" fmla="*/ 221 w 566"/>
                        <a:gd name="T49" fmla="*/ 109 h 341"/>
                        <a:gd name="T50" fmla="*/ 229 w 566"/>
                        <a:gd name="T51" fmla="*/ 121 h 341"/>
                        <a:gd name="T52" fmla="*/ 229 w 566"/>
                        <a:gd name="T53" fmla="*/ 121 h 341"/>
                        <a:gd name="T54" fmla="*/ 219 w 566"/>
                        <a:gd name="T55" fmla="*/ 119 h 341"/>
                        <a:gd name="T56" fmla="*/ 260 w 566"/>
                        <a:gd name="T57" fmla="*/ 86 h 341"/>
                        <a:gd name="T58" fmla="*/ 267 w 566"/>
                        <a:gd name="T59" fmla="*/ 99 h 341"/>
                        <a:gd name="T60" fmla="*/ 267 w 566"/>
                        <a:gd name="T61" fmla="*/ 99 h 341"/>
                        <a:gd name="T62" fmla="*/ 257 w 566"/>
                        <a:gd name="T63" fmla="*/ 96 h 341"/>
                        <a:gd name="T64" fmla="*/ 300 w 566"/>
                        <a:gd name="T65" fmla="*/ 66 h 341"/>
                        <a:gd name="T66" fmla="*/ 306 w 566"/>
                        <a:gd name="T67" fmla="*/ 79 h 341"/>
                        <a:gd name="T68" fmla="*/ 303 w 566"/>
                        <a:gd name="T69" fmla="*/ 80 h 341"/>
                        <a:gd name="T70" fmla="*/ 341 w 566"/>
                        <a:gd name="T71" fmla="*/ 48 h 341"/>
                        <a:gd name="T72" fmla="*/ 350 w 566"/>
                        <a:gd name="T73" fmla="*/ 53 h 341"/>
                        <a:gd name="T74" fmla="*/ 346 w 566"/>
                        <a:gd name="T75" fmla="*/ 62 h 341"/>
                        <a:gd name="T76" fmla="*/ 343 w 566"/>
                        <a:gd name="T77" fmla="*/ 63 h 341"/>
                        <a:gd name="T78" fmla="*/ 383 w 566"/>
                        <a:gd name="T79" fmla="*/ 33 h 341"/>
                        <a:gd name="T80" fmla="*/ 392 w 566"/>
                        <a:gd name="T81" fmla="*/ 38 h 341"/>
                        <a:gd name="T82" fmla="*/ 387 w 566"/>
                        <a:gd name="T83" fmla="*/ 47 h 341"/>
                        <a:gd name="T84" fmla="*/ 385 w 566"/>
                        <a:gd name="T85" fmla="*/ 48 h 341"/>
                        <a:gd name="T86" fmla="*/ 426 w 566"/>
                        <a:gd name="T87" fmla="*/ 21 h 341"/>
                        <a:gd name="T88" fmla="*/ 435 w 566"/>
                        <a:gd name="T89" fmla="*/ 26 h 341"/>
                        <a:gd name="T90" fmla="*/ 428 w 566"/>
                        <a:gd name="T91" fmla="*/ 36 h 341"/>
                        <a:gd name="T92" fmla="*/ 464 w 566"/>
                        <a:gd name="T93" fmla="*/ 20 h 341"/>
                        <a:gd name="T94" fmla="*/ 478 w 566"/>
                        <a:gd name="T95" fmla="*/ 17 h 341"/>
                        <a:gd name="T96" fmla="*/ 472 w 566"/>
                        <a:gd name="T97" fmla="*/ 26 h 341"/>
                        <a:gd name="T98" fmla="*/ 471 w 566"/>
                        <a:gd name="T99" fmla="*/ 26 h 341"/>
                        <a:gd name="T100" fmla="*/ 507 w 566"/>
                        <a:gd name="T101" fmla="*/ 13 h 341"/>
                        <a:gd name="T102" fmla="*/ 522 w 566"/>
                        <a:gd name="T103" fmla="*/ 11 h 341"/>
                        <a:gd name="T104" fmla="*/ 516 w 566"/>
                        <a:gd name="T105" fmla="*/ 19 h 341"/>
                        <a:gd name="T106" fmla="*/ 507 w 566"/>
                        <a:gd name="T107" fmla="*/ 13 h 341"/>
                        <a:gd name="T108" fmla="*/ 558 w 566"/>
                        <a:gd name="T109" fmla="*/ 1 h 341"/>
                        <a:gd name="T110" fmla="*/ 559 w 566"/>
                        <a:gd name="T111" fmla="*/ 15 h 341"/>
                        <a:gd name="T112" fmla="*/ 559 w 566"/>
                        <a:gd name="T113" fmla="*/ 15 h 341"/>
                        <a:gd name="T114" fmla="*/ 552 w 566"/>
                        <a:gd name="T115" fmla="*/ 8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</a:cxnLst>
                      <a:rect l="0" t="0" r="r" b="b"/>
                      <a:pathLst>
                        <a:path w="566" h="341">
                          <a:moveTo>
                            <a:pt x="5" y="340"/>
                          </a:moveTo>
                          <a:cubicBezTo>
                            <a:pt x="1" y="338"/>
                            <a:pt x="0" y="333"/>
                            <a:pt x="2" y="330"/>
                          </a:cubicBezTo>
                          <a:cubicBezTo>
                            <a:pt x="2" y="330"/>
                            <a:pt x="2" y="330"/>
                            <a:pt x="2" y="330"/>
                          </a:cubicBezTo>
                          <a:cubicBezTo>
                            <a:pt x="4" y="326"/>
                            <a:pt x="9" y="325"/>
                            <a:pt x="12" y="327"/>
                          </a:cubicBezTo>
                          <a:cubicBezTo>
                            <a:pt x="12" y="327"/>
                            <a:pt x="12" y="327"/>
                            <a:pt x="12" y="327"/>
                          </a:cubicBezTo>
                          <a:cubicBezTo>
                            <a:pt x="16" y="330"/>
                            <a:pt x="17" y="334"/>
                            <a:pt x="15" y="337"/>
                          </a:cubicBezTo>
                          <a:cubicBezTo>
                            <a:pt x="15" y="337"/>
                            <a:pt x="15" y="337"/>
                            <a:pt x="15" y="337"/>
                          </a:cubicBezTo>
                          <a:cubicBezTo>
                            <a:pt x="13" y="340"/>
                            <a:pt x="11" y="341"/>
                            <a:pt x="8" y="341"/>
                          </a:cubicBezTo>
                          <a:cubicBezTo>
                            <a:pt x="8" y="341"/>
                            <a:pt x="8" y="341"/>
                            <a:pt x="8" y="341"/>
                          </a:cubicBezTo>
                          <a:cubicBezTo>
                            <a:pt x="7" y="341"/>
                            <a:pt x="6" y="341"/>
                            <a:pt x="5" y="340"/>
                          </a:cubicBezTo>
                          <a:close/>
                          <a:moveTo>
                            <a:pt x="29" y="303"/>
                          </a:moveTo>
                          <a:cubicBezTo>
                            <a:pt x="25" y="300"/>
                            <a:pt x="25" y="296"/>
                            <a:pt x="27" y="292"/>
                          </a:cubicBezTo>
                          <a:cubicBezTo>
                            <a:pt x="27" y="292"/>
                            <a:pt x="27" y="292"/>
                            <a:pt x="27" y="292"/>
                          </a:cubicBezTo>
                          <a:cubicBezTo>
                            <a:pt x="29" y="289"/>
                            <a:pt x="34" y="288"/>
                            <a:pt x="37" y="291"/>
                          </a:cubicBezTo>
                          <a:cubicBezTo>
                            <a:pt x="37" y="291"/>
                            <a:pt x="37" y="291"/>
                            <a:pt x="37" y="291"/>
                          </a:cubicBezTo>
                          <a:cubicBezTo>
                            <a:pt x="40" y="293"/>
                            <a:pt x="41" y="298"/>
                            <a:pt x="39" y="301"/>
                          </a:cubicBezTo>
                          <a:cubicBezTo>
                            <a:pt x="39" y="301"/>
                            <a:pt x="39" y="301"/>
                            <a:pt x="39" y="301"/>
                          </a:cubicBezTo>
                          <a:cubicBezTo>
                            <a:pt x="37" y="303"/>
                            <a:pt x="35" y="304"/>
                            <a:pt x="33" y="304"/>
                          </a:cubicBezTo>
                          <a:cubicBezTo>
                            <a:pt x="33" y="304"/>
                            <a:pt x="33" y="304"/>
                            <a:pt x="33" y="304"/>
                          </a:cubicBezTo>
                          <a:cubicBezTo>
                            <a:pt x="31" y="304"/>
                            <a:pt x="30" y="304"/>
                            <a:pt x="29" y="303"/>
                          </a:cubicBezTo>
                          <a:close/>
                          <a:moveTo>
                            <a:pt x="55" y="267"/>
                          </a:moveTo>
                          <a:cubicBezTo>
                            <a:pt x="52" y="265"/>
                            <a:pt x="52" y="260"/>
                            <a:pt x="54" y="257"/>
                          </a:cubicBezTo>
                          <a:cubicBezTo>
                            <a:pt x="54" y="257"/>
                            <a:pt x="54" y="257"/>
                            <a:pt x="54" y="257"/>
                          </a:cubicBezTo>
                          <a:cubicBezTo>
                            <a:pt x="57" y="254"/>
                            <a:pt x="61" y="253"/>
                            <a:pt x="64" y="256"/>
                          </a:cubicBezTo>
                          <a:cubicBezTo>
                            <a:pt x="64" y="256"/>
                            <a:pt x="64" y="256"/>
                            <a:pt x="64" y="256"/>
                          </a:cubicBezTo>
                          <a:cubicBezTo>
                            <a:pt x="67" y="258"/>
                            <a:pt x="68" y="263"/>
                            <a:pt x="65" y="266"/>
                          </a:cubicBezTo>
                          <a:cubicBezTo>
                            <a:pt x="65" y="266"/>
                            <a:pt x="65" y="266"/>
                            <a:pt x="65" y="266"/>
                          </a:cubicBezTo>
                          <a:cubicBezTo>
                            <a:pt x="64" y="268"/>
                            <a:pt x="62" y="269"/>
                            <a:pt x="60" y="269"/>
                          </a:cubicBezTo>
                          <a:cubicBezTo>
                            <a:pt x="60" y="269"/>
                            <a:pt x="60" y="269"/>
                            <a:pt x="60" y="269"/>
                          </a:cubicBezTo>
                          <a:cubicBezTo>
                            <a:pt x="58" y="269"/>
                            <a:pt x="56" y="268"/>
                            <a:pt x="55" y="267"/>
                          </a:cubicBezTo>
                          <a:close/>
                          <a:moveTo>
                            <a:pt x="84" y="233"/>
                          </a:moveTo>
                          <a:cubicBezTo>
                            <a:pt x="81" y="231"/>
                            <a:pt x="81" y="226"/>
                            <a:pt x="83" y="223"/>
                          </a:cubicBezTo>
                          <a:cubicBezTo>
                            <a:pt x="83" y="223"/>
                            <a:pt x="83" y="223"/>
                            <a:pt x="83" y="223"/>
                          </a:cubicBezTo>
                          <a:cubicBezTo>
                            <a:pt x="86" y="220"/>
                            <a:pt x="91" y="220"/>
                            <a:pt x="94" y="223"/>
                          </a:cubicBezTo>
                          <a:cubicBezTo>
                            <a:pt x="94" y="223"/>
                            <a:pt x="94" y="223"/>
                            <a:pt x="94" y="223"/>
                          </a:cubicBezTo>
                          <a:cubicBezTo>
                            <a:pt x="97" y="225"/>
                            <a:pt x="97" y="230"/>
                            <a:pt x="94" y="233"/>
                          </a:cubicBezTo>
                          <a:cubicBezTo>
                            <a:pt x="94" y="233"/>
                            <a:pt x="94" y="233"/>
                            <a:pt x="94" y="233"/>
                          </a:cubicBezTo>
                          <a:cubicBezTo>
                            <a:pt x="93" y="235"/>
                            <a:pt x="91" y="235"/>
                            <a:pt x="89" y="235"/>
                          </a:cubicBezTo>
                          <a:cubicBezTo>
                            <a:pt x="89" y="235"/>
                            <a:pt x="89" y="235"/>
                            <a:pt x="89" y="235"/>
                          </a:cubicBezTo>
                          <a:cubicBezTo>
                            <a:pt x="87" y="235"/>
                            <a:pt x="85" y="235"/>
                            <a:pt x="84" y="233"/>
                          </a:cubicBezTo>
                          <a:close/>
                          <a:moveTo>
                            <a:pt x="115" y="202"/>
                          </a:moveTo>
                          <a:cubicBezTo>
                            <a:pt x="112" y="199"/>
                            <a:pt x="112" y="194"/>
                            <a:pt x="115" y="191"/>
                          </a:cubicBezTo>
                          <a:cubicBezTo>
                            <a:pt x="115" y="191"/>
                            <a:pt x="115" y="191"/>
                            <a:pt x="115" y="191"/>
                          </a:cubicBezTo>
                          <a:cubicBezTo>
                            <a:pt x="118" y="189"/>
                            <a:pt x="123" y="189"/>
                            <a:pt x="125" y="192"/>
                          </a:cubicBezTo>
                          <a:cubicBezTo>
                            <a:pt x="125" y="192"/>
                            <a:pt x="125" y="192"/>
                            <a:pt x="125" y="192"/>
                          </a:cubicBezTo>
                          <a:cubicBezTo>
                            <a:pt x="128" y="195"/>
                            <a:pt x="128" y="199"/>
                            <a:pt x="125" y="202"/>
                          </a:cubicBezTo>
                          <a:cubicBezTo>
                            <a:pt x="125" y="202"/>
                            <a:pt x="125" y="202"/>
                            <a:pt x="125" y="202"/>
                          </a:cubicBezTo>
                          <a:cubicBezTo>
                            <a:pt x="124" y="203"/>
                            <a:pt x="122" y="204"/>
                            <a:pt x="120" y="204"/>
                          </a:cubicBezTo>
                          <a:cubicBezTo>
                            <a:pt x="120" y="204"/>
                            <a:pt x="120" y="204"/>
                            <a:pt x="120" y="204"/>
                          </a:cubicBezTo>
                          <a:cubicBezTo>
                            <a:pt x="118" y="204"/>
                            <a:pt x="116" y="203"/>
                            <a:pt x="115" y="202"/>
                          </a:cubicBezTo>
                          <a:close/>
                          <a:moveTo>
                            <a:pt x="148" y="172"/>
                          </a:moveTo>
                          <a:cubicBezTo>
                            <a:pt x="145" y="169"/>
                            <a:pt x="145" y="164"/>
                            <a:pt x="149" y="162"/>
                          </a:cubicBezTo>
                          <a:cubicBezTo>
                            <a:pt x="149" y="162"/>
                            <a:pt x="149" y="162"/>
                            <a:pt x="149" y="162"/>
                          </a:cubicBezTo>
                          <a:cubicBezTo>
                            <a:pt x="152" y="159"/>
                            <a:pt x="156" y="160"/>
                            <a:pt x="159" y="163"/>
                          </a:cubicBezTo>
                          <a:cubicBezTo>
                            <a:pt x="159" y="163"/>
                            <a:pt x="159" y="163"/>
                            <a:pt x="159" y="163"/>
                          </a:cubicBezTo>
                          <a:cubicBezTo>
                            <a:pt x="161" y="166"/>
                            <a:pt x="161" y="170"/>
                            <a:pt x="158" y="173"/>
                          </a:cubicBezTo>
                          <a:cubicBezTo>
                            <a:pt x="158" y="173"/>
                            <a:pt x="158" y="173"/>
                            <a:pt x="158" y="173"/>
                          </a:cubicBezTo>
                          <a:cubicBezTo>
                            <a:pt x="157" y="174"/>
                            <a:pt x="155" y="175"/>
                            <a:pt x="153" y="175"/>
                          </a:cubicBezTo>
                          <a:cubicBezTo>
                            <a:pt x="153" y="175"/>
                            <a:pt x="153" y="175"/>
                            <a:pt x="153" y="175"/>
                          </a:cubicBezTo>
                          <a:cubicBezTo>
                            <a:pt x="151" y="175"/>
                            <a:pt x="149" y="174"/>
                            <a:pt x="148" y="172"/>
                          </a:cubicBezTo>
                          <a:close/>
                          <a:moveTo>
                            <a:pt x="182" y="144"/>
                          </a:moveTo>
                          <a:cubicBezTo>
                            <a:pt x="180" y="141"/>
                            <a:pt x="181" y="137"/>
                            <a:pt x="184" y="134"/>
                          </a:cubicBezTo>
                          <a:cubicBezTo>
                            <a:pt x="184" y="134"/>
                            <a:pt x="184" y="134"/>
                            <a:pt x="184" y="134"/>
                          </a:cubicBezTo>
                          <a:cubicBezTo>
                            <a:pt x="187" y="132"/>
                            <a:pt x="192" y="132"/>
                            <a:pt x="194" y="136"/>
                          </a:cubicBezTo>
                          <a:cubicBezTo>
                            <a:pt x="194" y="136"/>
                            <a:pt x="194" y="136"/>
                            <a:pt x="194" y="136"/>
                          </a:cubicBezTo>
                          <a:cubicBezTo>
                            <a:pt x="196" y="139"/>
                            <a:pt x="196" y="144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1" y="147"/>
                            <a:pt x="190" y="147"/>
                            <a:pt x="188" y="147"/>
                          </a:cubicBezTo>
                          <a:cubicBezTo>
                            <a:pt x="188" y="147"/>
                            <a:pt x="188" y="147"/>
                            <a:pt x="188" y="147"/>
                          </a:cubicBezTo>
                          <a:cubicBezTo>
                            <a:pt x="186" y="147"/>
                            <a:pt x="184" y="146"/>
                            <a:pt x="182" y="144"/>
                          </a:cubicBezTo>
                          <a:close/>
                          <a:moveTo>
                            <a:pt x="219" y="119"/>
                          </a:moveTo>
                          <a:cubicBezTo>
                            <a:pt x="217" y="116"/>
                            <a:pt x="218" y="111"/>
                            <a:pt x="221" y="109"/>
                          </a:cubicBezTo>
                          <a:cubicBezTo>
                            <a:pt x="221" y="109"/>
                            <a:pt x="221" y="109"/>
                            <a:pt x="221" y="109"/>
                          </a:cubicBezTo>
                          <a:cubicBezTo>
                            <a:pt x="224" y="107"/>
                            <a:pt x="229" y="108"/>
                            <a:pt x="231" y="111"/>
                          </a:cubicBezTo>
                          <a:cubicBezTo>
                            <a:pt x="231" y="111"/>
                            <a:pt x="231" y="111"/>
                            <a:pt x="231" y="111"/>
                          </a:cubicBezTo>
                          <a:cubicBezTo>
                            <a:pt x="233" y="115"/>
                            <a:pt x="232" y="119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8" y="122"/>
                            <a:pt x="226" y="123"/>
                            <a:pt x="225" y="123"/>
                          </a:cubicBezTo>
                          <a:cubicBezTo>
                            <a:pt x="225" y="123"/>
                            <a:pt x="225" y="123"/>
                            <a:pt x="225" y="123"/>
                          </a:cubicBezTo>
                          <a:cubicBezTo>
                            <a:pt x="222" y="123"/>
                            <a:pt x="220" y="121"/>
                            <a:pt x="219" y="119"/>
                          </a:cubicBezTo>
                          <a:close/>
                          <a:moveTo>
                            <a:pt x="257" y="96"/>
                          </a:moveTo>
                          <a:cubicBezTo>
                            <a:pt x="255" y="93"/>
                            <a:pt x="256" y="88"/>
                            <a:pt x="260" y="86"/>
                          </a:cubicBezTo>
                          <a:cubicBezTo>
                            <a:pt x="260" y="86"/>
                            <a:pt x="260" y="86"/>
                            <a:pt x="260" y="86"/>
                          </a:cubicBezTo>
                          <a:cubicBezTo>
                            <a:pt x="263" y="84"/>
                            <a:pt x="268" y="86"/>
                            <a:pt x="269" y="89"/>
                          </a:cubicBezTo>
                          <a:cubicBezTo>
                            <a:pt x="269" y="89"/>
                            <a:pt x="269" y="89"/>
                            <a:pt x="269" y="89"/>
                          </a:cubicBezTo>
                          <a:cubicBezTo>
                            <a:pt x="271" y="93"/>
                            <a:pt x="270" y="97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6" y="100"/>
                            <a:pt x="264" y="100"/>
                            <a:pt x="263" y="100"/>
                          </a:cubicBezTo>
                          <a:cubicBezTo>
                            <a:pt x="263" y="100"/>
                            <a:pt x="263" y="100"/>
                            <a:pt x="263" y="100"/>
                          </a:cubicBezTo>
                          <a:cubicBezTo>
                            <a:pt x="261" y="100"/>
                            <a:pt x="258" y="99"/>
                            <a:pt x="257" y="96"/>
                          </a:cubicBezTo>
                          <a:close/>
                          <a:moveTo>
                            <a:pt x="296" y="76"/>
                          </a:moveTo>
                          <a:cubicBezTo>
                            <a:pt x="294" y="72"/>
                            <a:pt x="296" y="68"/>
                            <a:pt x="300" y="66"/>
                          </a:cubicBezTo>
                          <a:cubicBezTo>
                            <a:pt x="300" y="66"/>
                            <a:pt x="300" y="66"/>
                            <a:pt x="300" y="66"/>
                          </a:cubicBezTo>
                          <a:cubicBezTo>
                            <a:pt x="303" y="64"/>
                            <a:pt x="307" y="66"/>
                            <a:pt x="309" y="70"/>
                          </a:cubicBezTo>
                          <a:cubicBezTo>
                            <a:pt x="309" y="70"/>
                            <a:pt x="309" y="70"/>
                            <a:pt x="309" y="70"/>
                          </a:cubicBezTo>
                          <a:cubicBezTo>
                            <a:pt x="311" y="73"/>
                            <a:pt x="309" y="78"/>
                            <a:pt x="306" y="79"/>
                          </a:cubicBezTo>
                          <a:cubicBezTo>
                            <a:pt x="306" y="79"/>
                            <a:pt x="306" y="79"/>
                            <a:pt x="306" y="79"/>
                          </a:cubicBezTo>
                          <a:cubicBezTo>
                            <a:pt x="305" y="80"/>
                            <a:pt x="304" y="80"/>
                            <a:pt x="303" y="80"/>
                          </a:cubicBezTo>
                          <a:cubicBezTo>
                            <a:pt x="303" y="80"/>
                            <a:pt x="303" y="80"/>
                            <a:pt x="303" y="80"/>
                          </a:cubicBezTo>
                          <a:cubicBezTo>
                            <a:pt x="300" y="80"/>
                            <a:pt x="297" y="78"/>
                            <a:pt x="296" y="76"/>
                          </a:cubicBezTo>
                          <a:close/>
                          <a:moveTo>
                            <a:pt x="337" y="58"/>
                          </a:moveTo>
                          <a:cubicBezTo>
                            <a:pt x="335" y="54"/>
                            <a:pt x="337" y="50"/>
                            <a:pt x="341" y="48"/>
                          </a:cubicBezTo>
                          <a:cubicBezTo>
                            <a:pt x="341" y="48"/>
                            <a:pt x="341" y="48"/>
                            <a:pt x="341" y="48"/>
                          </a:cubicBezTo>
                          <a:cubicBezTo>
                            <a:pt x="344" y="47"/>
                            <a:pt x="349" y="49"/>
                            <a:pt x="350" y="53"/>
                          </a:cubicBezTo>
                          <a:cubicBezTo>
                            <a:pt x="350" y="53"/>
                            <a:pt x="350" y="53"/>
                            <a:pt x="350" y="53"/>
                          </a:cubicBezTo>
                          <a:cubicBezTo>
                            <a:pt x="352" y="56"/>
                            <a:pt x="350" y="61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5" y="62"/>
                            <a:pt x="344" y="63"/>
                            <a:pt x="343" y="63"/>
                          </a:cubicBezTo>
                          <a:cubicBezTo>
                            <a:pt x="343" y="63"/>
                            <a:pt x="343" y="63"/>
                            <a:pt x="343" y="63"/>
                          </a:cubicBezTo>
                          <a:cubicBezTo>
                            <a:pt x="340" y="63"/>
                            <a:pt x="338" y="61"/>
                            <a:pt x="337" y="58"/>
                          </a:cubicBezTo>
                          <a:close/>
                          <a:moveTo>
                            <a:pt x="378" y="43"/>
                          </a:moveTo>
                          <a:cubicBezTo>
                            <a:pt x="377" y="39"/>
                            <a:pt x="379" y="35"/>
                            <a:pt x="383" y="33"/>
                          </a:cubicBezTo>
                          <a:cubicBezTo>
                            <a:pt x="383" y="33"/>
                            <a:pt x="383" y="33"/>
                            <a:pt x="383" y="33"/>
                          </a:cubicBezTo>
                          <a:cubicBezTo>
                            <a:pt x="387" y="32"/>
                            <a:pt x="391" y="34"/>
                            <a:pt x="392" y="38"/>
                          </a:cubicBezTo>
                          <a:cubicBezTo>
                            <a:pt x="392" y="38"/>
                            <a:pt x="392" y="38"/>
                            <a:pt x="392" y="38"/>
                          </a:cubicBezTo>
                          <a:cubicBezTo>
                            <a:pt x="393" y="42"/>
                            <a:pt x="391" y="46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8"/>
                            <a:pt x="386" y="48"/>
                            <a:pt x="385" y="48"/>
                          </a:cubicBezTo>
                          <a:cubicBezTo>
                            <a:pt x="385" y="48"/>
                            <a:pt x="385" y="48"/>
                            <a:pt x="385" y="48"/>
                          </a:cubicBezTo>
                          <a:cubicBezTo>
                            <a:pt x="382" y="48"/>
                            <a:pt x="379" y="46"/>
                            <a:pt x="378" y="43"/>
                          </a:cubicBezTo>
                          <a:close/>
                          <a:moveTo>
                            <a:pt x="421" y="30"/>
                          </a:moveTo>
                          <a:cubicBezTo>
                            <a:pt x="420" y="26"/>
                            <a:pt x="422" y="22"/>
                            <a:pt x="426" y="21"/>
                          </a:cubicBezTo>
                          <a:cubicBezTo>
                            <a:pt x="426" y="21"/>
                            <a:pt x="426" y="21"/>
                            <a:pt x="426" y="21"/>
                          </a:cubicBezTo>
                          <a:cubicBezTo>
                            <a:pt x="430" y="20"/>
                            <a:pt x="434" y="23"/>
                            <a:pt x="435" y="26"/>
                          </a:cubicBezTo>
                          <a:cubicBezTo>
                            <a:pt x="435" y="26"/>
                            <a:pt x="435" y="26"/>
                            <a:pt x="435" y="26"/>
                          </a:cubicBezTo>
                          <a:cubicBezTo>
                            <a:pt x="436" y="30"/>
                            <a:pt x="433" y="34"/>
                            <a:pt x="429" y="35"/>
                          </a:cubicBezTo>
                          <a:cubicBezTo>
                            <a:pt x="429" y="35"/>
                            <a:pt x="429" y="35"/>
                            <a:pt x="429" y="35"/>
                          </a:cubicBezTo>
                          <a:cubicBezTo>
                            <a:pt x="429" y="36"/>
                            <a:pt x="428" y="36"/>
                            <a:pt x="428" y="36"/>
                          </a:cubicBezTo>
                          <a:cubicBezTo>
                            <a:pt x="428" y="36"/>
                            <a:pt x="428" y="36"/>
                            <a:pt x="428" y="36"/>
                          </a:cubicBezTo>
                          <a:cubicBezTo>
                            <a:pt x="424" y="36"/>
                            <a:pt x="421" y="33"/>
                            <a:pt x="421" y="30"/>
                          </a:cubicBezTo>
                          <a:close/>
                          <a:moveTo>
                            <a:pt x="464" y="20"/>
                          </a:moveTo>
                          <a:cubicBezTo>
                            <a:pt x="463" y="16"/>
                            <a:pt x="466" y="12"/>
                            <a:pt x="470" y="12"/>
                          </a:cubicBezTo>
                          <a:cubicBezTo>
                            <a:pt x="470" y="12"/>
                            <a:pt x="470" y="12"/>
                            <a:pt x="470" y="12"/>
                          </a:cubicBezTo>
                          <a:cubicBezTo>
                            <a:pt x="474" y="11"/>
                            <a:pt x="477" y="13"/>
                            <a:pt x="478" y="17"/>
                          </a:cubicBezTo>
                          <a:cubicBezTo>
                            <a:pt x="478" y="17"/>
                            <a:pt x="478" y="17"/>
                            <a:pt x="478" y="17"/>
                          </a:cubicBezTo>
                          <a:cubicBezTo>
                            <a:pt x="479" y="21"/>
                            <a:pt x="476" y="25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1" y="26"/>
                            <a:pt x="471" y="26"/>
                          </a:cubicBezTo>
                          <a:cubicBezTo>
                            <a:pt x="471" y="26"/>
                            <a:pt x="471" y="26"/>
                            <a:pt x="471" y="26"/>
                          </a:cubicBezTo>
                          <a:cubicBezTo>
                            <a:pt x="468" y="26"/>
                            <a:pt x="464" y="24"/>
                            <a:pt x="464" y="20"/>
                          </a:cubicBezTo>
                          <a:close/>
                          <a:moveTo>
                            <a:pt x="507" y="13"/>
                          </a:moveTo>
                          <a:cubicBezTo>
                            <a:pt x="507" y="9"/>
                            <a:pt x="510" y="5"/>
                            <a:pt x="514" y="5"/>
                          </a:cubicBezTo>
                          <a:cubicBezTo>
                            <a:pt x="514" y="5"/>
                            <a:pt x="514" y="5"/>
                            <a:pt x="514" y="5"/>
                          </a:cubicBezTo>
                          <a:cubicBezTo>
                            <a:pt x="518" y="4"/>
                            <a:pt x="521" y="7"/>
                            <a:pt x="522" y="11"/>
                          </a:cubicBezTo>
                          <a:cubicBezTo>
                            <a:pt x="522" y="11"/>
                            <a:pt x="522" y="11"/>
                            <a:pt x="522" y="11"/>
                          </a:cubicBezTo>
                          <a:cubicBezTo>
                            <a:pt x="522" y="15"/>
                            <a:pt x="520" y="19"/>
                            <a:pt x="516" y="19"/>
                          </a:cubicBezTo>
                          <a:cubicBezTo>
                            <a:pt x="516" y="19"/>
                            <a:pt x="516" y="19"/>
                            <a:pt x="516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1" y="19"/>
                            <a:pt x="508" y="17"/>
                            <a:pt x="507" y="13"/>
                          </a:cubicBezTo>
                          <a:close/>
                          <a:moveTo>
                            <a:pt x="552" y="8"/>
                          </a:moveTo>
                          <a:cubicBezTo>
                            <a:pt x="551" y="4"/>
                            <a:pt x="554" y="1"/>
                            <a:pt x="558" y="1"/>
                          </a:cubicBezTo>
                          <a:cubicBezTo>
                            <a:pt x="558" y="1"/>
                            <a:pt x="558" y="1"/>
                            <a:pt x="558" y="1"/>
                          </a:cubicBezTo>
                          <a:cubicBezTo>
                            <a:pt x="562" y="0"/>
                            <a:pt x="566" y="3"/>
                            <a:pt x="566" y="7"/>
                          </a:cubicBezTo>
                          <a:cubicBezTo>
                            <a:pt x="566" y="7"/>
                            <a:pt x="566" y="7"/>
                            <a:pt x="566" y="7"/>
                          </a:cubicBezTo>
                          <a:cubicBezTo>
                            <a:pt x="566" y="11"/>
                            <a:pt x="563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5" y="15"/>
                            <a:pt x="552" y="12"/>
                            <a:pt x="552" y="8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51" name="Freeform 100">
                    <a:extLst>
                      <a:ext uri="{FF2B5EF4-FFF2-40B4-BE49-F238E27FC236}">
                        <a16:creationId xmlns:a16="http://schemas.microsoft.com/office/drawing/2014/main" id="{1253210D-2C1B-4D51-8576-0A7D423298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21958" y="1766887"/>
                    <a:ext cx="36016" cy="36017"/>
                  </a:xfrm>
                  <a:custGeom>
                    <a:avLst/>
                    <a:gdLst>
                      <a:gd name="T0" fmla="*/ 0 w 15"/>
                      <a:gd name="T1" fmla="*/ 8 h 14"/>
                      <a:gd name="T2" fmla="*/ 7 w 15"/>
                      <a:gd name="T3" fmla="*/ 0 h 14"/>
                      <a:gd name="T4" fmla="*/ 7 w 15"/>
                      <a:gd name="T5" fmla="*/ 0 h 14"/>
                      <a:gd name="T6" fmla="*/ 15 w 15"/>
                      <a:gd name="T7" fmla="*/ 7 h 14"/>
                      <a:gd name="T8" fmla="*/ 15 w 15"/>
                      <a:gd name="T9" fmla="*/ 7 h 14"/>
                      <a:gd name="T10" fmla="*/ 8 w 15"/>
                      <a:gd name="T11" fmla="*/ 14 h 14"/>
                      <a:gd name="T12" fmla="*/ 8 w 15"/>
                      <a:gd name="T13" fmla="*/ 14 h 14"/>
                      <a:gd name="T14" fmla="*/ 8 w 15"/>
                      <a:gd name="T15" fmla="*/ 14 h 14"/>
                      <a:gd name="T16" fmla="*/ 8 w 15"/>
                      <a:gd name="T17" fmla="*/ 14 h 14"/>
                      <a:gd name="T18" fmla="*/ 8 w 15"/>
                      <a:gd name="T19" fmla="*/ 14 h 14"/>
                      <a:gd name="T20" fmla="*/ 8 w 15"/>
                      <a:gd name="T21" fmla="*/ 14 h 14"/>
                      <a:gd name="T22" fmla="*/ 0 w 15"/>
                      <a:gd name="T23" fmla="*/ 8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4">
                        <a:moveTo>
                          <a:pt x="0" y="8"/>
                        </a:move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1" y="0"/>
                          <a:pt x="15" y="3"/>
                          <a:pt x="15" y="7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5" y="11"/>
                          <a:pt x="12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4" y="14"/>
                          <a:pt x="1" y="11"/>
                          <a:pt x="0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49" name="Freeform 103">
                  <a:extLst>
                    <a:ext uri="{FF2B5EF4-FFF2-40B4-BE49-F238E27FC236}">
                      <a16:creationId xmlns:a16="http://schemas.microsoft.com/office/drawing/2014/main" id="{E46BCFEC-0F1D-4AC7-8B05-222FA1DACD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1482" y="337377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3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5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5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6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7774C4C6-CFDB-4CD5-93AF-26DEDDA29138}"/>
                </a:ext>
              </a:extLst>
            </p:cNvPr>
            <p:cNvSpPr txBox="1"/>
            <p:nvPr/>
          </p:nvSpPr>
          <p:spPr>
            <a:xfrm>
              <a:off x="2519082" y="3175811"/>
              <a:ext cx="71538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Liderar la construcción </a:t>
              </a:r>
              <a:r>
                <a:rPr lang="es-MX" sz="2000" b="1" dirty="0">
                  <a:solidFill>
                    <a:schemeClr val="accent1"/>
                  </a:solidFill>
                </a:rPr>
                <a:t>de un mundo sostenible</a:t>
              </a:r>
              <a:endParaRPr lang="es-CL" sz="20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" name="Marcador de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Bastián Galasso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Aprendizaje No-Supervisado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dirty="0"/>
              <a:t>Data Analytics Lead – Coca-Cola Embonor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Julio 2025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CL" b="0" dirty="0" err="1"/>
              <a:t>Clustering</a:t>
            </a:r>
            <a:endParaRPr lang="es-CL" b="0" dirty="0"/>
          </a:p>
        </p:txBody>
      </p: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F48B7CC0-4306-4D43-A068-6EC2E10368DD}"/>
              </a:ext>
            </a:extLst>
          </p:cNvPr>
          <p:cNvCxnSpPr/>
          <p:nvPr/>
        </p:nvCxnSpPr>
        <p:spPr>
          <a:xfrm>
            <a:off x="6096000" y="5699648"/>
            <a:ext cx="0" cy="945577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41537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FIC">
  <a:themeElements>
    <a:clrScheme name="UAI_SS">
      <a:dk1>
        <a:srgbClr val="14171A"/>
      </a:dk1>
      <a:lt1>
        <a:srgbClr val="FFFFFF"/>
      </a:lt1>
      <a:dk2>
        <a:srgbClr val="616160"/>
      </a:dk2>
      <a:lt2>
        <a:srgbClr val="FFFFFF"/>
      </a:lt2>
      <a:accent1>
        <a:srgbClr val="00B2D2"/>
      </a:accent1>
      <a:accent2>
        <a:srgbClr val="00B2D2"/>
      </a:accent2>
      <a:accent3>
        <a:srgbClr val="0087A4"/>
      </a:accent3>
      <a:accent4>
        <a:srgbClr val="0087A4"/>
      </a:accent4>
      <a:accent5>
        <a:srgbClr val="4DCAE3"/>
      </a:accent5>
      <a:accent6>
        <a:srgbClr val="47439B"/>
      </a:accent6>
      <a:hlink>
        <a:srgbClr val="47439B"/>
      </a:hlink>
      <a:folHlink>
        <a:srgbClr val="47439B"/>
      </a:folHlink>
    </a:clrScheme>
    <a:fontScheme name="UAI_S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90BC3CC53EEC4C9015B90AA36096B3" ma:contentTypeVersion="9" ma:contentTypeDescription="Crear nuevo documento." ma:contentTypeScope="" ma:versionID="9f10472c8f8b99be31b94b7f73cef107">
  <xsd:schema xmlns:xsd="http://www.w3.org/2001/XMLSchema" xmlns:xs="http://www.w3.org/2001/XMLSchema" xmlns:p="http://schemas.microsoft.com/office/2006/metadata/properties" xmlns:ns2="61d81613-76fc-45e3-a341-dadc20207370" xmlns:ns3="603a40d3-fd4a-4c6f-a49a-28a881649ee8" targetNamespace="http://schemas.microsoft.com/office/2006/metadata/properties" ma:root="true" ma:fieldsID="bea72b84122da3bba7627bf41f982d13" ns2:_="" ns3:_="">
    <xsd:import namespace="61d81613-76fc-45e3-a341-dadc20207370"/>
    <xsd:import namespace="603a40d3-fd4a-4c6f-a49a-28a881649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81613-76fc-45e3-a341-dadc202073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3a40d3-fd4a-4c6f-a49a-28a881649e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76299E-B770-467C-9E7C-3DDBE65CFD8D}">
  <ds:schemaRefs>
    <ds:schemaRef ds:uri="61d81613-76fc-45e3-a341-dadc20207370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03a40d3-fd4a-4c6f-a49a-28a881649ee8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BBA9AD7-A4D6-41CA-81EE-EFC1CAE4EB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d81613-76fc-45e3-a341-dadc20207370"/>
    <ds:schemaRef ds:uri="603a40d3-fd4a-4c6f-a49a-28a881649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3F1F7B-209E-470C-8BF9-4C92361D9F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6092</TotalTime>
  <Words>1440</Words>
  <Application>Microsoft Macintosh PowerPoint</Application>
  <PresentationFormat>Widescreen</PresentationFormat>
  <Paragraphs>203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Bitter</vt:lpstr>
      <vt:lpstr>Calibri</vt:lpstr>
      <vt:lpstr>Cambria</vt:lpstr>
      <vt:lpstr>Cambria Math</vt:lpstr>
      <vt:lpstr>Open Sans</vt:lpstr>
      <vt:lpstr>Segoe UI Light</vt:lpstr>
      <vt:lpstr>Template FIC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Cuervo</dc:creator>
  <cp:lastModifiedBy>Bastian Galasso</cp:lastModifiedBy>
  <cp:revision>605</cp:revision>
  <dcterms:created xsi:type="dcterms:W3CDTF">2020-06-07T00:37:01Z</dcterms:created>
  <dcterms:modified xsi:type="dcterms:W3CDTF">2025-07-28T19:01:28Z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0x0101005990BC3CC53EEC4C9015B90AA36096B3</vt:lpwstr>
  </property>
</Properties>
</file>