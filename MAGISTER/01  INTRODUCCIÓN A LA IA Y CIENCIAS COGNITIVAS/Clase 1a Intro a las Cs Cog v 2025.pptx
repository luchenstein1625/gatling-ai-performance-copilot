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4" r:id="rId1"/>
  </p:sldMasterIdLst>
  <p:notesMasterIdLst>
    <p:notesMasterId r:id="rId41"/>
  </p:notesMasterIdLst>
  <p:sldIdLst>
    <p:sldId id="256" r:id="rId2"/>
    <p:sldId id="265" r:id="rId3"/>
    <p:sldId id="266" r:id="rId4"/>
    <p:sldId id="340" r:id="rId5"/>
    <p:sldId id="341" r:id="rId6"/>
    <p:sldId id="270" r:id="rId7"/>
    <p:sldId id="272" r:id="rId8"/>
    <p:sldId id="275" r:id="rId9"/>
    <p:sldId id="273" r:id="rId10"/>
    <p:sldId id="327" r:id="rId11"/>
    <p:sldId id="345" r:id="rId12"/>
    <p:sldId id="358" r:id="rId13"/>
    <p:sldId id="359" r:id="rId14"/>
    <p:sldId id="360" r:id="rId15"/>
    <p:sldId id="291" r:id="rId16"/>
    <p:sldId id="271" r:id="rId17"/>
    <p:sldId id="344" r:id="rId18"/>
    <p:sldId id="332" r:id="rId19"/>
    <p:sldId id="349" r:id="rId20"/>
    <p:sldId id="292" r:id="rId21"/>
    <p:sldId id="337" r:id="rId22"/>
    <p:sldId id="342" r:id="rId23"/>
    <p:sldId id="293" r:id="rId24"/>
    <p:sldId id="333" r:id="rId25"/>
    <p:sldId id="361" r:id="rId26"/>
    <p:sldId id="362" r:id="rId27"/>
    <p:sldId id="350" r:id="rId28"/>
    <p:sldId id="351" r:id="rId29"/>
    <p:sldId id="352" r:id="rId30"/>
    <p:sldId id="353" r:id="rId31"/>
    <p:sldId id="354" r:id="rId32"/>
    <p:sldId id="355" r:id="rId33"/>
    <p:sldId id="356" r:id="rId34"/>
    <p:sldId id="357" r:id="rId35"/>
    <p:sldId id="296" r:id="rId36"/>
    <p:sldId id="297" r:id="rId37"/>
    <p:sldId id="346" r:id="rId38"/>
    <p:sldId id="347" r:id="rId39"/>
    <p:sldId id="348" r:id="rId40"/>
  </p:sldIdLst>
  <p:sldSz cx="10080625" cy="7559675"/>
  <p:notesSz cx="7772400" cy="100584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 uri="{2D200454-40CA-4A62-9FC3-DE9A4176ACB9}">
      <p15:notesGuideLst xmlns:p15="http://schemas.microsoft.com/office/powerpoint/2012/main">
        <p15:guide id="1" orient="horz" pos="3168">
          <p15:clr>
            <a:srgbClr val="A4A3A4"/>
          </p15:clr>
        </p15:guide>
        <p15:guide id="2" pos="244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1A9F65-43AA-40DA-9654-5F1C575D542F}" v="237" dt="2025-05-04T21:23:49.1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40" autoAdjust="0"/>
    <p:restoredTop sz="94249" autoAdjust="0"/>
  </p:normalViewPr>
  <p:slideViewPr>
    <p:cSldViewPr snapToGrid="0">
      <p:cViewPr varScale="1">
        <p:scale>
          <a:sx n="75" d="100"/>
          <a:sy n="75" d="100"/>
        </p:scale>
        <p:origin x="1656" y="262"/>
      </p:cViewPr>
      <p:guideLst>
        <p:guide orient="horz" pos="2381"/>
        <p:guide pos="3175"/>
      </p:guideLst>
    </p:cSldViewPr>
  </p:slideViewPr>
  <p:outlineViewPr>
    <p:cViewPr>
      <p:scale>
        <a:sx n="33" d="100"/>
        <a:sy n="33" d="100"/>
      </p:scale>
      <p:origin x="0" y="-21912"/>
    </p:cViewPr>
  </p:outlineViewPr>
  <p:notesTextViewPr>
    <p:cViewPr>
      <p:scale>
        <a:sx n="1" d="1"/>
        <a:sy n="1" d="1"/>
      </p:scale>
      <p:origin x="0" y="0"/>
    </p:cViewPr>
  </p:notesTextViewPr>
  <p:notesViewPr>
    <p:cSldViewPr snapToGrid="0">
      <p:cViewPr varScale="1">
        <p:scale>
          <a:sx n="51" d="100"/>
          <a:sy n="51" d="100"/>
        </p:scale>
        <p:origin x="-2802" y="-90"/>
      </p:cViewPr>
      <p:guideLst>
        <p:guide orient="horz" pos="3168"/>
        <p:guide pos="244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Chaigneau" userId="f68fbc50c7642311" providerId="LiveId" clId="{971A9F65-43AA-40DA-9654-5F1C575D542F}"/>
    <pc:docChg chg="undo custSel addSld delSld modSld sldOrd">
      <pc:chgData name="Sergio Chaigneau" userId="f68fbc50c7642311" providerId="LiveId" clId="{971A9F65-43AA-40DA-9654-5F1C575D542F}" dt="2025-05-04T21:26:49.675" v="1762" actId="20577"/>
      <pc:docMkLst>
        <pc:docMk/>
      </pc:docMkLst>
      <pc:sldChg chg="addSp delSp modSp mod">
        <pc:chgData name="Sergio Chaigneau" userId="f68fbc50c7642311" providerId="LiveId" clId="{971A9F65-43AA-40DA-9654-5F1C575D542F}" dt="2025-05-04T18:45:48.871" v="33" actId="14100"/>
        <pc:sldMkLst>
          <pc:docMk/>
          <pc:sldMk cId="0" sldId="256"/>
        </pc:sldMkLst>
        <pc:spChg chg="mod">
          <ac:chgData name="Sergio Chaigneau" userId="f68fbc50c7642311" providerId="LiveId" clId="{971A9F65-43AA-40DA-9654-5F1C575D542F}" dt="2025-05-04T18:45:48.871" v="33" actId="14100"/>
          <ac:spMkLst>
            <pc:docMk/>
            <pc:sldMk cId="0" sldId="256"/>
            <ac:spMk id="63" creationId="{00000000-0000-0000-0000-000000000000}"/>
          </ac:spMkLst>
        </pc:spChg>
        <pc:spChg chg="del">
          <ac:chgData name="Sergio Chaigneau" userId="f68fbc50c7642311" providerId="LiveId" clId="{971A9F65-43AA-40DA-9654-5F1C575D542F}" dt="2025-05-04T18:45:44.154" v="31" actId="26606"/>
          <ac:spMkLst>
            <pc:docMk/>
            <pc:sldMk cId="0" sldId="256"/>
            <ac:spMk id="68" creationId="{934F1179-B481-4F9E-BCA3-AFB972070F83}"/>
          </ac:spMkLst>
        </pc:spChg>
        <pc:spChg chg="del">
          <ac:chgData name="Sergio Chaigneau" userId="f68fbc50c7642311" providerId="LiveId" clId="{971A9F65-43AA-40DA-9654-5F1C575D542F}" dt="2025-05-04T18:45:44.154" v="31" actId="26606"/>
          <ac:spMkLst>
            <pc:docMk/>
            <pc:sldMk cId="0" sldId="256"/>
            <ac:spMk id="70" creationId="{827DC2C4-B485-428A-BF4A-472D2967F47F}"/>
          </ac:spMkLst>
        </pc:spChg>
        <pc:spChg chg="del">
          <ac:chgData name="Sergio Chaigneau" userId="f68fbc50c7642311" providerId="LiveId" clId="{971A9F65-43AA-40DA-9654-5F1C575D542F}" dt="2025-05-04T18:45:44.154" v="31" actId="26606"/>
          <ac:spMkLst>
            <pc:docMk/>
            <pc:sldMk cId="0" sldId="256"/>
            <ac:spMk id="72" creationId="{EE04B5EB-F158-4507-90DD-BD23620C7CC9}"/>
          </ac:spMkLst>
        </pc:spChg>
        <pc:spChg chg="add">
          <ac:chgData name="Sergio Chaigneau" userId="f68fbc50c7642311" providerId="LiveId" clId="{971A9F65-43AA-40DA-9654-5F1C575D542F}" dt="2025-05-04T18:45:44.154" v="31" actId="26606"/>
          <ac:spMkLst>
            <pc:docMk/>
            <pc:sldMk cId="0" sldId="256"/>
            <ac:spMk id="77" creationId="{C7D023E4-8DE1-436E-9847-ED6A4B4B04FD}"/>
          </ac:spMkLst>
        </pc:spChg>
        <pc:spChg chg="add">
          <ac:chgData name="Sergio Chaigneau" userId="f68fbc50c7642311" providerId="LiveId" clId="{971A9F65-43AA-40DA-9654-5F1C575D542F}" dt="2025-05-04T18:45:44.154" v="31" actId="26606"/>
          <ac:spMkLst>
            <pc:docMk/>
            <pc:sldMk cId="0" sldId="256"/>
            <ac:spMk id="79" creationId="{63C1F321-BB96-4700-B3CE-1A6156067F44}"/>
          </ac:spMkLst>
        </pc:spChg>
        <pc:grpChg chg="add">
          <ac:chgData name="Sergio Chaigneau" userId="f68fbc50c7642311" providerId="LiveId" clId="{971A9F65-43AA-40DA-9654-5F1C575D542F}" dt="2025-05-04T18:45:44.154" v="31" actId="26606"/>
          <ac:grpSpMkLst>
            <pc:docMk/>
            <pc:sldMk cId="0" sldId="256"/>
            <ac:grpSpMk id="81" creationId="{3FA1AD64-F15F-417D-956C-B2C211FC905E}"/>
          </ac:grpSpMkLst>
        </pc:grpChg>
        <pc:grpChg chg="add">
          <ac:chgData name="Sergio Chaigneau" userId="f68fbc50c7642311" providerId="LiveId" clId="{971A9F65-43AA-40DA-9654-5F1C575D542F}" dt="2025-05-04T18:45:44.154" v="31" actId="26606"/>
          <ac:grpSpMkLst>
            <pc:docMk/>
            <pc:sldMk cId="0" sldId="256"/>
            <ac:grpSpMk id="85" creationId="{43F5E015-E085-4624-B431-B42414448684}"/>
          </ac:grpSpMkLst>
        </pc:grpChg>
      </pc:sldChg>
      <pc:sldChg chg="addSp delSp modSp mod ord modAnim">
        <pc:chgData name="Sergio Chaigneau" userId="f68fbc50c7642311" providerId="LiveId" clId="{971A9F65-43AA-40DA-9654-5F1C575D542F}" dt="2025-05-04T18:47:40.811" v="46" actId="27636"/>
        <pc:sldMkLst>
          <pc:docMk/>
          <pc:sldMk cId="1658034240" sldId="265"/>
        </pc:sldMkLst>
        <pc:spChg chg="mod">
          <ac:chgData name="Sergio Chaigneau" userId="f68fbc50c7642311" providerId="LiveId" clId="{971A9F65-43AA-40DA-9654-5F1C575D542F}" dt="2025-05-04T18:47:11.507" v="39" actId="26606"/>
          <ac:spMkLst>
            <pc:docMk/>
            <pc:sldMk cId="1658034240" sldId="265"/>
            <ac:spMk id="4" creationId="{00000000-0000-0000-0000-000000000000}"/>
          </ac:spMkLst>
        </pc:spChg>
        <pc:spChg chg="mod">
          <ac:chgData name="Sergio Chaigneau" userId="f68fbc50c7642311" providerId="LiveId" clId="{971A9F65-43AA-40DA-9654-5F1C575D542F}" dt="2025-05-04T18:47:40.811" v="46" actId="27636"/>
          <ac:spMkLst>
            <pc:docMk/>
            <pc:sldMk cId="1658034240" sldId="265"/>
            <ac:spMk id="7170" creationId="{00000000-0000-0000-0000-000000000000}"/>
          </ac:spMkLst>
        </pc:spChg>
        <pc:spChg chg="del">
          <ac:chgData name="Sergio Chaigneau" userId="f68fbc50c7642311" providerId="LiveId" clId="{971A9F65-43AA-40DA-9654-5F1C575D542F}" dt="2025-05-04T18:47:11.507" v="39" actId="26606"/>
          <ac:spMkLst>
            <pc:docMk/>
            <pc:sldMk cId="1658034240" sldId="265"/>
            <ac:spMk id="7175" creationId="{081EA652-8C6A-4E69-BEB9-170809474553}"/>
          </ac:spMkLst>
        </pc:spChg>
        <pc:spChg chg="del">
          <ac:chgData name="Sergio Chaigneau" userId="f68fbc50c7642311" providerId="LiveId" clId="{971A9F65-43AA-40DA-9654-5F1C575D542F}" dt="2025-05-04T18:47:11.507" v="39" actId="26606"/>
          <ac:spMkLst>
            <pc:docMk/>
            <pc:sldMk cId="1658034240" sldId="265"/>
            <ac:spMk id="7177" creationId="{5298780A-33B9-4EA2-8F67-DE68AD62841B}"/>
          </ac:spMkLst>
        </pc:spChg>
        <pc:spChg chg="del">
          <ac:chgData name="Sergio Chaigneau" userId="f68fbc50c7642311" providerId="LiveId" clId="{971A9F65-43AA-40DA-9654-5F1C575D542F}" dt="2025-05-04T18:47:11.507" v="39" actId="26606"/>
          <ac:spMkLst>
            <pc:docMk/>
            <pc:sldMk cId="1658034240" sldId="265"/>
            <ac:spMk id="7179" creationId="{7F488E8B-4E1E-4402-8935-D4E6C02615C7}"/>
          </ac:spMkLst>
        </pc:spChg>
        <pc:spChg chg="add">
          <ac:chgData name="Sergio Chaigneau" userId="f68fbc50c7642311" providerId="LiveId" clId="{971A9F65-43AA-40DA-9654-5F1C575D542F}" dt="2025-05-04T18:47:11.507" v="39" actId="26606"/>
          <ac:spMkLst>
            <pc:docMk/>
            <pc:sldMk cId="1658034240" sldId="265"/>
            <ac:spMk id="7184" creationId="{17718681-A12E-49D6-9925-DD7C68176D61}"/>
          </ac:spMkLst>
        </pc:spChg>
        <pc:spChg chg="add">
          <ac:chgData name="Sergio Chaigneau" userId="f68fbc50c7642311" providerId="LiveId" clId="{971A9F65-43AA-40DA-9654-5F1C575D542F}" dt="2025-05-04T18:47:11.507" v="39" actId="26606"/>
          <ac:spMkLst>
            <pc:docMk/>
            <pc:sldMk cId="1658034240" sldId="265"/>
            <ac:spMk id="7186" creationId="{FBD77573-9EF2-4C35-8285-A1CF6FBB0EA5}"/>
          </ac:spMkLst>
        </pc:spChg>
      </pc:sldChg>
      <pc:sldChg chg="addSp delSp modSp mod modAnim">
        <pc:chgData name="Sergio Chaigneau" userId="f68fbc50c7642311" providerId="LiveId" clId="{971A9F65-43AA-40DA-9654-5F1C575D542F}" dt="2025-05-04T18:48:14.022" v="49" actId="26606"/>
        <pc:sldMkLst>
          <pc:docMk/>
          <pc:sldMk cId="2301704864" sldId="266"/>
        </pc:sldMkLst>
        <pc:spChg chg="mod">
          <ac:chgData name="Sergio Chaigneau" userId="f68fbc50c7642311" providerId="LiveId" clId="{971A9F65-43AA-40DA-9654-5F1C575D542F}" dt="2025-05-04T18:48:14.022" v="49" actId="26606"/>
          <ac:spMkLst>
            <pc:docMk/>
            <pc:sldMk cId="2301704864" sldId="266"/>
            <ac:spMk id="4" creationId="{00000000-0000-0000-0000-000000000000}"/>
          </ac:spMkLst>
        </pc:spChg>
        <pc:spChg chg="mod">
          <ac:chgData name="Sergio Chaigneau" userId="f68fbc50c7642311" providerId="LiveId" clId="{971A9F65-43AA-40DA-9654-5F1C575D542F}" dt="2025-05-04T18:48:14.022" v="49" actId="26606"/>
          <ac:spMkLst>
            <pc:docMk/>
            <pc:sldMk cId="2301704864" sldId="266"/>
            <ac:spMk id="7170" creationId="{00000000-0000-0000-0000-000000000000}"/>
          </ac:spMkLst>
        </pc:spChg>
        <pc:spChg chg="del">
          <ac:chgData name="Sergio Chaigneau" userId="f68fbc50c7642311" providerId="LiveId" clId="{971A9F65-43AA-40DA-9654-5F1C575D542F}" dt="2025-05-04T18:48:14.022" v="49" actId="26606"/>
          <ac:spMkLst>
            <pc:docMk/>
            <pc:sldMk cId="2301704864" sldId="266"/>
            <ac:spMk id="7188" creationId="{9D25F302-27C5-414F-97F8-6EA0A6C028BA}"/>
          </ac:spMkLst>
        </pc:spChg>
        <pc:spChg chg="del">
          <ac:chgData name="Sergio Chaigneau" userId="f68fbc50c7642311" providerId="LiveId" clId="{971A9F65-43AA-40DA-9654-5F1C575D542F}" dt="2025-05-04T18:48:14.022" v="49" actId="26606"/>
          <ac:spMkLst>
            <pc:docMk/>
            <pc:sldMk cId="2301704864" sldId="266"/>
            <ac:spMk id="7190" creationId="{830A36F8-48C2-4842-A87B-8CE8DF4E7FD2}"/>
          </ac:spMkLst>
        </pc:spChg>
        <pc:spChg chg="del">
          <ac:chgData name="Sergio Chaigneau" userId="f68fbc50c7642311" providerId="LiveId" clId="{971A9F65-43AA-40DA-9654-5F1C575D542F}" dt="2025-05-04T18:48:14.022" v="49" actId="26606"/>
          <ac:spMkLst>
            <pc:docMk/>
            <pc:sldMk cId="2301704864" sldId="266"/>
            <ac:spMk id="7192" creationId="{7F488E8B-4E1E-4402-8935-D4E6C02615C7}"/>
          </ac:spMkLst>
        </pc:spChg>
        <pc:spChg chg="add">
          <ac:chgData name="Sergio Chaigneau" userId="f68fbc50c7642311" providerId="LiveId" clId="{971A9F65-43AA-40DA-9654-5F1C575D542F}" dt="2025-05-04T18:48:14.022" v="49" actId="26606"/>
          <ac:spMkLst>
            <pc:docMk/>
            <pc:sldMk cId="2301704864" sldId="266"/>
            <ac:spMk id="7197" creationId="{0E3596DD-156A-473E-9BB3-C6A29F7574E9}"/>
          </ac:spMkLst>
        </pc:spChg>
        <pc:spChg chg="add">
          <ac:chgData name="Sergio Chaigneau" userId="f68fbc50c7642311" providerId="LiveId" clId="{971A9F65-43AA-40DA-9654-5F1C575D542F}" dt="2025-05-04T18:48:14.022" v="49" actId="26606"/>
          <ac:spMkLst>
            <pc:docMk/>
            <pc:sldMk cId="2301704864" sldId="266"/>
            <ac:spMk id="7199" creationId="{2C46C4D6-C474-4E92-B52E-944C1118F7B6}"/>
          </ac:spMkLst>
        </pc:spChg>
        <pc:picChg chg="mod ord">
          <ac:chgData name="Sergio Chaigneau" userId="f68fbc50c7642311" providerId="LiveId" clId="{971A9F65-43AA-40DA-9654-5F1C575D542F}" dt="2025-05-04T18:48:14.022" v="49" actId="26606"/>
          <ac:picMkLst>
            <pc:docMk/>
            <pc:sldMk cId="2301704864" sldId="266"/>
            <ac:picMk id="3074" creationId="{00000000-0000-0000-0000-000000000000}"/>
          </ac:picMkLst>
        </pc:picChg>
        <pc:picChg chg="del">
          <ac:chgData name="Sergio Chaigneau" userId="f68fbc50c7642311" providerId="LiveId" clId="{971A9F65-43AA-40DA-9654-5F1C575D542F}" dt="2025-05-04T18:48:08.768" v="47" actId="478"/>
          <ac:picMkLst>
            <pc:docMk/>
            <pc:sldMk cId="2301704864" sldId="266"/>
            <ac:picMk id="3076" creationId="{00000000-0000-0000-0000-000000000000}"/>
          </ac:picMkLst>
        </pc:picChg>
      </pc:sldChg>
      <pc:sldChg chg="addSp delSp modSp mod">
        <pc:chgData name="Sergio Chaigneau" userId="f68fbc50c7642311" providerId="LiveId" clId="{971A9F65-43AA-40DA-9654-5F1C575D542F}" dt="2025-05-04T20:58:25.036" v="1489" actId="20577"/>
        <pc:sldMkLst>
          <pc:docMk/>
          <pc:sldMk cId="1034088572" sldId="270"/>
        </pc:sldMkLst>
        <pc:spChg chg="mod">
          <ac:chgData name="Sergio Chaigneau" userId="f68fbc50c7642311" providerId="LiveId" clId="{971A9F65-43AA-40DA-9654-5F1C575D542F}" dt="2025-05-04T20:58:25.036" v="1489" actId="20577"/>
          <ac:spMkLst>
            <pc:docMk/>
            <pc:sldMk cId="1034088572" sldId="270"/>
            <ac:spMk id="4" creationId="{00000000-0000-0000-0000-000000000000}"/>
          </ac:spMkLst>
        </pc:spChg>
        <pc:spChg chg="mod">
          <ac:chgData name="Sergio Chaigneau" userId="f68fbc50c7642311" providerId="LiveId" clId="{971A9F65-43AA-40DA-9654-5F1C575D542F}" dt="2025-05-04T18:52:41.982" v="56" actId="26606"/>
          <ac:spMkLst>
            <pc:docMk/>
            <pc:sldMk cId="1034088572" sldId="270"/>
            <ac:spMk id="31745" creationId="{00000000-0000-0000-0000-000000000000}"/>
          </ac:spMkLst>
        </pc:spChg>
        <pc:spChg chg="del">
          <ac:chgData name="Sergio Chaigneau" userId="f68fbc50c7642311" providerId="LiveId" clId="{971A9F65-43AA-40DA-9654-5F1C575D542F}" dt="2025-05-04T18:52:41.982" v="56" actId="26606"/>
          <ac:spMkLst>
            <pc:docMk/>
            <pc:sldMk cId="1034088572" sldId="270"/>
            <ac:spMk id="31761" creationId="{F35DB090-93B5-4581-8D71-BB3839684BFF}"/>
          </ac:spMkLst>
        </pc:spChg>
        <pc:spChg chg="del">
          <ac:chgData name="Sergio Chaigneau" userId="f68fbc50c7642311" providerId="LiveId" clId="{971A9F65-43AA-40DA-9654-5F1C575D542F}" dt="2025-05-04T18:52:41.982" v="56" actId="26606"/>
          <ac:spMkLst>
            <pc:docMk/>
            <pc:sldMk cId="1034088572" sldId="270"/>
            <ac:spMk id="31763" creationId="{A0DE92DF-4769-4DE9-93FD-EE31271850CA}"/>
          </ac:spMkLst>
        </pc:spChg>
        <pc:spChg chg="add">
          <ac:chgData name="Sergio Chaigneau" userId="f68fbc50c7642311" providerId="LiveId" clId="{971A9F65-43AA-40DA-9654-5F1C575D542F}" dt="2025-05-04T18:52:41.982" v="56" actId="26606"/>
          <ac:spMkLst>
            <pc:docMk/>
            <pc:sldMk cId="1034088572" sldId="270"/>
            <ac:spMk id="31768" creationId="{5EF17487-C386-4F99-B5EB-4FD3DF4236B2}"/>
          </ac:spMkLst>
        </pc:spChg>
        <pc:spChg chg="add">
          <ac:chgData name="Sergio Chaigneau" userId="f68fbc50c7642311" providerId="LiveId" clId="{971A9F65-43AA-40DA-9654-5F1C575D542F}" dt="2025-05-04T18:52:41.982" v="56" actId="26606"/>
          <ac:spMkLst>
            <pc:docMk/>
            <pc:sldMk cId="1034088572" sldId="270"/>
            <ac:spMk id="31770" creationId="{A0DE92DF-4769-4DE9-93FD-EE31271850CA}"/>
          </ac:spMkLst>
        </pc:spChg>
        <pc:picChg chg="mod ord">
          <ac:chgData name="Sergio Chaigneau" userId="f68fbc50c7642311" providerId="LiveId" clId="{971A9F65-43AA-40DA-9654-5F1C575D542F}" dt="2025-05-04T18:52:41.982" v="56" actId="26606"/>
          <ac:picMkLst>
            <pc:docMk/>
            <pc:sldMk cId="1034088572" sldId="270"/>
            <ac:picMk id="2" creationId="{F14F2E29-F22A-D927-30A6-2CBC4345D669}"/>
          </ac:picMkLst>
        </pc:picChg>
        <pc:picChg chg="mod">
          <ac:chgData name="Sergio Chaigneau" userId="f68fbc50c7642311" providerId="LiveId" clId="{971A9F65-43AA-40DA-9654-5F1C575D542F}" dt="2025-05-04T18:52:41.982" v="56" actId="26606"/>
          <ac:picMkLst>
            <pc:docMk/>
            <pc:sldMk cId="1034088572" sldId="270"/>
            <ac:picMk id="3" creationId="{00000000-0000-0000-0000-000000000000}"/>
          </ac:picMkLst>
        </pc:picChg>
      </pc:sldChg>
      <pc:sldChg chg="modSp add del mod setBg">
        <pc:chgData name="Sergio Chaigneau" userId="f68fbc50c7642311" providerId="LiveId" clId="{971A9F65-43AA-40DA-9654-5F1C575D542F}" dt="2025-05-04T21:14:02.769" v="1666" actId="5793"/>
        <pc:sldMkLst>
          <pc:docMk/>
          <pc:sldMk cId="0" sldId="271"/>
        </pc:sldMkLst>
        <pc:spChg chg="mod">
          <ac:chgData name="Sergio Chaigneau" userId="f68fbc50c7642311" providerId="LiveId" clId="{971A9F65-43AA-40DA-9654-5F1C575D542F}" dt="2025-05-04T21:14:02.769" v="1666" actId="5793"/>
          <ac:spMkLst>
            <pc:docMk/>
            <pc:sldMk cId="0" sldId="271"/>
            <ac:spMk id="7171" creationId="{96A91865-D9EA-48E1-AE9B-F4613BD518BE}"/>
          </ac:spMkLst>
        </pc:spChg>
        <pc:picChg chg="mod">
          <ac:chgData name="Sergio Chaigneau" userId="f68fbc50c7642311" providerId="LiveId" clId="{971A9F65-43AA-40DA-9654-5F1C575D542F}" dt="2025-05-04T19:03:49.254" v="101" actId="1076"/>
          <ac:picMkLst>
            <pc:docMk/>
            <pc:sldMk cId="0" sldId="271"/>
            <ac:picMk id="7233" creationId="{2E77D420-CDC1-42F1-90C7-A4ECB52B41FF}"/>
          </ac:picMkLst>
        </pc:picChg>
      </pc:sldChg>
      <pc:sldChg chg="del">
        <pc:chgData name="Sergio Chaigneau" userId="f68fbc50c7642311" providerId="LiveId" clId="{971A9F65-43AA-40DA-9654-5F1C575D542F}" dt="2025-05-04T18:43:53.450" v="0" actId="47"/>
        <pc:sldMkLst>
          <pc:docMk/>
          <pc:sldMk cId="1472441743" sldId="276"/>
        </pc:sldMkLst>
      </pc:sldChg>
      <pc:sldChg chg="del">
        <pc:chgData name="Sergio Chaigneau" userId="f68fbc50c7642311" providerId="LiveId" clId="{971A9F65-43AA-40DA-9654-5F1C575D542F}" dt="2025-05-04T18:44:01.486" v="1" actId="47"/>
        <pc:sldMkLst>
          <pc:docMk/>
          <pc:sldMk cId="360673712" sldId="277"/>
        </pc:sldMkLst>
      </pc:sldChg>
      <pc:sldChg chg="del">
        <pc:chgData name="Sergio Chaigneau" userId="f68fbc50c7642311" providerId="LiveId" clId="{971A9F65-43AA-40DA-9654-5F1C575D542F}" dt="2025-05-04T18:44:09.409" v="3" actId="47"/>
        <pc:sldMkLst>
          <pc:docMk/>
          <pc:sldMk cId="3893818001" sldId="278"/>
        </pc:sldMkLst>
      </pc:sldChg>
      <pc:sldChg chg="addSp delSp modSp add del mod ord setBg delDesignElem">
        <pc:chgData name="Sergio Chaigneau" userId="f68fbc50c7642311" providerId="LiveId" clId="{971A9F65-43AA-40DA-9654-5F1C575D542F}" dt="2025-05-04T19:20:38.878" v="189" actId="403"/>
        <pc:sldMkLst>
          <pc:docMk/>
          <pc:sldMk cId="0" sldId="291"/>
        </pc:sldMkLst>
        <pc:spChg chg="mod">
          <ac:chgData name="Sergio Chaigneau" userId="f68fbc50c7642311" providerId="LiveId" clId="{971A9F65-43AA-40DA-9654-5F1C575D542F}" dt="2025-05-04T19:20:38.878" v="189" actId="403"/>
          <ac:spMkLst>
            <pc:docMk/>
            <pc:sldMk cId="0" sldId="291"/>
            <ac:spMk id="32771" creationId="{758F7C78-D99D-44FA-B556-C9083699C076}"/>
          </ac:spMkLst>
        </pc:spChg>
        <pc:spChg chg="add del">
          <ac:chgData name="Sergio Chaigneau" userId="f68fbc50c7642311" providerId="LiveId" clId="{971A9F65-43AA-40DA-9654-5F1C575D542F}" dt="2025-05-04T18:45:15.851" v="29"/>
          <ac:spMkLst>
            <pc:docMk/>
            <pc:sldMk cId="0" sldId="291"/>
            <ac:spMk id="32776" creationId="{A8908DB7-C3A6-4FCB-9820-CEE02B398C4A}"/>
          </ac:spMkLst>
        </pc:spChg>
        <pc:spChg chg="add del">
          <ac:chgData name="Sergio Chaigneau" userId="f68fbc50c7642311" providerId="LiveId" clId="{971A9F65-43AA-40DA-9654-5F1C575D542F}" dt="2025-05-04T18:45:15.851" v="29"/>
          <ac:spMkLst>
            <pc:docMk/>
            <pc:sldMk cId="0" sldId="291"/>
            <ac:spMk id="32778" creationId="{535742DD-1B16-4E9D-B715-0D74B4574A68}"/>
          </ac:spMkLst>
        </pc:spChg>
      </pc:sldChg>
      <pc:sldChg chg="addSp delSp modSp add del mod setBg delDesignElem">
        <pc:chgData name="Sergio Chaigneau" userId="f68fbc50c7642311" providerId="LiveId" clId="{971A9F65-43AA-40DA-9654-5F1C575D542F}" dt="2025-05-04T19:36:19.504" v="293" actId="108"/>
        <pc:sldMkLst>
          <pc:docMk/>
          <pc:sldMk cId="0" sldId="292"/>
        </pc:sldMkLst>
        <pc:spChg chg="mod">
          <ac:chgData name="Sergio Chaigneau" userId="f68fbc50c7642311" providerId="LiveId" clId="{971A9F65-43AA-40DA-9654-5F1C575D542F}" dt="2025-05-04T19:36:19.504" v="293" actId="108"/>
          <ac:spMkLst>
            <pc:docMk/>
            <pc:sldMk cId="0" sldId="292"/>
            <ac:spMk id="33795" creationId="{19226911-1F97-481F-B0DE-16C571F354B9}"/>
          </ac:spMkLst>
        </pc:spChg>
        <pc:spChg chg="add del">
          <ac:chgData name="Sergio Chaigneau" userId="f68fbc50c7642311" providerId="LiveId" clId="{971A9F65-43AA-40DA-9654-5F1C575D542F}" dt="2025-05-04T18:45:15.851" v="29"/>
          <ac:spMkLst>
            <pc:docMk/>
            <pc:sldMk cId="0" sldId="292"/>
            <ac:spMk id="33800" creationId="{2B97F24A-32CE-4C1C-A50D-3016B394DCFB}"/>
          </ac:spMkLst>
        </pc:spChg>
        <pc:spChg chg="add del">
          <ac:chgData name="Sergio Chaigneau" userId="f68fbc50c7642311" providerId="LiveId" clId="{971A9F65-43AA-40DA-9654-5F1C575D542F}" dt="2025-05-04T18:45:15.851" v="29"/>
          <ac:spMkLst>
            <pc:docMk/>
            <pc:sldMk cId="0" sldId="292"/>
            <ac:spMk id="33802" creationId="{CD8B4F24-440B-49E9-B85D-733523DC064B}"/>
          </ac:spMkLst>
        </pc:spChg>
      </pc:sldChg>
      <pc:sldChg chg="addSp delSp modSp add del mod setBg delDesignElem">
        <pc:chgData name="Sergio Chaigneau" userId="f68fbc50c7642311" providerId="LiveId" clId="{971A9F65-43AA-40DA-9654-5F1C575D542F}" dt="2025-05-04T19:44:43.936" v="394" actId="27636"/>
        <pc:sldMkLst>
          <pc:docMk/>
          <pc:sldMk cId="0" sldId="293"/>
        </pc:sldMkLst>
        <pc:spChg chg="mod">
          <ac:chgData name="Sergio Chaigneau" userId="f68fbc50c7642311" providerId="LiveId" clId="{971A9F65-43AA-40DA-9654-5F1C575D542F}" dt="2025-05-04T19:44:43.936" v="394" actId="27636"/>
          <ac:spMkLst>
            <pc:docMk/>
            <pc:sldMk cId="0" sldId="293"/>
            <ac:spMk id="34819" creationId="{D0F1BDE0-38D1-454A-8E97-8B480D933A84}"/>
          </ac:spMkLst>
        </pc:spChg>
        <pc:spChg chg="add del">
          <ac:chgData name="Sergio Chaigneau" userId="f68fbc50c7642311" providerId="LiveId" clId="{971A9F65-43AA-40DA-9654-5F1C575D542F}" dt="2025-05-04T18:45:15.851" v="29"/>
          <ac:spMkLst>
            <pc:docMk/>
            <pc:sldMk cId="0" sldId="293"/>
            <ac:spMk id="34824" creationId="{100EDD19-6802-4EC3-95CE-CFFAB042CFD6}"/>
          </ac:spMkLst>
        </pc:spChg>
        <pc:spChg chg="add del">
          <ac:chgData name="Sergio Chaigneau" userId="f68fbc50c7642311" providerId="LiveId" clId="{971A9F65-43AA-40DA-9654-5F1C575D542F}" dt="2025-05-04T18:45:15.851" v="29"/>
          <ac:spMkLst>
            <pc:docMk/>
            <pc:sldMk cId="0" sldId="293"/>
            <ac:spMk id="34826" creationId="{DB17E863-922E-4C26-BD64-E8FD41D28661}"/>
          </ac:spMkLst>
        </pc:spChg>
      </pc:sldChg>
      <pc:sldChg chg="addSp delSp modSp add del mod setBg delDesignElem">
        <pc:chgData name="Sergio Chaigneau" userId="f68fbc50c7642311" providerId="LiveId" clId="{971A9F65-43AA-40DA-9654-5F1C575D542F}" dt="2025-05-04T20:25:50.819" v="1157" actId="20577"/>
        <pc:sldMkLst>
          <pc:docMk/>
          <pc:sldMk cId="0" sldId="296"/>
        </pc:sldMkLst>
        <pc:spChg chg="mod">
          <ac:chgData name="Sergio Chaigneau" userId="f68fbc50c7642311" providerId="LiveId" clId="{971A9F65-43AA-40DA-9654-5F1C575D542F}" dt="2025-05-04T20:25:50.819" v="1157" actId="20577"/>
          <ac:spMkLst>
            <pc:docMk/>
            <pc:sldMk cId="0" sldId="296"/>
            <ac:spMk id="36867" creationId="{0FC427DB-B2C0-452C-9906-E5FD6AC16830}"/>
          </ac:spMkLst>
        </pc:spChg>
        <pc:spChg chg="add del">
          <ac:chgData name="Sergio Chaigneau" userId="f68fbc50c7642311" providerId="LiveId" clId="{971A9F65-43AA-40DA-9654-5F1C575D542F}" dt="2025-05-04T18:45:15.851" v="29"/>
          <ac:spMkLst>
            <pc:docMk/>
            <pc:sldMk cId="0" sldId="296"/>
            <ac:spMk id="36872" creationId="{100EDD19-6802-4EC3-95CE-CFFAB042CFD6}"/>
          </ac:spMkLst>
        </pc:spChg>
        <pc:spChg chg="add del">
          <ac:chgData name="Sergio Chaigneau" userId="f68fbc50c7642311" providerId="LiveId" clId="{971A9F65-43AA-40DA-9654-5F1C575D542F}" dt="2025-05-04T18:45:15.851" v="29"/>
          <ac:spMkLst>
            <pc:docMk/>
            <pc:sldMk cId="0" sldId="296"/>
            <ac:spMk id="36874" creationId="{DB17E863-922E-4C26-BD64-E8FD41D28661}"/>
          </ac:spMkLst>
        </pc:spChg>
        <pc:inkChg chg="del">
          <ac:chgData name="Sergio Chaigneau" userId="f68fbc50c7642311" providerId="LiveId" clId="{971A9F65-43AA-40DA-9654-5F1C575D542F}" dt="2025-05-04T20:10:52.983" v="603" actId="478"/>
          <ac:inkMkLst>
            <pc:docMk/>
            <pc:sldMk cId="0" sldId="296"/>
            <ac:inkMk id="2" creationId="{7E2419DD-E6DD-44DD-BEC1-8020E992DC1A}"/>
          </ac:inkMkLst>
        </pc:inkChg>
        <pc:inkChg chg="del">
          <ac:chgData name="Sergio Chaigneau" userId="f68fbc50c7642311" providerId="LiveId" clId="{971A9F65-43AA-40DA-9654-5F1C575D542F}" dt="2025-05-04T20:10:58.085" v="605" actId="478"/>
          <ac:inkMkLst>
            <pc:docMk/>
            <pc:sldMk cId="0" sldId="296"/>
            <ac:inkMk id="3" creationId="{E29ED511-DF68-6E97-7420-D077FD377CA2}"/>
          </ac:inkMkLst>
        </pc:inkChg>
        <pc:inkChg chg="del">
          <ac:chgData name="Sergio Chaigneau" userId="f68fbc50c7642311" providerId="LiveId" clId="{971A9F65-43AA-40DA-9654-5F1C575D542F}" dt="2025-05-04T20:10:55.863" v="604" actId="478"/>
          <ac:inkMkLst>
            <pc:docMk/>
            <pc:sldMk cId="0" sldId="296"/>
            <ac:inkMk id="4" creationId="{3D5A868C-B1F8-434C-B36E-E9AC0025D9CF}"/>
          </ac:inkMkLst>
        </pc:inkChg>
        <pc:inkChg chg="del">
          <ac:chgData name="Sergio Chaigneau" userId="f68fbc50c7642311" providerId="LiveId" clId="{971A9F65-43AA-40DA-9654-5F1C575D542F}" dt="2025-05-04T20:11:00.738" v="606" actId="478"/>
          <ac:inkMkLst>
            <pc:docMk/>
            <pc:sldMk cId="0" sldId="296"/>
            <ac:inkMk id="5" creationId="{508EA152-6C49-BBBE-FDD2-F455C6515CB3}"/>
          </ac:inkMkLst>
        </pc:inkChg>
      </pc:sldChg>
      <pc:sldChg chg="addSp delSp add del setBg delDesignElem">
        <pc:chgData name="Sergio Chaigneau" userId="f68fbc50c7642311" providerId="LiveId" clId="{971A9F65-43AA-40DA-9654-5F1C575D542F}" dt="2025-05-04T18:45:15.945" v="30"/>
        <pc:sldMkLst>
          <pc:docMk/>
          <pc:sldMk cId="0" sldId="297"/>
        </pc:sldMkLst>
        <pc:spChg chg="add del">
          <ac:chgData name="Sergio Chaigneau" userId="f68fbc50c7642311" providerId="LiveId" clId="{971A9F65-43AA-40DA-9654-5F1C575D542F}" dt="2025-05-04T18:45:15.851" v="29"/>
          <ac:spMkLst>
            <pc:docMk/>
            <pc:sldMk cId="0" sldId="297"/>
            <ac:spMk id="37897" creationId="{2C61293E-6EBE-43EF-A52C-9BEBFD7679D4}"/>
          </ac:spMkLst>
        </pc:spChg>
        <pc:spChg chg="add del">
          <ac:chgData name="Sergio Chaigneau" userId="f68fbc50c7642311" providerId="LiveId" clId="{971A9F65-43AA-40DA-9654-5F1C575D542F}" dt="2025-05-04T18:45:15.851" v="29"/>
          <ac:spMkLst>
            <pc:docMk/>
            <pc:sldMk cId="0" sldId="297"/>
            <ac:spMk id="37899" creationId="{21540236-BFD5-4A9D-8840-4703E7F76825}"/>
          </ac:spMkLst>
        </pc:spChg>
      </pc:sldChg>
      <pc:sldChg chg="del">
        <pc:chgData name="Sergio Chaigneau" userId="f68fbc50c7642311" providerId="LiveId" clId="{971A9F65-43AA-40DA-9654-5F1C575D542F}" dt="2025-05-04T18:44:13.134" v="6" actId="47"/>
        <pc:sldMkLst>
          <pc:docMk/>
          <pc:sldMk cId="1491436759" sldId="312"/>
        </pc:sldMkLst>
      </pc:sldChg>
      <pc:sldChg chg="del">
        <pc:chgData name="Sergio Chaigneau" userId="f68fbc50c7642311" providerId="LiveId" clId="{971A9F65-43AA-40DA-9654-5F1C575D542F}" dt="2025-05-04T18:44:11.062" v="4" actId="47"/>
        <pc:sldMkLst>
          <pc:docMk/>
          <pc:sldMk cId="408643632" sldId="317"/>
        </pc:sldMkLst>
      </pc:sldChg>
      <pc:sldChg chg="addSp delSp add del setBg delDesignElem">
        <pc:chgData name="Sergio Chaigneau" userId="f68fbc50c7642311" providerId="LiveId" clId="{971A9F65-43AA-40DA-9654-5F1C575D542F}" dt="2025-05-04T19:06:49.895" v="113" actId="47"/>
        <pc:sldMkLst>
          <pc:docMk/>
          <pc:sldMk cId="4134720411" sldId="319"/>
        </pc:sldMkLst>
        <pc:spChg chg="add del">
          <ac:chgData name="Sergio Chaigneau" userId="f68fbc50c7642311" providerId="LiveId" clId="{971A9F65-43AA-40DA-9654-5F1C575D542F}" dt="2025-05-04T18:45:15.851" v="29"/>
          <ac:spMkLst>
            <pc:docMk/>
            <pc:sldMk cId="4134720411" sldId="319"/>
            <ac:spMk id="8" creationId="{907E470A-25F4-47D0-8FEC-EE9FD606BB34}"/>
          </ac:spMkLst>
        </pc:spChg>
        <pc:grpChg chg="add del">
          <ac:chgData name="Sergio Chaigneau" userId="f68fbc50c7642311" providerId="LiveId" clId="{971A9F65-43AA-40DA-9654-5F1C575D542F}" dt="2025-05-04T18:45:15.851" v="29"/>
          <ac:grpSpMkLst>
            <pc:docMk/>
            <pc:sldMk cId="4134720411" sldId="319"/>
            <ac:grpSpMk id="10" creationId="{66220E63-99E1-482A-A0A6-B47EB4BF8797}"/>
          </ac:grpSpMkLst>
        </pc:grpChg>
        <pc:grpChg chg="add del">
          <ac:chgData name="Sergio Chaigneau" userId="f68fbc50c7642311" providerId="LiveId" clId="{971A9F65-43AA-40DA-9654-5F1C575D542F}" dt="2025-05-04T18:45:15.851" v="29"/>
          <ac:grpSpMkLst>
            <pc:docMk/>
            <pc:sldMk cId="4134720411" sldId="319"/>
            <ac:grpSpMk id="14" creationId="{8618EE54-271A-4FE8-B6B3-D0FCF55A7A01}"/>
          </ac:grpSpMkLst>
        </pc:grpChg>
        <pc:grpChg chg="add del">
          <ac:chgData name="Sergio Chaigneau" userId="f68fbc50c7642311" providerId="LiveId" clId="{971A9F65-43AA-40DA-9654-5F1C575D542F}" dt="2025-05-04T18:45:15.851" v="29"/>
          <ac:grpSpMkLst>
            <pc:docMk/>
            <pc:sldMk cId="4134720411" sldId="319"/>
            <ac:grpSpMk id="18" creationId="{43F5E015-E085-4624-B431-B42414448684}"/>
          </ac:grpSpMkLst>
        </pc:grpChg>
      </pc:sldChg>
      <pc:sldChg chg="addSp delSp add del setBg delDesignElem">
        <pc:chgData name="Sergio Chaigneau" userId="f68fbc50c7642311" providerId="LiveId" clId="{971A9F65-43AA-40DA-9654-5F1C575D542F}" dt="2025-05-04T19:07:04.178" v="114" actId="47"/>
        <pc:sldMkLst>
          <pc:docMk/>
          <pc:sldMk cId="2466223919" sldId="324"/>
        </pc:sldMkLst>
        <pc:spChg chg="add del">
          <ac:chgData name="Sergio Chaigneau" userId="f68fbc50c7642311" providerId="LiveId" clId="{971A9F65-43AA-40DA-9654-5F1C575D542F}" dt="2025-05-04T18:45:15.851" v="29"/>
          <ac:spMkLst>
            <pc:docMk/>
            <pc:sldMk cId="2466223919" sldId="324"/>
            <ac:spMk id="648202" creationId="{C7D023E4-8DE1-436E-9847-ED6A4B4B04FD}"/>
          </ac:spMkLst>
        </pc:spChg>
        <pc:grpChg chg="add del">
          <ac:chgData name="Sergio Chaigneau" userId="f68fbc50c7642311" providerId="LiveId" clId="{971A9F65-43AA-40DA-9654-5F1C575D542F}" dt="2025-05-04T18:45:15.851" v="29"/>
          <ac:grpSpMkLst>
            <pc:docMk/>
            <pc:sldMk cId="2466223919" sldId="324"/>
            <ac:grpSpMk id="648204" creationId="{C4C42016-34C0-4D37-91CF-48308269607E}"/>
          </ac:grpSpMkLst>
        </pc:grpChg>
        <pc:grpChg chg="add del">
          <ac:chgData name="Sergio Chaigneau" userId="f68fbc50c7642311" providerId="LiveId" clId="{971A9F65-43AA-40DA-9654-5F1C575D542F}" dt="2025-05-04T18:45:15.851" v="29"/>
          <ac:grpSpMkLst>
            <pc:docMk/>
            <pc:sldMk cId="2466223919" sldId="324"/>
            <ac:grpSpMk id="648208" creationId="{5A7DBA8A-AFD3-4A43-8CFF-101BE55E4E68}"/>
          </ac:grpSpMkLst>
        </pc:grpChg>
      </pc:sldChg>
      <pc:sldChg chg="add del">
        <pc:chgData name="Sergio Chaigneau" userId="f68fbc50c7642311" providerId="LiveId" clId="{971A9F65-43AA-40DA-9654-5F1C575D542F}" dt="2025-05-04T19:07:10.738" v="115" actId="47"/>
        <pc:sldMkLst>
          <pc:docMk/>
          <pc:sldMk cId="2916998979" sldId="325"/>
        </pc:sldMkLst>
      </pc:sldChg>
      <pc:sldChg chg="addSp delSp modSp add del mod setBg delDesignElem">
        <pc:chgData name="Sergio Chaigneau" userId="f68fbc50c7642311" providerId="LiveId" clId="{971A9F65-43AA-40DA-9654-5F1C575D542F}" dt="2025-05-04T19:03:04.835" v="100" actId="26606"/>
        <pc:sldMkLst>
          <pc:docMk/>
          <pc:sldMk cId="0" sldId="327"/>
        </pc:sldMkLst>
        <pc:spChg chg="mod">
          <ac:chgData name="Sergio Chaigneau" userId="f68fbc50c7642311" providerId="LiveId" clId="{971A9F65-43AA-40DA-9654-5F1C575D542F}" dt="2025-05-04T19:03:04.835" v="100" actId="26606"/>
          <ac:spMkLst>
            <pc:docMk/>
            <pc:sldMk cId="0" sldId="327"/>
            <ac:spMk id="3074" creationId="{5F2D629E-F520-46B8-871B-E344A236CC24}"/>
          </ac:spMkLst>
        </pc:spChg>
        <pc:spChg chg="del mod">
          <ac:chgData name="Sergio Chaigneau" userId="f68fbc50c7642311" providerId="LiveId" clId="{971A9F65-43AA-40DA-9654-5F1C575D542F}" dt="2025-05-04T19:03:04.835" v="100" actId="26606"/>
          <ac:spMkLst>
            <pc:docMk/>
            <pc:sldMk cId="0" sldId="327"/>
            <ac:spMk id="3075" creationId="{BC114C38-9AEB-4BAC-9AEE-E759C03B5F63}"/>
          </ac:spMkLst>
        </pc:spChg>
        <pc:spChg chg="add del">
          <ac:chgData name="Sergio Chaigneau" userId="f68fbc50c7642311" providerId="LiveId" clId="{971A9F65-43AA-40DA-9654-5F1C575D542F}" dt="2025-05-04T19:03:04.835" v="100" actId="26606"/>
          <ac:spMkLst>
            <pc:docMk/>
            <pc:sldMk cId="0" sldId="327"/>
            <ac:spMk id="3080" creationId="{907E470A-25F4-47D0-8FEC-EE9FD606BB34}"/>
          </ac:spMkLst>
        </pc:spChg>
        <pc:spChg chg="add">
          <ac:chgData name="Sergio Chaigneau" userId="f68fbc50c7642311" providerId="LiveId" clId="{971A9F65-43AA-40DA-9654-5F1C575D542F}" dt="2025-05-04T19:03:04.835" v="100" actId="26606"/>
          <ac:spMkLst>
            <pc:docMk/>
            <pc:sldMk cId="0" sldId="327"/>
            <ac:spMk id="3103" creationId="{BACC6370-2D7E-4714-9D71-7542949D7D5D}"/>
          </ac:spMkLst>
        </pc:spChg>
        <pc:spChg chg="add">
          <ac:chgData name="Sergio Chaigneau" userId="f68fbc50c7642311" providerId="LiveId" clId="{971A9F65-43AA-40DA-9654-5F1C575D542F}" dt="2025-05-04T19:03:04.835" v="100" actId="26606"/>
          <ac:spMkLst>
            <pc:docMk/>
            <pc:sldMk cId="0" sldId="327"/>
            <ac:spMk id="3105" creationId="{F68B3F68-107C-434F-AA38-110D5EA91B85}"/>
          </ac:spMkLst>
        </pc:spChg>
        <pc:spChg chg="add">
          <ac:chgData name="Sergio Chaigneau" userId="f68fbc50c7642311" providerId="LiveId" clId="{971A9F65-43AA-40DA-9654-5F1C575D542F}" dt="2025-05-04T19:03:04.835" v="100" actId="26606"/>
          <ac:spMkLst>
            <pc:docMk/>
            <pc:sldMk cId="0" sldId="327"/>
            <ac:spMk id="3107" creationId="{AAD0DBB9-1A4B-4391-81D4-CB19F9AB918A}"/>
          </ac:spMkLst>
        </pc:spChg>
        <pc:spChg chg="add">
          <ac:chgData name="Sergio Chaigneau" userId="f68fbc50c7642311" providerId="LiveId" clId="{971A9F65-43AA-40DA-9654-5F1C575D542F}" dt="2025-05-04T19:03:04.835" v="100" actId="26606"/>
          <ac:spMkLst>
            <pc:docMk/>
            <pc:sldMk cId="0" sldId="327"/>
            <ac:spMk id="3109" creationId="{063BBA22-50EA-4C4D-BE05-F1CE4E63AA56}"/>
          </ac:spMkLst>
        </pc:spChg>
        <pc:grpChg chg="add del">
          <ac:chgData name="Sergio Chaigneau" userId="f68fbc50c7642311" providerId="LiveId" clId="{971A9F65-43AA-40DA-9654-5F1C575D542F}" dt="2025-05-04T19:03:04.835" v="100" actId="26606"/>
          <ac:grpSpMkLst>
            <pc:docMk/>
            <pc:sldMk cId="0" sldId="327"/>
            <ac:grpSpMk id="3082" creationId="{66220E63-99E1-482A-A0A6-B47EB4BF8797}"/>
          </ac:grpSpMkLst>
        </pc:grpChg>
        <pc:grpChg chg="add del">
          <ac:chgData name="Sergio Chaigneau" userId="f68fbc50c7642311" providerId="LiveId" clId="{971A9F65-43AA-40DA-9654-5F1C575D542F}" dt="2025-05-04T18:45:15.851" v="29"/>
          <ac:grpSpMkLst>
            <pc:docMk/>
            <pc:sldMk cId="0" sldId="327"/>
            <ac:grpSpMk id="3086" creationId="{8618EE54-271A-4FE8-B6B3-D0FCF55A7A01}"/>
          </ac:grpSpMkLst>
        </pc:grpChg>
        <pc:grpChg chg="add del">
          <ac:chgData name="Sergio Chaigneau" userId="f68fbc50c7642311" providerId="LiveId" clId="{971A9F65-43AA-40DA-9654-5F1C575D542F}" dt="2025-05-04T19:03:04.835" v="100" actId="26606"/>
          <ac:grpSpMkLst>
            <pc:docMk/>
            <pc:sldMk cId="0" sldId="327"/>
            <ac:grpSpMk id="3090" creationId="{43F5E015-E085-4624-B431-B42414448684}"/>
          </ac:grpSpMkLst>
        </pc:grpChg>
        <pc:graphicFrameChg chg="add">
          <ac:chgData name="Sergio Chaigneau" userId="f68fbc50c7642311" providerId="LiveId" clId="{971A9F65-43AA-40DA-9654-5F1C575D542F}" dt="2025-05-04T19:03:04.835" v="100" actId="26606"/>
          <ac:graphicFrameMkLst>
            <pc:docMk/>
            <pc:sldMk cId="0" sldId="327"/>
            <ac:graphicFrameMk id="3099" creationId="{38F2F2C0-4FAD-4C77-6EF0-5231131E03EA}"/>
          </ac:graphicFrameMkLst>
        </pc:graphicFrameChg>
      </pc:sldChg>
      <pc:sldChg chg="addSp delSp modSp add del mod setBg delDesignElem">
        <pc:chgData name="Sergio Chaigneau" userId="f68fbc50c7642311" providerId="LiveId" clId="{971A9F65-43AA-40DA-9654-5F1C575D542F}" dt="2025-05-04T19:06:40.887" v="109" actId="47"/>
        <pc:sldMkLst>
          <pc:docMk/>
          <pc:sldMk cId="0" sldId="328"/>
        </pc:sldMkLst>
        <pc:spChg chg="mod">
          <ac:chgData name="Sergio Chaigneau" userId="f68fbc50c7642311" providerId="LiveId" clId="{971A9F65-43AA-40DA-9654-5F1C575D542F}" dt="2025-05-04T19:04:20.528" v="102" actId="26606"/>
          <ac:spMkLst>
            <pc:docMk/>
            <pc:sldMk cId="0" sldId="328"/>
            <ac:spMk id="8194" creationId="{4507B9A4-A7F4-47A5-9B37-9F04310F04C9}"/>
          </ac:spMkLst>
        </pc:spChg>
        <pc:spChg chg="mod">
          <ac:chgData name="Sergio Chaigneau" userId="f68fbc50c7642311" providerId="LiveId" clId="{971A9F65-43AA-40DA-9654-5F1C575D542F}" dt="2025-05-04T19:04:37.939" v="108" actId="20577"/>
          <ac:spMkLst>
            <pc:docMk/>
            <pc:sldMk cId="0" sldId="328"/>
            <ac:spMk id="8195" creationId="{2F3F3032-C5C4-4394-AF26-CDF428D0F903}"/>
          </ac:spMkLst>
        </pc:spChg>
        <pc:spChg chg="add del">
          <ac:chgData name="Sergio Chaigneau" userId="f68fbc50c7642311" providerId="LiveId" clId="{971A9F65-43AA-40DA-9654-5F1C575D542F}" dt="2025-05-04T19:04:20.528" v="102" actId="26606"/>
          <ac:spMkLst>
            <pc:docMk/>
            <pc:sldMk cId="0" sldId="328"/>
            <ac:spMk id="8200" creationId="{907E470A-25F4-47D0-8FEC-EE9FD606BB34}"/>
          </ac:spMkLst>
        </pc:spChg>
        <pc:spChg chg="add">
          <ac:chgData name="Sergio Chaigneau" userId="f68fbc50c7642311" providerId="LiveId" clId="{971A9F65-43AA-40DA-9654-5F1C575D542F}" dt="2025-05-04T19:04:20.528" v="102" actId="26606"/>
          <ac:spMkLst>
            <pc:docMk/>
            <pc:sldMk cId="0" sldId="328"/>
            <ac:spMk id="8224" creationId="{59A309A7-1751-4ABE-A3C1-EEC40366AD89}"/>
          </ac:spMkLst>
        </pc:spChg>
        <pc:spChg chg="add">
          <ac:chgData name="Sergio Chaigneau" userId="f68fbc50c7642311" providerId="LiveId" clId="{971A9F65-43AA-40DA-9654-5F1C575D542F}" dt="2025-05-04T19:04:20.528" v="102" actId="26606"/>
          <ac:spMkLst>
            <pc:docMk/>
            <pc:sldMk cId="0" sldId="328"/>
            <ac:spMk id="8226" creationId="{967D8EB6-EAE1-4F9C-B398-83321E287204}"/>
          </ac:spMkLst>
        </pc:spChg>
        <pc:grpChg chg="add del">
          <ac:chgData name="Sergio Chaigneau" userId="f68fbc50c7642311" providerId="LiveId" clId="{971A9F65-43AA-40DA-9654-5F1C575D542F}" dt="2025-05-04T19:04:20.528" v="102" actId="26606"/>
          <ac:grpSpMkLst>
            <pc:docMk/>
            <pc:sldMk cId="0" sldId="328"/>
            <ac:grpSpMk id="8202" creationId="{66220E63-99E1-482A-A0A6-B47EB4BF8797}"/>
          </ac:grpSpMkLst>
        </pc:grpChg>
        <pc:grpChg chg="add del">
          <ac:chgData name="Sergio Chaigneau" userId="f68fbc50c7642311" providerId="LiveId" clId="{971A9F65-43AA-40DA-9654-5F1C575D542F}" dt="2025-05-04T19:04:20.528" v="102" actId="26606"/>
          <ac:grpSpMkLst>
            <pc:docMk/>
            <pc:sldMk cId="0" sldId="328"/>
            <ac:grpSpMk id="8206" creationId="{8618EE54-271A-4FE8-B6B3-D0FCF55A7A01}"/>
          </ac:grpSpMkLst>
        </pc:grpChg>
        <pc:grpChg chg="add del">
          <ac:chgData name="Sergio Chaigneau" userId="f68fbc50c7642311" providerId="LiveId" clId="{971A9F65-43AA-40DA-9654-5F1C575D542F}" dt="2025-05-04T19:04:20.528" v="102" actId="26606"/>
          <ac:grpSpMkLst>
            <pc:docMk/>
            <pc:sldMk cId="0" sldId="328"/>
            <ac:grpSpMk id="8210" creationId="{43F5E015-E085-4624-B431-B42414448684}"/>
          </ac:grpSpMkLst>
        </pc:grpChg>
        <pc:picChg chg="add">
          <ac:chgData name="Sergio Chaigneau" userId="f68fbc50c7642311" providerId="LiveId" clId="{971A9F65-43AA-40DA-9654-5F1C575D542F}" dt="2025-05-04T19:04:20.528" v="102" actId="26606"/>
          <ac:picMkLst>
            <pc:docMk/>
            <pc:sldMk cId="0" sldId="328"/>
            <ac:picMk id="8221" creationId="{A9AF5BBD-91CD-94B0-325A-86DAE1527116}"/>
          </ac:picMkLst>
        </pc:picChg>
      </pc:sldChg>
      <pc:sldChg chg="addSp delSp modSp add del setBg delDesignElem">
        <pc:chgData name="Sergio Chaigneau" userId="f68fbc50c7642311" providerId="LiveId" clId="{971A9F65-43AA-40DA-9654-5F1C575D542F}" dt="2025-05-04T19:06:43.056" v="110" actId="47"/>
        <pc:sldMkLst>
          <pc:docMk/>
          <pc:sldMk cId="0" sldId="329"/>
        </pc:sldMkLst>
        <pc:spChg chg="mod">
          <ac:chgData name="Sergio Chaigneau" userId="f68fbc50c7642311" providerId="LiveId" clId="{971A9F65-43AA-40DA-9654-5F1C575D542F}" dt="2025-05-04T19:02:16.490" v="94" actId="403"/>
          <ac:spMkLst>
            <pc:docMk/>
            <pc:sldMk cId="0" sldId="329"/>
            <ac:spMk id="9219" creationId="{74F074EB-B323-4EF3-94EF-A326CC8DCA88}"/>
          </ac:spMkLst>
        </pc:spChg>
        <pc:spChg chg="add del">
          <ac:chgData name="Sergio Chaigneau" userId="f68fbc50c7642311" providerId="LiveId" clId="{971A9F65-43AA-40DA-9654-5F1C575D542F}" dt="2025-05-04T18:45:15.851" v="29"/>
          <ac:spMkLst>
            <pc:docMk/>
            <pc:sldMk cId="0" sldId="329"/>
            <ac:spMk id="9224" creationId="{907E470A-25F4-47D0-8FEC-EE9FD606BB34}"/>
          </ac:spMkLst>
        </pc:spChg>
        <pc:grpChg chg="add del">
          <ac:chgData name="Sergio Chaigneau" userId="f68fbc50c7642311" providerId="LiveId" clId="{971A9F65-43AA-40DA-9654-5F1C575D542F}" dt="2025-05-04T18:45:15.851" v="29"/>
          <ac:grpSpMkLst>
            <pc:docMk/>
            <pc:sldMk cId="0" sldId="329"/>
            <ac:grpSpMk id="9226" creationId="{66220E63-99E1-482A-A0A6-B47EB4BF8797}"/>
          </ac:grpSpMkLst>
        </pc:grpChg>
        <pc:grpChg chg="add del">
          <ac:chgData name="Sergio Chaigneau" userId="f68fbc50c7642311" providerId="LiveId" clId="{971A9F65-43AA-40DA-9654-5F1C575D542F}" dt="2025-05-04T18:45:15.851" v="29"/>
          <ac:grpSpMkLst>
            <pc:docMk/>
            <pc:sldMk cId="0" sldId="329"/>
            <ac:grpSpMk id="9230" creationId="{8618EE54-271A-4FE8-B6B3-D0FCF55A7A01}"/>
          </ac:grpSpMkLst>
        </pc:grpChg>
        <pc:grpChg chg="add del">
          <ac:chgData name="Sergio Chaigneau" userId="f68fbc50c7642311" providerId="LiveId" clId="{971A9F65-43AA-40DA-9654-5F1C575D542F}" dt="2025-05-04T18:45:15.851" v="29"/>
          <ac:grpSpMkLst>
            <pc:docMk/>
            <pc:sldMk cId="0" sldId="329"/>
            <ac:grpSpMk id="9234" creationId="{43F5E015-E085-4624-B431-B42414448684}"/>
          </ac:grpSpMkLst>
        </pc:grpChg>
      </pc:sldChg>
      <pc:sldChg chg="addSp delSp modSp add del setBg delDesignElem">
        <pc:chgData name="Sergio Chaigneau" userId="f68fbc50c7642311" providerId="LiveId" clId="{971A9F65-43AA-40DA-9654-5F1C575D542F}" dt="2025-05-04T19:06:45.458" v="111" actId="47"/>
        <pc:sldMkLst>
          <pc:docMk/>
          <pc:sldMk cId="3528805581" sldId="330"/>
        </pc:sldMkLst>
        <pc:spChg chg="mod">
          <ac:chgData name="Sergio Chaigneau" userId="f68fbc50c7642311" providerId="LiveId" clId="{971A9F65-43AA-40DA-9654-5F1C575D542F}" dt="2025-05-04T19:02:39.342" v="98" actId="403"/>
          <ac:spMkLst>
            <pc:docMk/>
            <pc:sldMk cId="3528805581" sldId="330"/>
            <ac:spMk id="2" creationId="{0CF428F5-105A-4DDE-A834-0B8139A3F132}"/>
          </ac:spMkLst>
        </pc:spChg>
        <pc:spChg chg="add del">
          <ac:chgData name="Sergio Chaigneau" userId="f68fbc50c7642311" providerId="LiveId" clId="{971A9F65-43AA-40DA-9654-5F1C575D542F}" dt="2025-05-04T18:45:15.851" v="29"/>
          <ac:spMkLst>
            <pc:docMk/>
            <pc:sldMk cId="3528805581" sldId="330"/>
            <ac:spMk id="9224" creationId="{907E470A-25F4-47D0-8FEC-EE9FD606BB34}"/>
          </ac:spMkLst>
        </pc:spChg>
        <pc:grpChg chg="add del">
          <ac:chgData name="Sergio Chaigneau" userId="f68fbc50c7642311" providerId="LiveId" clId="{971A9F65-43AA-40DA-9654-5F1C575D542F}" dt="2025-05-04T18:45:15.851" v="29"/>
          <ac:grpSpMkLst>
            <pc:docMk/>
            <pc:sldMk cId="3528805581" sldId="330"/>
            <ac:grpSpMk id="9226" creationId="{66220E63-99E1-482A-A0A6-B47EB4BF8797}"/>
          </ac:grpSpMkLst>
        </pc:grpChg>
        <pc:grpChg chg="add del">
          <ac:chgData name="Sergio Chaigneau" userId="f68fbc50c7642311" providerId="LiveId" clId="{971A9F65-43AA-40DA-9654-5F1C575D542F}" dt="2025-05-04T18:45:15.851" v="29"/>
          <ac:grpSpMkLst>
            <pc:docMk/>
            <pc:sldMk cId="3528805581" sldId="330"/>
            <ac:grpSpMk id="9230" creationId="{8618EE54-271A-4FE8-B6B3-D0FCF55A7A01}"/>
          </ac:grpSpMkLst>
        </pc:grpChg>
        <pc:grpChg chg="add del">
          <ac:chgData name="Sergio Chaigneau" userId="f68fbc50c7642311" providerId="LiveId" clId="{971A9F65-43AA-40DA-9654-5F1C575D542F}" dt="2025-05-04T18:45:15.851" v="29"/>
          <ac:grpSpMkLst>
            <pc:docMk/>
            <pc:sldMk cId="3528805581" sldId="330"/>
            <ac:grpSpMk id="9234" creationId="{43F5E015-E085-4624-B431-B42414448684}"/>
          </ac:grpSpMkLst>
        </pc:grpChg>
      </pc:sldChg>
      <pc:sldChg chg="addSp delSp add del setBg delDesignElem">
        <pc:chgData name="Sergio Chaigneau" userId="f68fbc50c7642311" providerId="LiveId" clId="{971A9F65-43AA-40DA-9654-5F1C575D542F}" dt="2025-05-04T19:06:46.978" v="112" actId="47"/>
        <pc:sldMkLst>
          <pc:docMk/>
          <pc:sldMk cId="0" sldId="331"/>
        </pc:sldMkLst>
        <pc:spChg chg="add del">
          <ac:chgData name="Sergio Chaigneau" userId="f68fbc50c7642311" providerId="LiveId" clId="{971A9F65-43AA-40DA-9654-5F1C575D542F}" dt="2025-05-04T18:45:15.851" v="29"/>
          <ac:spMkLst>
            <pc:docMk/>
            <pc:sldMk cId="0" sldId="331"/>
            <ac:spMk id="12298" creationId="{E2B198BE-F6DF-4465-B329-28C9E71EB99D}"/>
          </ac:spMkLst>
        </pc:spChg>
        <pc:spChg chg="add del">
          <ac:chgData name="Sergio Chaigneau" userId="f68fbc50c7642311" providerId="LiveId" clId="{971A9F65-43AA-40DA-9654-5F1C575D542F}" dt="2025-05-04T18:45:15.851" v="29"/>
          <ac:spMkLst>
            <pc:docMk/>
            <pc:sldMk cId="0" sldId="331"/>
            <ac:spMk id="12300" creationId="{5A65989E-BBD5-44D7-AA86-7AFD5D46BBC0}"/>
          </ac:spMkLst>
        </pc:spChg>
        <pc:spChg chg="add del">
          <ac:chgData name="Sergio Chaigneau" userId="f68fbc50c7642311" providerId="LiveId" clId="{971A9F65-43AA-40DA-9654-5F1C575D542F}" dt="2025-05-04T18:45:15.851" v="29"/>
          <ac:spMkLst>
            <pc:docMk/>
            <pc:sldMk cId="0" sldId="331"/>
            <ac:spMk id="12302" creationId="{231A2881-D8D7-4A7D-ACA3-E9F849F853D8}"/>
          </ac:spMkLst>
        </pc:spChg>
      </pc:sldChg>
      <pc:sldChg chg="addSp delSp modSp add del mod setBg delDesignElem">
        <pc:chgData name="Sergio Chaigneau" userId="f68fbc50c7642311" providerId="LiveId" clId="{971A9F65-43AA-40DA-9654-5F1C575D542F}" dt="2025-05-04T19:09:38.308" v="180" actId="20577"/>
        <pc:sldMkLst>
          <pc:docMk/>
          <pc:sldMk cId="0" sldId="332"/>
        </pc:sldMkLst>
        <pc:spChg chg="mod">
          <ac:chgData name="Sergio Chaigneau" userId="f68fbc50c7642311" providerId="LiveId" clId="{971A9F65-43AA-40DA-9654-5F1C575D542F}" dt="2025-05-04T19:09:38.308" v="180" actId="20577"/>
          <ac:spMkLst>
            <pc:docMk/>
            <pc:sldMk cId="0" sldId="332"/>
            <ac:spMk id="13315" creationId="{A501A767-E045-4960-82E5-226C237FAC80}"/>
          </ac:spMkLst>
        </pc:spChg>
        <pc:spChg chg="mod">
          <ac:chgData name="Sergio Chaigneau" userId="f68fbc50c7642311" providerId="LiveId" clId="{971A9F65-43AA-40DA-9654-5F1C575D542F}" dt="2025-05-04T18:59:32.739" v="84" actId="27636"/>
          <ac:spMkLst>
            <pc:docMk/>
            <pc:sldMk cId="0" sldId="332"/>
            <ac:spMk id="14338" creationId="{CFFD2D31-679D-4CED-AFCC-F36282B6658C}"/>
          </ac:spMkLst>
        </pc:spChg>
        <pc:spChg chg="add del">
          <ac:chgData name="Sergio Chaigneau" userId="f68fbc50c7642311" providerId="LiveId" clId="{971A9F65-43AA-40DA-9654-5F1C575D542F}" dt="2025-05-04T18:59:18.190" v="80" actId="26606"/>
          <ac:spMkLst>
            <pc:docMk/>
            <pc:sldMk cId="0" sldId="332"/>
            <ac:spMk id="14344" creationId="{79BB35BC-D5C2-4C8B-A22A-A71E6191913B}"/>
          </ac:spMkLst>
        </pc:spChg>
        <pc:spChg chg="add">
          <ac:chgData name="Sergio Chaigneau" userId="f68fbc50c7642311" providerId="LiveId" clId="{971A9F65-43AA-40DA-9654-5F1C575D542F}" dt="2025-05-04T18:59:18.190" v="80" actId="26606"/>
          <ac:spMkLst>
            <pc:docMk/>
            <pc:sldMk cId="0" sldId="332"/>
            <ac:spMk id="14349" creationId="{12609869-9E80-471B-A487-A53288E0E791}"/>
          </ac:spMkLst>
        </pc:spChg>
        <pc:spChg chg="add">
          <ac:chgData name="Sergio Chaigneau" userId="f68fbc50c7642311" providerId="LiveId" clId="{971A9F65-43AA-40DA-9654-5F1C575D542F}" dt="2025-05-04T18:59:18.190" v="80" actId="26606"/>
          <ac:spMkLst>
            <pc:docMk/>
            <pc:sldMk cId="0" sldId="332"/>
            <ac:spMk id="14351" creationId="{7004738A-9D34-43E8-97D2-CA0EED4F8BE0}"/>
          </ac:spMkLst>
        </pc:spChg>
        <pc:spChg chg="add">
          <ac:chgData name="Sergio Chaigneau" userId="f68fbc50c7642311" providerId="LiveId" clId="{971A9F65-43AA-40DA-9654-5F1C575D542F}" dt="2025-05-04T18:59:18.190" v="80" actId="26606"/>
          <ac:spMkLst>
            <pc:docMk/>
            <pc:sldMk cId="0" sldId="332"/>
            <ac:spMk id="14353" creationId="{B8B8D07F-F13E-443E-BA68-2D26672D76B9}"/>
          </ac:spMkLst>
        </pc:spChg>
        <pc:spChg chg="add">
          <ac:chgData name="Sergio Chaigneau" userId="f68fbc50c7642311" providerId="LiveId" clId="{971A9F65-43AA-40DA-9654-5F1C575D542F}" dt="2025-05-04T18:59:18.190" v="80" actId="26606"/>
          <ac:spMkLst>
            <pc:docMk/>
            <pc:sldMk cId="0" sldId="332"/>
            <ac:spMk id="14355" creationId="{2813A4FA-24A5-41ED-A534-3807D1B2F344}"/>
          </ac:spMkLst>
        </pc:spChg>
        <pc:spChg chg="add">
          <ac:chgData name="Sergio Chaigneau" userId="f68fbc50c7642311" providerId="LiveId" clId="{971A9F65-43AA-40DA-9654-5F1C575D542F}" dt="2025-05-04T18:59:18.190" v="80" actId="26606"/>
          <ac:spMkLst>
            <pc:docMk/>
            <pc:sldMk cId="0" sldId="332"/>
            <ac:spMk id="14357" creationId="{C3944F27-CA70-4E84-A51A-E6BF89558979}"/>
          </ac:spMkLst>
        </pc:spChg>
        <pc:picChg chg="mod ord">
          <ac:chgData name="Sergio Chaigneau" userId="f68fbc50c7642311" providerId="LiveId" clId="{971A9F65-43AA-40DA-9654-5F1C575D542F}" dt="2025-05-04T18:59:18.190" v="80" actId="26606"/>
          <ac:picMkLst>
            <pc:docMk/>
            <pc:sldMk cId="0" sldId="332"/>
            <ac:picMk id="14340" creationId="{81DE99C7-868C-EFE0-EAA8-4D36F6AF3590}"/>
          </ac:picMkLst>
        </pc:picChg>
      </pc:sldChg>
      <pc:sldChg chg="addSp delSp modSp add del mod setBg delDesignElem">
        <pc:chgData name="Sergio Chaigneau" userId="f68fbc50c7642311" providerId="LiveId" clId="{971A9F65-43AA-40DA-9654-5F1C575D542F}" dt="2025-05-04T20:12:19.776" v="651" actId="27636"/>
        <pc:sldMkLst>
          <pc:docMk/>
          <pc:sldMk cId="0" sldId="333"/>
        </pc:sldMkLst>
        <pc:spChg chg="mod">
          <ac:chgData name="Sergio Chaigneau" userId="f68fbc50c7642311" providerId="LiveId" clId="{971A9F65-43AA-40DA-9654-5F1C575D542F}" dt="2025-05-04T20:12:19.776" v="651" actId="27636"/>
          <ac:spMkLst>
            <pc:docMk/>
            <pc:sldMk cId="0" sldId="333"/>
            <ac:spMk id="35843" creationId="{01ECDEDD-F120-4083-AFFB-A6CF055DC719}"/>
          </ac:spMkLst>
        </pc:spChg>
        <pc:spChg chg="add del">
          <ac:chgData name="Sergio Chaigneau" userId="f68fbc50c7642311" providerId="LiveId" clId="{971A9F65-43AA-40DA-9654-5F1C575D542F}" dt="2025-05-04T18:45:15.851" v="29"/>
          <ac:spMkLst>
            <pc:docMk/>
            <pc:sldMk cId="0" sldId="333"/>
            <ac:spMk id="35848" creationId="{100EDD19-6802-4EC3-95CE-CFFAB042CFD6}"/>
          </ac:spMkLst>
        </pc:spChg>
        <pc:spChg chg="add del">
          <ac:chgData name="Sergio Chaigneau" userId="f68fbc50c7642311" providerId="LiveId" clId="{971A9F65-43AA-40DA-9654-5F1C575D542F}" dt="2025-05-04T18:45:15.851" v="29"/>
          <ac:spMkLst>
            <pc:docMk/>
            <pc:sldMk cId="0" sldId="333"/>
            <ac:spMk id="35850" creationId="{DB17E863-922E-4C26-BD64-E8FD41D28661}"/>
          </ac:spMkLst>
        </pc:spChg>
      </pc:sldChg>
      <pc:sldChg chg="addSp delSp add del setBg delDesignElem">
        <pc:chgData name="Sergio Chaigneau" userId="f68fbc50c7642311" providerId="LiveId" clId="{971A9F65-43AA-40DA-9654-5F1C575D542F}" dt="2025-05-04T18:56:20.155" v="57" actId="47"/>
        <pc:sldMkLst>
          <pc:docMk/>
          <pc:sldMk cId="3409667873" sldId="335"/>
        </pc:sldMkLst>
        <pc:spChg chg="add del">
          <ac:chgData name="Sergio Chaigneau" userId="f68fbc50c7642311" providerId="LiveId" clId="{971A9F65-43AA-40DA-9654-5F1C575D542F}" dt="2025-05-04T18:45:15.851" v="29"/>
          <ac:spMkLst>
            <pc:docMk/>
            <pc:sldMk cId="3409667873" sldId="335"/>
            <ac:spMk id="8" creationId="{907E470A-25F4-47D0-8FEC-EE9FD606BB34}"/>
          </ac:spMkLst>
        </pc:spChg>
        <pc:grpChg chg="add del">
          <ac:chgData name="Sergio Chaigneau" userId="f68fbc50c7642311" providerId="LiveId" clId="{971A9F65-43AA-40DA-9654-5F1C575D542F}" dt="2025-05-04T18:45:15.851" v="29"/>
          <ac:grpSpMkLst>
            <pc:docMk/>
            <pc:sldMk cId="3409667873" sldId="335"/>
            <ac:grpSpMk id="10" creationId="{66220E63-99E1-482A-A0A6-B47EB4BF8797}"/>
          </ac:grpSpMkLst>
        </pc:grpChg>
        <pc:grpChg chg="add del">
          <ac:chgData name="Sergio Chaigneau" userId="f68fbc50c7642311" providerId="LiveId" clId="{971A9F65-43AA-40DA-9654-5F1C575D542F}" dt="2025-05-04T18:45:15.851" v="29"/>
          <ac:grpSpMkLst>
            <pc:docMk/>
            <pc:sldMk cId="3409667873" sldId="335"/>
            <ac:grpSpMk id="14" creationId="{8618EE54-271A-4FE8-B6B3-D0FCF55A7A01}"/>
          </ac:grpSpMkLst>
        </pc:grpChg>
        <pc:grpChg chg="add del">
          <ac:chgData name="Sergio Chaigneau" userId="f68fbc50c7642311" providerId="LiveId" clId="{971A9F65-43AA-40DA-9654-5F1C575D542F}" dt="2025-05-04T18:45:15.851" v="29"/>
          <ac:grpSpMkLst>
            <pc:docMk/>
            <pc:sldMk cId="3409667873" sldId="335"/>
            <ac:grpSpMk id="18" creationId="{43F5E015-E085-4624-B431-B42414448684}"/>
          </ac:grpSpMkLst>
        </pc:grpChg>
      </pc:sldChg>
      <pc:sldChg chg="addSp delSp modSp add del mod setBg modAnim delDesignElem">
        <pc:chgData name="Sergio Chaigneau" userId="f68fbc50c7642311" providerId="LiveId" clId="{971A9F65-43AA-40DA-9654-5F1C575D542F}" dt="2025-05-04T19:37:16.815" v="367" actId="20577"/>
        <pc:sldMkLst>
          <pc:docMk/>
          <pc:sldMk cId="631170840" sldId="337"/>
        </pc:sldMkLst>
        <pc:spChg chg="mod">
          <ac:chgData name="Sergio Chaigneau" userId="f68fbc50c7642311" providerId="LiveId" clId="{971A9F65-43AA-40DA-9654-5F1C575D542F}" dt="2025-05-04T19:37:16.815" v="367" actId="20577"/>
          <ac:spMkLst>
            <pc:docMk/>
            <pc:sldMk cId="631170840" sldId="337"/>
            <ac:spMk id="33795" creationId="{19226911-1F97-481F-B0DE-16C571F354B9}"/>
          </ac:spMkLst>
        </pc:spChg>
        <pc:spChg chg="add del">
          <ac:chgData name="Sergio Chaigneau" userId="f68fbc50c7642311" providerId="LiveId" clId="{971A9F65-43AA-40DA-9654-5F1C575D542F}" dt="2025-05-04T18:45:15.851" v="29"/>
          <ac:spMkLst>
            <pc:docMk/>
            <pc:sldMk cId="631170840" sldId="337"/>
            <ac:spMk id="33801" creationId="{2C61293E-6EBE-43EF-A52C-9BEBFD7679D4}"/>
          </ac:spMkLst>
        </pc:spChg>
        <pc:spChg chg="add del">
          <ac:chgData name="Sergio Chaigneau" userId="f68fbc50c7642311" providerId="LiveId" clId="{971A9F65-43AA-40DA-9654-5F1C575D542F}" dt="2025-05-04T18:45:15.851" v="29"/>
          <ac:spMkLst>
            <pc:docMk/>
            <pc:sldMk cId="631170840" sldId="337"/>
            <ac:spMk id="33803" creationId="{21540236-BFD5-4A9D-8840-4703E7F76825}"/>
          </ac:spMkLst>
        </pc:spChg>
      </pc:sldChg>
      <pc:sldChg chg="del">
        <pc:chgData name="Sergio Chaigneau" userId="f68fbc50c7642311" providerId="LiveId" clId="{971A9F65-43AA-40DA-9654-5F1C575D542F}" dt="2025-05-04T18:44:12.135" v="5" actId="47"/>
        <pc:sldMkLst>
          <pc:docMk/>
          <pc:sldMk cId="2160096420" sldId="338"/>
        </pc:sldMkLst>
      </pc:sldChg>
      <pc:sldChg chg="del">
        <pc:chgData name="Sergio Chaigneau" userId="f68fbc50c7642311" providerId="LiveId" clId="{971A9F65-43AA-40DA-9654-5F1C575D542F}" dt="2025-05-04T18:44:04.243" v="2" actId="47"/>
        <pc:sldMkLst>
          <pc:docMk/>
          <pc:sldMk cId="2938019061" sldId="339"/>
        </pc:sldMkLst>
      </pc:sldChg>
      <pc:sldChg chg="add del">
        <pc:chgData name="Sergio Chaigneau" userId="f68fbc50c7642311" providerId="LiveId" clId="{971A9F65-43AA-40DA-9654-5F1C575D542F}" dt="2025-05-04T18:45:15.945" v="30"/>
        <pc:sldMkLst>
          <pc:docMk/>
          <pc:sldMk cId="3301785264" sldId="342"/>
        </pc:sldMkLst>
      </pc:sldChg>
      <pc:sldChg chg="addSp delSp modSp add del mod ord setBg delDesignElem">
        <pc:chgData name="Sergio Chaigneau" userId="f68fbc50c7642311" providerId="LiveId" clId="{971A9F65-43AA-40DA-9654-5F1C575D542F}" dt="2025-05-04T19:08:40.390" v="117"/>
        <pc:sldMkLst>
          <pc:docMk/>
          <pc:sldMk cId="3821168749" sldId="344"/>
        </pc:sldMkLst>
        <pc:spChg chg="mod">
          <ac:chgData name="Sergio Chaigneau" userId="f68fbc50c7642311" providerId="LiveId" clId="{971A9F65-43AA-40DA-9654-5F1C575D542F}" dt="2025-05-04T19:02:56.158" v="99" actId="26606"/>
          <ac:spMkLst>
            <pc:docMk/>
            <pc:sldMk cId="3821168749" sldId="344"/>
            <ac:spMk id="648194" creationId="{00000000-0000-0000-0000-000000000000}"/>
          </ac:spMkLst>
        </pc:spChg>
        <pc:spChg chg="add del">
          <ac:chgData name="Sergio Chaigneau" userId="f68fbc50c7642311" providerId="LiveId" clId="{971A9F65-43AA-40DA-9654-5F1C575D542F}" dt="2025-05-04T19:02:56.158" v="99" actId="26606"/>
          <ac:spMkLst>
            <pc:docMk/>
            <pc:sldMk cId="3821168749" sldId="344"/>
            <ac:spMk id="648202" creationId="{C7D023E4-8DE1-436E-9847-ED6A4B4B04FD}"/>
          </ac:spMkLst>
        </pc:spChg>
        <pc:spChg chg="add">
          <ac:chgData name="Sergio Chaigneau" userId="f68fbc50c7642311" providerId="LiveId" clId="{971A9F65-43AA-40DA-9654-5F1C575D542F}" dt="2025-05-04T19:02:56.158" v="99" actId="26606"/>
          <ac:spMkLst>
            <pc:docMk/>
            <pc:sldMk cId="3821168749" sldId="344"/>
            <ac:spMk id="648220" creationId="{BACC6370-2D7E-4714-9D71-7542949D7D5D}"/>
          </ac:spMkLst>
        </pc:spChg>
        <pc:spChg chg="add">
          <ac:chgData name="Sergio Chaigneau" userId="f68fbc50c7642311" providerId="LiveId" clId="{971A9F65-43AA-40DA-9654-5F1C575D542F}" dt="2025-05-04T19:02:56.158" v="99" actId="26606"/>
          <ac:spMkLst>
            <pc:docMk/>
            <pc:sldMk cId="3821168749" sldId="344"/>
            <ac:spMk id="648222" creationId="{F68B3F68-107C-434F-AA38-110D5EA91B85}"/>
          </ac:spMkLst>
        </pc:spChg>
        <pc:spChg chg="add">
          <ac:chgData name="Sergio Chaigneau" userId="f68fbc50c7642311" providerId="LiveId" clId="{971A9F65-43AA-40DA-9654-5F1C575D542F}" dt="2025-05-04T19:02:56.158" v="99" actId="26606"/>
          <ac:spMkLst>
            <pc:docMk/>
            <pc:sldMk cId="3821168749" sldId="344"/>
            <ac:spMk id="648224" creationId="{AAD0DBB9-1A4B-4391-81D4-CB19F9AB918A}"/>
          </ac:spMkLst>
        </pc:spChg>
        <pc:spChg chg="add">
          <ac:chgData name="Sergio Chaigneau" userId="f68fbc50c7642311" providerId="LiveId" clId="{971A9F65-43AA-40DA-9654-5F1C575D542F}" dt="2025-05-04T19:02:56.158" v="99" actId="26606"/>
          <ac:spMkLst>
            <pc:docMk/>
            <pc:sldMk cId="3821168749" sldId="344"/>
            <ac:spMk id="648226" creationId="{063BBA22-50EA-4C4D-BE05-F1CE4E63AA56}"/>
          </ac:spMkLst>
        </pc:spChg>
        <pc:grpChg chg="add mod">
          <ac:chgData name="Sergio Chaigneau" userId="f68fbc50c7642311" providerId="LiveId" clId="{971A9F65-43AA-40DA-9654-5F1C575D542F}" dt="2025-05-04T19:02:56.158" v="99" actId="26606"/>
          <ac:grpSpMkLst>
            <pc:docMk/>
            <pc:sldMk cId="3821168749" sldId="344"/>
            <ac:grpSpMk id="11" creationId="{4D32C12D-329D-3B9E-57BC-8232381F6A6A}"/>
          </ac:grpSpMkLst>
        </pc:grpChg>
        <pc:grpChg chg="add del">
          <ac:chgData name="Sergio Chaigneau" userId="f68fbc50c7642311" providerId="LiveId" clId="{971A9F65-43AA-40DA-9654-5F1C575D542F}" dt="2025-05-04T19:02:56.158" v="99" actId="26606"/>
          <ac:grpSpMkLst>
            <pc:docMk/>
            <pc:sldMk cId="3821168749" sldId="344"/>
            <ac:grpSpMk id="648204" creationId="{C4C42016-34C0-4D37-91CF-48308269607E}"/>
          </ac:grpSpMkLst>
        </pc:grpChg>
        <pc:grpChg chg="add del">
          <ac:chgData name="Sergio Chaigneau" userId="f68fbc50c7642311" providerId="LiveId" clId="{971A9F65-43AA-40DA-9654-5F1C575D542F}" dt="2025-05-04T19:02:56.158" v="99" actId="26606"/>
          <ac:grpSpMkLst>
            <pc:docMk/>
            <pc:sldMk cId="3821168749" sldId="344"/>
            <ac:grpSpMk id="648208" creationId="{5A7DBA8A-AFD3-4A43-8CFF-101BE55E4E68}"/>
          </ac:grpSpMkLst>
        </pc:grpChg>
      </pc:sldChg>
      <pc:sldChg chg="addSp delSp add del ord setBg delDesignElem">
        <pc:chgData name="Sergio Chaigneau" userId="f68fbc50c7642311" providerId="LiveId" clId="{971A9F65-43AA-40DA-9654-5F1C575D542F}" dt="2025-05-04T19:19:52.110" v="182"/>
        <pc:sldMkLst>
          <pc:docMk/>
          <pc:sldMk cId="3127939069" sldId="345"/>
        </pc:sldMkLst>
        <pc:spChg chg="add del">
          <ac:chgData name="Sergio Chaigneau" userId="f68fbc50c7642311" providerId="LiveId" clId="{971A9F65-43AA-40DA-9654-5F1C575D542F}" dt="2025-05-04T18:45:15.851" v="29"/>
          <ac:spMkLst>
            <pc:docMk/>
            <pc:sldMk cId="3127939069" sldId="345"/>
            <ac:spMk id="32776" creationId="{907EF6B7-1338-4443-8C46-6A318D952DFD}"/>
          </ac:spMkLst>
        </pc:spChg>
        <pc:spChg chg="add del">
          <ac:chgData name="Sergio Chaigneau" userId="f68fbc50c7642311" providerId="LiveId" clId="{971A9F65-43AA-40DA-9654-5F1C575D542F}" dt="2025-05-04T18:45:15.851" v="29"/>
          <ac:spMkLst>
            <pc:docMk/>
            <pc:sldMk cId="3127939069" sldId="345"/>
            <ac:spMk id="32778" creationId="{DAAE4CDD-124C-4DCF-9584-B6033B545DD5}"/>
          </ac:spMkLst>
        </pc:spChg>
        <pc:spChg chg="add del">
          <ac:chgData name="Sergio Chaigneau" userId="f68fbc50c7642311" providerId="LiveId" clId="{971A9F65-43AA-40DA-9654-5F1C575D542F}" dt="2025-05-04T18:45:15.851" v="29"/>
          <ac:spMkLst>
            <pc:docMk/>
            <pc:sldMk cId="3127939069" sldId="345"/>
            <ac:spMk id="32780" creationId="{081E4A58-353D-44AE-B2FC-2A74E2E400F7}"/>
          </ac:spMkLst>
        </pc:spChg>
      </pc:sldChg>
      <pc:sldChg chg="addSp delSp add del setBg delDesignElem">
        <pc:chgData name="Sergio Chaigneau" userId="f68fbc50c7642311" providerId="LiveId" clId="{971A9F65-43AA-40DA-9654-5F1C575D542F}" dt="2025-05-04T18:45:15.945" v="30"/>
        <pc:sldMkLst>
          <pc:docMk/>
          <pc:sldMk cId="2734783960" sldId="346"/>
        </pc:sldMkLst>
        <pc:spChg chg="add del">
          <ac:chgData name="Sergio Chaigneau" userId="f68fbc50c7642311" providerId="LiveId" clId="{971A9F65-43AA-40DA-9654-5F1C575D542F}" dt="2025-05-04T18:45:15.851" v="29"/>
          <ac:spMkLst>
            <pc:docMk/>
            <pc:sldMk cId="2734783960" sldId="346"/>
            <ac:spMk id="37897" creationId="{2C61293E-6EBE-43EF-A52C-9BEBFD7679D4}"/>
          </ac:spMkLst>
        </pc:spChg>
        <pc:spChg chg="add del">
          <ac:chgData name="Sergio Chaigneau" userId="f68fbc50c7642311" providerId="LiveId" clId="{971A9F65-43AA-40DA-9654-5F1C575D542F}" dt="2025-05-04T18:45:15.851" v="29"/>
          <ac:spMkLst>
            <pc:docMk/>
            <pc:sldMk cId="2734783960" sldId="346"/>
            <ac:spMk id="37899" creationId="{21540236-BFD5-4A9D-8840-4703E7F76825}"/>
          </ac:spMkLst>
        </pc:spChg>
      </pc:sldChg>
      <pc:sldChg chg="addSp delSp add del setBg delDesignElem">
        <pc:chgData name="Sergio Chaigneau" userId="f68fbc50c7642311" providerId="LiveId" clId="{971A9F65-43AA-40DA-9654-5F1C575D542F}" dt="2025-05-04T18:45:15.945" v="30"/>
        <pc:sldMkLst>
          <pc:docMk/>
          <pc:sldMk cId="1842220828" sldId="347"/>
        </pc:sldMkLst>
        <pc:spChg chg="add del">
          <ac:chgData name="Sergio Chaigneau" userId="f68fbc50c7642311" providerId="LiveId" clId="{971A9F65-43AA-40DA-9654-5F1C575D542F}" dt="2025-05-04T18:45:15.851" v="29"/>
          <ac:spMkLst>
            <pc:docMk/>
            <pc:sldMk cId="1842220828" sldId="347"/>
            <ac:spMk id="37897" creationId="{2C61293E-6EBE-43EF-A52C-9BEBFD7679D4}"/>
          </ac:spMkLst>
        </pc:spChg>
        <pc:spChg chg="add del">
          <ac:chgData name="Sergio Chaigneau" userId="f68fbc50c7642311" providerId="LiveId" clId="{971A9F65-43AA-40DA-9654-5F1C575D542F}" dt="2025-05-04T18:45:15.851" v="29"/>
          <ac:spMkLst>
            <pc:docMk/>
            <pc:sldMk cId="1842220828" sldId="347"/>
            <ac:spMk id="37899" creationId="{21540236-BFD5-4A9D-8840-4703E7F76825}"/>
          </ac:spMkLst>
        </pc:spChg>
      </pc:sldChg>
      <pc:sldChg chg="addSp delSp add del setBg delDesignElem">
        <pc:chgData name="Sergio Chaigneau" userId="f68fbc50c7642311" providerId="LiveId" clId="{971A9F65-43AA-40DA-9654-5F1C575D542F}" dt="2025-05-04T18:45:15.945" v="30"/>
        <pc:sldMkLst>
          <pc:docMk/>
          <pc:sldMk cId="174983746" sldId="348"/>
        </pc:sldMkLst>
        <pc:spChg chg="add del">
          <ac:chgData name="Sergio Chaigneau" userId="f68fbc50c7642311" providerId="LiveId" clId="{971A9F65-43AA-40DA-9654-5F1C575D542F}" dt="2025-05-04T18:45:15.851" v="29"/>
          <ac:spMkLst>
            <pc:docMk/>
            <pc:sldMk cId="174983746" sldId="348"/>
            <ac:spMk id="37897" creationId="{2C61293E-6EBE-43EF-A52C-9BEBFD7679D4}"/>
          </ac:spMkLst>
        </pc:spChg>
        <pc:spChg chg="add del">
          <ac:chgData name="Sergio Chaigneau" userId="f68fbc50c7642311" providerId="LiveId" clId="{971A9F65-43AA-40DA-9654-5F1C575D542F}" dt="2025-05-04T18:45:15.851" v="29"/>
          <ac:spMkLst>
            <pc:docMk/>
            <pc:sldMk cId="174983746" sldId="348"/>
            <ac:spMk id="37899" creationId="{21540236-BFD5-4A9D-8840-4703E7F76825}"/>
          </ac:spMkLst>
        </pc:spChg>
      </pc:sldChg>
      <pc:sldChg chg="addSp modSp add mod setBg modNotesTx">
        <pc:chgData name="Sergio Chaigneau" userId="f68fbc50c7642311" providerId="LiveId" clId="{971A9F65-43AA-40DA-9654-5F1C575D542F}" dt="2025-05-04T19:33:14.797" v="284" actId="6549"/>
        <pc:sldMkLst>
          <pc:docMk/>
          <pc:sldMk cId="3294572153" sldId="349"/>
        </pc:sldMkLst>
        <pc:spChg chg="mod">
          <ac:chgData name="Sergio Chaigneau" userId="f68fbc50c7642311" providerId="LiveId" clId="{971A9F65-43AA-40DA-9654-5F1C575D542F}" dt="2025-05-04T19:30:52.517" v="191" actId="34807"/>
          <ac:spMkLst>
            <pc:docMk/>
            <pc:sldMk cId="3294572153" sldId="349"/>
            <ac:spMk id="2" creationId="{D8EFEF00-4097-B787-CC69-C51D8E306D6B}"/>
          </ac:spMkLst>
        </pc:spChg>
        <pc:spChg chg="mod">
          <ac:chgData name="Sergio Chaigneau" userId="f68fbc50c7642311" providerId="LiveId" clId="{971A9F65-43AA-40DA-9654-5F1C575D542F}" dt="2025-05-04T19:32:58.491" v="283" actId="404"/>
          <ac:spMkLst>
            <pc:docMk/>
            <pc:sldMk cId="3294572153" sldId="349"/>
            <ac:spMk id="4" creationId="{4206CB1F-5ED1-8281-EB2D-FCAA06B2C07A}"/>
          </ac:spMkLst>
        </pc:spChg>
        <pc:spChg chg="add">
          <ac:chgData name="Sergio Chaigneau" userId="f68fbc50c7642311" providerId="LiveId" clId="{971A9F65-43AA-40DA-9654-5F1C575D542F}" dt="2025-05-04T19:30:52.517" v="191" actId="34807"/>
          <ac:spMkLst>
            <pc:docMk/>
            <pc:sldMk cId="3294572153" sldId="349"/>
            <ac:spMk id="10" creationId="{5E8D3B17-7638-DFD3-18E4-8A6D611749CF}"/>
          </ac:spMkLst>
        </pc:spChg>
        <pc:picChg chg="mod">
          <ac:chgData name="Sergio Chaigneau" userId="f68fbc50c7642311" providerId="LiveId" clId="{971A9F65-43AA-40DA-9654-5F1C575D542F}" dt="2025-05-04T19:30:52.517" v="191" actId="34807"/>
          <ac:picMkLst>
            <pc:docMk/>
            <pc:sldMk cId="3294572153" sldId="349"/>
            <ac:picMk id="5" creationId="{F52BCCA1-A2C5-468D-95C9-4FE023674141}"/>
          </ac:picMkLst>
        </pc:picChg>
      </pc:sldChg>
      <pc:sldChg chg="addSp modSp add mod setBg modNotesTx">
        <pc:chgData name="Sergio Chaigneau" userId="f68fbc50c7642311" providerId="LiveId" clId="{971A9F65-43AA-40DA-9654-5F1C575D542F}" dt="2025-05-04T19:58:19.512" v="524" actId="403"/>
        <pc:sldMkLst>
          <pc:docMk/>
          <pc:sldMk cId="970866827" sldId="350"/>
        </pc:sldMkLst>
        <pc:spChg chg="mod">
          <ac:chgData name="Sergio Chaigneau" userId="f68fbc50c7642311" providerId="LiveId" clId="{971A9F65-43AA-40DA-9654-5F1C575D542F}" dt="2025-05-04T19:54:24.352" v="498" actId="1076"/>
          <ac:spMkLst>
            <pc:docMk/>
            <pc:sldMk cId="970866827" sldId="350"/>
            <ac:spMk id="2" creationId="{3D6026EB-A501-DE8E-A92E-282CE021519C}"/>
          </ac:spMkLst>
        </pc:spChg>
        <pc:spChg chg="mod">
          <ac:chgData name="Sergio Chaigneau" userId="f68fbc50c7642311" providerId="LiveId" clId="{971A9F65-43AA-40DA-9654-5F1C575D542F}" dt="2025-05-04T19:58:19.512" v="524" actId="403"/>
          <ac:spMkLst>
            <pc:docMk/>
            <pc:sldMk cId="970866827" sldId="350"/>
            <ac:spMk id="4" creationId="{295F3455-04B3-A9C2-9F43-E0F85F9A595A}"/>
          </ac:spMkLst>
        </pc:spChg>
        <pc:spChg chg="add">
          <ac:chgData name="Sergio Chaigneau" userId="f68fbc50c7642311" providerId="LiveId" clId="{971A9F65-43AA-40DA-9654-5F1C575D542F}" dt="2025-05-04T19:53:12.402" v="495" actId="34807"/>
          <ac:spMkLst>
            <pc:docMk/>
            <pc:sldMk cId="970866827" sldId="350"/>
            <ac:spMk id="10" creationId="{5E8D3B17-7638-DFD3-18E4-8A6D611749CF}"/>
          </ac:spMkLst>
        </pc:spChg>
        <pc:picChg chg="mod">
          <ac:chgData name="Sergio Chaigneau" userId="f68fbc50c7642311" providerId="LiveId" clId="{971A9F65-43AA-40DA-9654-5F1C575D542F}" dt="2025-05-04T19:53:12.402" v="495" actId="34807"/>
          <ac:picMkLst>
            <pc:docMk/>
            <pc:sldMk cId="970866827" sldId="350"/>
            <ac:picMk id="5" creationId="{4CCE189A-ABBA-42BE-AA23-8E93A4B971F2}"/>
          </ac:picMkLst>
        </pc:picChg>
      </pc:sldChg>
      <pc:sldChg chg="addSp delSp modSp add mod setBg modNotesTx">
        <pc:chgData name="Sergio Chaigneau" userId="f68fbc50c7642311" providerId="LiveId" clId="{971A9F65-43AA-40DA-9654-5F1C575D542F}" dt="2025-05-04T20:13:04.099" v="671" actId="14100"/>
        <pc:sldMkLst>
          <pc:docMk/>
          <pc:sldMk cId="2175780245" sldId="351"/>
        </pc:sldMkLst>
        <pc:spChg chg="mod">
          <ac:chgData name="Sergio Chaigneau" userId="f68fbc50c7642311" providerId="LiveId" clId="{971A9F65-43AA-40DA-9654-5F1C575D542F}" dt="2025-05-04T20:13:04.099" v="671" actId="14100"/>
          <ac:spMkLst>
            <pc:docMk/>
            <pc:sldMk cId="2175780245" sldId="351"/>
            <ac:spMk id="2" creationId="{DE279903-6119-8299-7F07-E0BDB4A47058}"/>
          </ac:spMkLst>
        </pc:spChg>
        <pc:spChg chg="add mod">
          <ac:chgData name="Sergio Chaigneau" userId="f68fbc50c7642311" providerId="LiveId" clId="{971A9F65-43AA-40DA-9654-5F1C575D542F}" dt="2025-05-04T19:56:18.538" v="508"/>
          <ac:spMkLst>
            <pc:docMk/>
            <pc:sldMk cId="2175780245" sldId="351"/>
            <ac:spMk id="3" creationId="{496A2309-F55A-8EB5-F6BB-3768A2FC0028}"/>
          </ac:spMkLst>
        </pc:spChg>
        <pc:spChg chg="add del mod">
          <ac:chgData name="Sergio Chaigneau" userId="f68fbc50c7642311" providerId="LiveId" clId="{971A9F65-43AA-40DA-9654-5F1C575D542F}" dt="2025-05-04T20:00:04.511" v="597" actId="113"/>
          <ac:spMkLst>
            <pc:docMk/>
            <pc:sldMk cId="2175780245" sldId="351"/>
            <ac:spMk id="4" creationId="{1CEB2479-D216-858F-FD6E-7C93782B1E4F}"/>
          </ac:spMkLst>
        </pc:spChg>
        <pc:spChg chg="add">
          <ac:chgData name="Sergio Chaigneau" userId="f68fbc50c7642311" providerId="LiveId" clId="{971A9F65-43AA-40DA-9654-5F1C575D542F}" dt="2025-05-04T19:54:25.509" v="500" actId="34807"/>
          <ac:spMkLst>
            <pc:docMk/>
            <pc:sldMk cId="2175780245" sldId="351"/>
            <ac:spMk id="10" creationId="{5E8D3B17-7638-DFD3-18E4-8A6D611749CF}"/>
          </ac:spMkLst>
        </pc:spChg>
        <pc:picChg chg="mod">
          <ac:chgData name="Sergio Chaigneau" userId="f68fbc50c7642311" providerId="LiveId" clId="{971A9F65-43AA-40DA-9654-5F1C575D542F}" dt="2025-05-04T20:00:30.831" v="599" actId="1076"/>
          <ac:picMkLst>
            <pc:docMk/>
            <pc:sldMk cId="2175780245" sldId="351"/>
            <ac:picMk id="5" creationId="{24109668-B1A6-42B8-B6C7-79E96CCBA473}"/>
          </ac:picMkLst>
        </pc:picChg>
      </pc:sldChg>
      <pc:sldChg chg="addSp modSp add mod">
        <pc:chgData name="Sergio Chaigneau" userId="f68fbc50c7642311" providerId="LiveId" clId="{971A9F65-43AA-40DA-9654-5F1C575D542F}" dt="2025-05-04T20:16:46.316" v="706" actId="113"/>
        <pc:sldMkLst>
          <pc:docMk/>
          <pc:sldMk cId="279237145" sldId="352"/>
        </pc:sldMkLst>
        <pc:spChg chg="mod">
          <ac:chgData name="Sergio Chaigneau" userId="f68fbc50c7642311" providerId="LiveId" clId="{971A9F65-43AA-40DA-9654-5F1C575D542F}" dt="2025-05-04T20:14:30.272" v="697" actId="20577"/>
          <ac:spMkLst>
            <pc:docMk/>
            <pc:sldMk cId="279237145" sldId="352"/>
            <ac:spMk id="2" creationId="{180827CE-D50F-87BC-1A70-9C0DD7798EF2}"/>
          </ac:spMkLst>
        </pc:spChg>
        <pc:spChg chg="add">
          <ac:chgData name="Sergio Chaigneau" userId="f68fbc50c7642311" providerId="LiveId" clId="{971A9F65-43AA-40DA-9654-5F1C575D542F}" dt="2025-05-04T20:14:36.766" v="698"/>
          <ac:spMkLst>
            <pc:docMk/>
            <pc:sldMk cId="279237145" sldId="352"/>
            <ac:spMk id="3" creationId="{389862A3-8F3E-C52B-28FE-70D75F8A38F4}"/>
          </ac:spMkLst>
        </pc:spChg>
        <pc:spChg chg="mod">
          <ac:chgData name="Sergio Chaigneau" userId="f68fbc50c7642311" providerId="LiveId" clId="{971A9F65-43AA-40DA-9654-5F1C575D542F}" dt="2025-05-04T20:16:46.316" v="706" actId="113"/>
          <ac:spMkLst>
            <pc:docMk/>
            <pc:sldMk cId="279237145" sldId="352"/>
            <ac:spMk id="4" creationId="{37337B43-EDA5-B8C8-D8A0-CBAB2CD7A9F6}"/>
          </ac:spMkLst>
        </pc:spChg>
        <pc:spChg chg="add">
          <ac:chgData name="Sergio Chaigneau" userId="f68fbc50c7642311" providerId="LiveId" clId="{971A9F65-43AA-40DA-9654-5F1C575D542F}" dt="2025-05-04T20:14:36.766" v="698"/>
          <ac:spMkLst>
            <pc:docMk/>
            <pc:sldMk cId="279237145" sldId="352"/>
            <ac:spMk id="6" creationId="{4E784EA1-1AF7-C044-C07F-422D434A64AC}"/>
          </ac:spMkLst>
        </pc:spChg>
        <pc:spChg chg="add">
          <ac:chgData name="Sergio Chaigneau" userId="f68fbc50c7642311" providerId="LiveId" clId="{971A9F65-43AA-40DA-9654-5F1C575D542F}" dt="2025-05-04T20:14:36.766" v="698"/>
          <ac:spMkLst>
            <pc:docMk/>
            <pc:sldMk cId="279237145" sldId="352"/>
            <ac:spMk id="7" creationId="{014B9478-4CD8-5711-7435-B98736B85454}"/>
          </ac:spMkLst>
        </pc:spChg>
        <pc:spChg chg="add">
          <ac:chgData name="Sergio Chaigneau" userId="f68fbc50c7642311" providerId="LiveId" clId="{971A9F65-43AA-40DA-9654-5F1C575D542F}" dt="2025-05-04T20:14:48.367" v="700"/>
          <ac:spMkLst>
            <pc:docMk/>
            <pc:sldMk cId="279237145" sldId="352"/>
            <ac:spMk id="8" creationId="{B3347341-04E5-A332-6224-0EB693D1854E}"/>
          </ac:spMkLst>
        </pc:spChg>
        <pc:spChg chg="add">
          <ac:chgData name="Sergio Chaigneau" userId="f68fbc50c7642311" providerId="LiveId" clId="{971A9F65-43AA-40DA-9654-5F1C575D542F}" dt="2025-05-04T20:14:48.367" v="700"/>
          <ac:spMkLst>
            <pc:docMk/>
            <pc:sldMk cId="279237145" sldId="352"/>
            <ac:spMk id="9" creationId="{2602F7BD-6A8F-5AA0-55D7-D39405AEB921}"/>
          </ac:spMkLst>
        </pc:spChg>
        <pc:spChg chg="add">
          <ac:chgData name="Sergio Chaigneau" userId="f68fbc50c7642311" providerId="LiveId" clId="{971A9F65-43AA-40DA-9654-5F1C575D542F}" dt="2025-05-04T20:14:48.367" v="700"/>
          <ac:spMkLst>
            <pc:docMk/>
            <pc:sldMk cId="279237145" sldId="352"/>
            <ac:spMk id="11" creationId="{B2B2A3CF-D078-5CB7-3601-188B107CBA8C}"/>
          </ac:spMkLst>
        </pc:spChg>
      </pc:sldChg>
      <pc:sldChg chg="addSp modSp add del mod setBg">
        <pc:chgData name="Sergio Chaigneau" userId="f68fbc50c7642311" providerId="LiveId" clId="{971A9F65-43AA-40DA-9654-5F1C575D542F}" dt="2025-05-04T19:57:36.108" v="518" actId="47"/>
        <pc:sldMkLst>
          <pc:docMk/>
          <pc:sldMk cId="3420982970" sldId="352"/>
        </pc:sldMkLst>
        <pc:spChg chg="mod">
          <ac:chgData name="Sergio Chaigneau" userId="f68fbc50c7642311" providerId="LiveId" clId="{971A9F65-43AA-40DA-9654-5F1C575D542F}" dt="2025-05-04T19:55:38.685" v="502" actId="34807"/>
          <ac:spMkLst>
            <pc:docMk/>
            <pc:sldMk cId="3420982970" sldId="352"/>
            <ac:spMk id="2" creationId="{BE451629-7B85-4C33-075B-F984A9650219}"/>
          </ac:spMkLst>
        </pc:spChg>
        <pc:spChg chg="mod">
          <ac:chgData name="Sergio Chaigneau" userId="f68fbc50c7642311" providerId="LiveId" clId="{971A9F65-43AA-40DA-9654-5F1C575D542F}" dt="2025-05-04T19:55:38.685" v="502" actId="34807"/>
          <ac:spMkLst>
            <pc:docMk/>
            <pc:sldMk cId="3420982970" sldId="352"/>
            <ac:spMk id="4" creationId="{68E62E27-4382-3F2D-B0AF-9F2FE942A936}"/>
          </ac:spMkLst>
        </pc:spChg>
        <pc:spChg chg="add">
          <ac:chgData name="Sergio Chaigneau" userId="f68fbc50c7642311" providerId="LiveId" clId="{971A9F65-43AA-40DA-9654-5F1C575D542F}" dt="2025-05-04T19:55:38.685" v="502" actId="34807"/>
          <ac:spMkLst>
            <pc:docMk/>
            <pc:sldMk cId="3420982970" sldId="352"/>
            <ac:spMk id="10" creationId="{37B65277-82C6-6D08-6DCA-4A7DCC3B7136}"/>
          </ac:spMkLst>
        </pc:spChg>
        <pc:picChg chg="mod ord">
          <ac:chgData name="Sergio Chaigneau" userId="f68fbc50c7642311" providerId="LiveId" clId="{971A9F65-43AA-40DA-9654-5F1C575D542F}" dt="2025-05-04T19:55:38.685" v="502" actId="34807"/>
          <ac:picMkLst>
            <pc:docMk/>
            <pc:sldMk cId="3420982970" sldId="352"/>
            <ac:picMk id="5" creationId="{1C0DE81E-97AB-4646-9D82-DE54CB65B02F}"/>
          </ac:picMkLst>
        </pc:picChg>
      </pc:sldChg>
      <pc:sldChg chg="addSp delSp modSp add mod">
        <pc:chgData name="Sergio Chaigneau" userId="f68fbc50c7642311" providerId="LiveId" clId="{971A9F65-43AA-40DA-9654-5F1C575D542F}" dt="2025-05-04T20:23:36.925" v="989" actId="14100"/>
        <pc:sldMkLst>
          <pc:docMk/>
          <pc:sldMk cId="3472638755" sldId="353"/>
        </pc:sldMkLst>
        <pc:spChg chg="add mod">
          <ac:chgData name="Sergio Chaigneau" userId="f68fbc50c7642311" providerId="LiveId" clId="{971A9F65-43AA-40DA-9654-5F1C575D542F}" dt="2025-05-04T20:18:32.252" v="710"/>
          <ac:spMkLst>
            <pc:docMk/>
            <pc:sldMk cId="3472638755" sldId="353"/>
            <ac:spMk id="3" creationId="{D34CCBDB-330A-EC83-B999-79949D53BA71}"/>
          </ac:spMkLst>
        </pc:spChg>
        <pc:spChg chg="add del mod">
          <ac:chgData name="Sergio Chaigneau" userId="f68fbc50c7642311" providerId="LiveId" clId="{971A9F65-43AA-40DA-9654-5F1C575D542F}" dt="2025-05-04T20:23:36.925" v="989" actId="14100"/>
          <ac:spMkLst>
            <pc:docMk/>
            <pc:sldMk cId="3472638755" sldId="353"/>
            <ac:spMk id="4" creationId="{40AAB728-2150-6EE4-4E86-E0618F36E03E}"/>
          </ac:spMkLst>
        </pc:spChg>
      </pc:sldChg>
      <pc:sldChg chg="modSp add mod">
        <pc:chgData name="Sergio Chaigneau" userId="f68fbc50c7642311" providerId="LiveId" clId="{971A9F65-43AA-40DA-9654-5F1C575D542F}" dt="2025-05-04T20:22:09.123" v="891" actId="113"/>
        <pc:sldMkLst>
          <pc:docMk/>
          <pc:sldMk cId="2690676282" sldId="354"/>
        </pc:sldMkLst>
        <pc:spChg chg="mod">
          <ac:chgData name="Sergio Chaigneau" userId="f68fbc50c7642311" providerId="LiveId" clId="{971A9F65-43AA-40DA-9654-5F1C575D542F}" dt="2025-05-04T20:22:09.123" v="891" actId="113"/>
          <ac:spMkLst>
            <pc:docMk/>
            <pc:sldMk cId="2690676282" sldId="354"/>
            <ac:spMk id="4" creationId="{8CD2912F-9FB2-D5BE-2E80-4416EDEE14CA}"/>
          </ac:spMkLst>
        </pc:spChg>
      </pc:sldChg>
      <pc:sldChg chg="addSp delSp modSp add mod setBg delDesignElem">
        <pc:chgData name="Sergio Chaigneau" userId="f68fbc50c7642311" providerId="LiveId" clId="{971A9F65-43AA-40DA-9654-5F1C575D542F}" dt="2025-05-04T20:31:52.312" v="1277" actId="404"/>
        <pc:sldMkLst>
          <pc:docMk/>
          <pc:sldMk cId="3341435468" sldId="355"/>
        </pc:sldMkLst>
        <pc:spChg chg="mod">
          <ac:chgData name="Sergio Chaigneau" userId="f68fbc50c7642311" providerId="LiveId" clId="{971A9F65-43AA-40DA-9654-5F1C575D542F}" dt="2025-05-04T20:30:10.130" v="1203" actId="20577"/>
          <ac:spMkLst>
            <pc:docMk/>
            <pc:sldMk cId="3341435468" sldId="355"/>
            <ac:spMk id="2" creationId="{D2C29F1C-38C6-77F7-981E-15F5A9FB13EA}"/>
          </ac:spMkLst>
        </pc:spChg>
        <pc:spChg chg="add del mod">
          <ac:chgData name="Sergio Chaigneau" userId="f68fbc50c7642311" providerId="LiveId" clId="{971A9F65-43AA-40DA-9654-5F1C575D542F}" dt="2025-05-04T20:31:40.492" v="1272"/>
          <ac:spMkLst>
            <pc:docMk/>
            <pc:sldMk cId="3341435468" sldId="355"/>
            <ac:spMk id="3" creationId="{6CA1C0E6-8625-D03D-86D8-2871BD930EE8}"/>
          </ac:spMkLst>
        </pc:spChg>
        <pc:spChg chg="mod">
          <ac:chgData name="Sergio Chaigneau" userId="f68fbc50c7642311" providerId="LiveId" clId="{971A9F65-43AA-40DA-9654-5F1C575D542F}" dt="2025-05-04T20:31:52.312" v="1277" actId="404"/>
          <ac:spMkLst>
            <pc:docMk/>
            <pc:sldMk cId="3341435468" sldId="355"/>
            <ac:spMk id="4" creationId="{A45A129F-2C84-FCFE-F6D6-9BF0358F01A9}"/>
          </ac:spMkLst>
        </pc:spChg>
        <pc:spChg chg="del">
          <ac:chgData name="Sergio Chaigneau" userId="f68fbc50c7642311" providerId="LiveId" clId="{971A9F65-43AA-40DA-9654-5F1C575D542F}" dt="2025-05-04T20:29:55.499" v="1159"/>
          <ac:spMkLst>
            <pc:docMk/>
            <pc:sldMk cId="3341435468" sldId="355"/>
            <ac:spMk id="10" creationId="{311ED81D-C61D-C75F-4763-ADF3CEDBE8AE}"/>
          </ac:spMkLst>
        </pc:spChg>
      </pc:sldChg>
      <pc:sldChg chg="modSp add mod">
        <pc:chgData name="Sergio Chaigneau" userId="f68fbc50c7642311" providerId="LiveId" clId="{971A9F65-43AA-40DA-9654-5F1C575D542F}" dt="2025-05-04T20:33:37.670" v="1326" actId="20577"/>
        <pc:sldMkLst>
          <pc:docMk/>
          <pc:sldMk cId="1044578325" sldId="356"/>
        </pc:sldMkLst>
        <pc:spChg chg="mod">
          <ac:chgData name="Sergio Chaigneau" userId="f68fbc50c7642311" providerId="LiveId" clId="{971A9F65-43AA-40DA-9654-5F1C575D542F}" dt="2025-05-04T20:33:37.670" v="1326" actId="20577"/>
          <ac:spMkLst>
            <pc:docMk/>
            <pc:sldMk cId="1044578325" sldId="356"/>
            <ac:spMk id="4" creationId="{81D19332-0DF6-ECC0-DD58-862EF2131B36}"/>
          </ac:spMkLst>
        </pc:spChg>
      </pc:sldChg>
      <pc:sldChg chg="addSp delSp modSp new mod setBg">
        <pc:chgData name="Sergio Chaigneau" userId="f68fbc50c7642311" providerId="LiveId" clId="{971A9F65-43AA-40DA-9654-5F1C575D542F}" dt="2025-05-04T20:43:00.633" v="1432" actId="26606"/>
        <pc:sldMkLst>
          <pc:docMk/>
          <pc:sldMk cId="1117389645" sldId="357"/>
        </pc:sldMkLst>
        <pc:spChg chg="mod">
          <ac:chgData name="Sergio Chaigneau" userId="f68fbc50c7642311" providerId="LiveId" clId="{971A9F65-43AA-40DA-9654-5F1C575D542F}" dt="2025-05-04T20:43:00.633" v="1432" actId="26606"/>
          <ac:spMkLst>
            <pc:docMk/>
            <pc:sldMk cId="1117389645" sldId="357"/>
            <ac:spMk id="2" creationId="{9E29649F-B187-892B-E188-5D39FFA6C2F7}"/>
          </ac:spMkLst>
        </pc:spChg>
        <pc:spChg chg="del mod">
          <ac:chgData name="Sergio Chaigneau" userId="f68fbc50c7642311" providerId="LiveId" clId="{971A9F65-43AA-40DA-9654-5F1C575D542F}" dt="2025-05-04T20:35:08.768" v="1333"/>
          <ac:spMkLst>
            <pc:docMk/>
            <pc:sldMk cId="1117389645" sldId="357"/>
            <ac:spMk id="3" creationId="{D5FB891E-C957-CEF8-8A43-62517345BC4D}"/>
          </ac:spMkLst>
        </pc:spChg>
        <pc:spChg chg="add">
          <ac:chgData name="Sergio Chaigneau" userId="f68fbc50c7642311" providerId="LiveId" clId="{971A9F65-43AA-40DA-9654-5F1C575D542F}" dt="2025-05-04T20:43:00.633" v="1432" actId="26606"/>
          <ac:spMkLst>
            <pc:docMk/>
            <pc:sldMk cId="1117389645" sldId="357"/>
            <ac:spMk id="9" creationId="{BACC6370-2D7E-4714-9D71-7542949D7D5D}"/>
          </ac:spMkLst>
        </pc:spChg>
        <pc:spChg chg="add">
          <ac:chgData name="Sergio Chaigneau" userId="f68fbc50c7642311" providerId="LiveId" clId="{971A9F65-43AA-40DA-9654-5F1C575D542F}" dt="2025-05-04T20:43:00.633" v="1432" actId="26606"/>
          <ac:spMkLst>
            <pc:docMk/>
            <pc:sldMk cId="1117389645" sldId="357"/>
            <ac:spMk id="11" creationId="{F68B3F68-107C-434F-AA38-110D5EA91B85}"/>
          </ac:spMkLst>
        </pc:spChg>
        <pc:spChg chg="add">
          <ac:chgData name="Sergio Chaigneau" userId="f68fbc50c7642311" providerId="LiveId" clId="{971A9F65-43AA-40DA-9654-5F1C575D542F}" dt="2025-05-04T20:43:00.633" v="1432" actId="26606"/>
          <ac:spMkLst>
            <pc:docMk/>
            <pc:sldMk cId="1117389645" sldId="357"/>
            <ac:spMk id="13" creationId="{AAD0DBB9-1A4B-4391-81D4-CB19F9AB918A}"/>
          </ac:spMkLst>
        </pc:spChg>
        <pc:spChg chg="add">
          <ac:chgData name="Sergio Chaigneau" userId="f68fbc50c7642311" providerId="LiveId" clId="{971A9F65-43AA-40DA-9654-5F1C575D542F}" dt="2025-05-04T20:43:00.633" v="1432" actId="26606"/>
          <ac:spMkLst>
            <pc:docMk/>
            <pc:sldMk cId="1117389645" sldId="357"/>
            <ac:spMk id="15" creationId="{063BBA22-50EA-4C4D-BE05-F1CE4E63AA56}"/>
          </ac:spMkLst>
        </pc:spChg>
        <pc:graphicFrameChg chg="add mod modGraphic">
          <ac:chgData name="Sergio Chaigneau" userId="f68fbc50c7642311" providerId="LiveId" clId="{971A9F65-43AA-40DA-9654-5F1C575D542F}" dt="2025-05-04T20:43:00.633" v="1432" actId="26606"/>
          <ac:graphicFrameMkLst>
            <pc:docMk/>
            <pc:sldMk cId="1117389645" sldId="357"/>
            <ac:graphicFrameMk id="4" creationId="{F3F6143E-36F7-5C59-7957-7E1DA4939B3D}"/>
          </ac:graphicFrameMkLst>
        </pc:graphicFrameChg>
      </pc:sldChg>
      <pc:sldChg chg="addSp modSp add mod modAnim">
        <pc:chgData name="Sergio Chaigneau" userId="f68fbc50c7642311" providerId="LiveId" clId="{971A9F65-43AA-40DA-9654-5F1C575D542F}" dt="2025-05-04T21:05:48.832" v="1602" actId="113"/>
        <pc:sldMkLst>
          <pc:docMk/>
          <pc:sldMk cId="1403237818" sldId="358"/>
        </pc:sldMkLst>
        <pc:spChg chg="add mod">
          <ac:chgData name="Sergio Chaigneau" userId="f68fbc50c7642311" providerId="LiveId" clId="{971A9F65-43AA-40DA-9654-5F1C575D542F}" dt="2025-05-04T21:04:26.864" v="1575"/>
          <ac:spMkLst>
            <pc:docMk/>
            <pc:sldMk cId="1403237818" sldId="358"/>
            <ac:spMk id="3" creationId="{B759B998-8B64-522F-1434-DBAF419C9E84}"/>
          </ac:spMkLst>
        </pc:spChg>
        <pc:spChg chg="add mod">
          <ac:chgData name="Sergio Chaigneau" userId="f68fbc50c7642311" providerId="LiveId" clId="{971A9F65-43AA-40DA-9654-5F1C575D542F}" dt="2025-05-04T21:04:26.864" v="1575"/>
          <ac:spMkLst>
            <pc:docMk/>
            <pc:sldMk cId="1403237818" sldId="358"/>
            <ac:spMk id="4" creationId="{F616E152-D992-FE2B-33A6-885EF2F3E401}"/>
          </ac:spMkLst>
        </pc:spChg>
        <pc:spChg chg="add mod">
          <ac:chgData name="Sergio Chaigneau" userId="f68fbc50c7642311" providerId="LiveId" clId="{971A9F65-43AA-40DA-9654-5F1C575D542F}" dt="2025-05-04T21:04:26.864" v="1575"/>
          <ac:spMkLst>
            <pc:docMk/>
            <pc:sldMk cId="1403237818" sldId="358"/>
            <ac:spMk id="5" creationId="{88D1185B-2096-352D-5E6D-0B27B7769E87}"/>
          </ac:spMkLst>
        </pc:spChg>
        <pc:spChg chg="add mod">
          <ac:chgData name="Sergio Chaigneau" userId="f68fbc50c7642311" providerId="LiveId" clId="{971A9F65-43AA-40DA-9654-5F1C575D542F}" dt="2025-05-04T21:04:26.864" v="1575"/>
          <ac:spMkLst>
            <pc:docMk/>
            <pc:sldMk cId="1403237818" sldId="358"/>
            <ac:spMk id="6" creationId="{C4A413D1-EF79-D296-EE96-167814A4C42B}"/>
          </ac:spMkLst>
        </pc:spChg>
        <pc:spChg chg="add mod">
          <ac:chgData name="Sergio Chaigneau" userId="f68fbc50c7642311" providerId="LiveId" clId="{971A9F65-43AA-40DA-9654-5F1C575D542F}" dt="2025-05-04T21:04:26.864" v="1575"/>
          <ac:spMkLst>
            <pc:docMk/>
            <pc:sldMk cId="1403237818" sldId="358"/>
            <ac:spMk id="7" creationId="{BC1DE794-AD59-F4AB-C2D1-3DD83BD543C9}"/>
          </ac:spMkLst>
        </pc:spChg>
        <pc:spChg chg="add mod">
          <ac:chgData name="Sergio Chaigneau" userId="f68fbc50c7642311" providerId="LiveId" clId="{971A9F65-43AA-40DA-9654-5F1C575D542F}" dt="2025-05-04T21:04:26.864" v="1575"/>
          <ac:spMkLst>
            <pc:docMk/>
            <pc:sldMk cId="1403237818" sldId="358"/>
            <ac:spMk id="8" creationId="{A9965953-A9E4-AB15-2DCA-7B0C0F5F4369}"/>
          </ac:spMkLst>
        </pc:spChg>
        <pc:spChg chg="add mod">
          <ac:chgData name="Sergio Chaigneau" userId="f68fbc50c7642311" providerId="LiveId" clId="{971A9F65-43AA-40DA-9654-5F1C575D542F}" dt="2025-05-04T21:04:26.864" v="1575"/>
          <ac:spMkLst>
            <pc:docMk/>
            <pc:sldMk cId="1403237818" sldId="358"/>
            <ac:spMk id="9" creationId="{AF203217-1F54-ADDB-F9B9-E5EF742AF423}"/>
          </ac:spMkLst>
        </pc:spChg>
        <pc:spChg chg="mod">
          <ac:chgData name="Sergio Chaigneau" userId="f68fbc50c7642311" providerId="LiveId" clId="{971A9F65-43AA-40DA-9654-5F1C575D542F}" dt="2025-05-04T21:05:48.832" v="1602" actId="113"/>
          <ac:spMkLst>
            <pc:docMk/>
            <pc:sldMk cId="1403237818" sldId="358"/>
            <ac:spMk id="32771" creationId="{A9ACC2C6-130D-2CC9-B5E9-9548CFE70ADD}"/>
          </ac:spMkLst>
        </pc:spChg>
        <pc:graphicFrameChg chg="add mod">
          <ac:chgData name="Sergio Chaigneau" userId="f68fbc50c7642311" providerId="LiveId" clId="{971A9F65-43AA-40DA-9654-5F1C575D542F}" dt="2025-05-04T21:04:17.457" v="1574"/>
          <ac:graphicFrameMkLst>
            <pc:docMk/>
            <pc:sldMk cId="1403237818" sldId="358"/>
            <ac:graphicFrameMk id="2" creationId="{B7AE4B5F-9B83-DB63-220D-2DFF60A7B895}"/>
          </ac:graphicFrameMkLst>
        </pc:graphicFrameChg>
      </pc:sldChg>
      <pc:sldChg chg="modSp add mod modAnim">
        <pc:chgData name="Sergio Chaigneau" userId="f68fbc50c7642311" providerId="LiveId" clId="{971A9F65-43AA-40DA-9654-5F1C575D542F}" dt="2025-05-04T21:07:43.196" v="1617" actId="14100"/>
        <pc:sldMkLst>
          <pc:docMk/>
          <pc:sldMk cId="533885385" sldId="359"/>
        </pc:sldMkLst>
        <pc:spChg chg="mod">
          <ac:chgData name="Sergio Chaigneau" userId="f68fbc50c7642311" providerId="LiveId" clId="{971A9F65-43AA-40DA-9654-5F1C575D542F}" dt="2025-05-04T21:07:43.196" v="1617" actId="14100"/>
          <ac:spMkLst>
            <pc:docMk/>
            <pc:sldMk cId="533885385" sldId="359"/>
            <ac:spMk id="32771" creationId="{8616DE67-DF8B-50AA-4E88-9A206B4E8B8F}"/>
          </ac:spMkLst>
        </pc:spChg>
      </pc:sldChg>
      <pc:sldChg chg="modSp add mod">
        <pc:chgData name="Sergio Chaigneau" userId="f68fbc50c7642311" providerId="LiveId" clId="{971A9F65-43AA-40DA-9654-5F1C575D542F}" dt="2025-05-04T21:11:01.988" v="1664" actId="20577"/>
        <pc:sldMkLst>
          <pc:docMk/>
          <pc:sldMk cId="1733227009" sldId="360"/>
        </pc:sldMkLst>
        <pc:spChg chg="mod">
          <ac:chgData name="Sergio Chaigneau" userId="f68fbc50c7642311" providerId="LiveId" clId="{971A9F65-43AA-40DA-9654-5F1C575D542F}" dt="2025-05-04T21:11:01.988" v="1664" actId="20577"/>
          <ac:spMkLst>
            <pc:docMk/>
            <pc:sldMk cId="1733227009" sldId="360"/>
            <ac:spMk id="32771" creationId="{ADF7825F-F782-B88C-F435-BD082D1628D1}"/>
          </ac:spMkLst>
        </pc:spChg>
      </pc:sldChg>
      <pc:sldChg chg="addSp delSp modSp new mod setBg">
        <pc:chgData name="Sergio Chaigneau" userId="f68fbc50c7642311" providerId="LiveId" clId="{971A9F65-43AA-40DA-9654-5F1C575D542F}" dt="2025-05-04T21:25:59.718" v="1742" actId="26606"/>
        <pc:sldMkLst>
          <pc:docMk/>
          <pc:sldMk cId="394976063" sldId="361"/>
        </pc:sldMkLst>
        <pc:spChg chg="mod">
          <ac:chgData name="Sergio Chaigneau" userId="f68fbc50c7642311" providerId="LiveId" clId="{971A9F65-43AA-40DA-9654-5F1C575D542F}" dt="2025-05-04T21:24:08.409" v="1710" actId="26606"/>
          <ac:spMkLst>
            <pc:docMk/>
            <pc:sldMk cId="394976063" sldId="361"/>
            <ac:spMk id="2" creationId="{B41CC252-1F19-2EC9-0522-5EB0300B7F50}"/>
          </ac:spMkLst>
        </pc:spChg>
        <pc:spChg chg="del">
          <ac:chgData name="Sergio Chaigneau" userId="f68fbc50c7642311" providerId="LiveId" clId="{971A9F65-43AA-40DA-9654-5F1C575D542F}" dt="2025-05-04T21:23:49.185" v="1707" actId="931"/>
          <ac:spMkLst>
            <pc:docMk/>
            <pc:sldMk cId="394976063" sldId="361"/>
            <ac:spMk id="3" creationId="{B30ECEA6-D694-B8DB-6336-C2EB60BE709E}"/>
          </ac:spMkLst>
        </pc:spChg>
        <pc:spChg chg="add mod">
          <ac:chgData name="Sergio Chaigneau" userId="f68fbc50c7642311" providerId="LiveId" clId="{971A9F65-43AA-40DA-9654-5F1C575D542F}" dt="2025-05-04T21:25:59.718" v="1742" actId="26606"/>
          <ac:spMkLst>
            <pc:docMk/>
            <pc:sldMk cId="394976063" sldId="361"/>
            <ac:spMk id="9" creationId="{D5C96B2F-9E10-3416-A72E-DFCA02AB83F2}"/>
          </ac:spMkLst>
        </pc:spChg>
        <pc:spChg chg="add del">
          <ac:chgData name="Sergio Chaigneau" userId="f68fbc50c7642311" providerId="LiveId" clId="{971A9F65-43AA-40DA-9654-5F1C575D542F}" dt="2025-05-04T21:25:59.718" v="1742" actId="26606"/>
          <ac:spMkLst>
            <pc:docMk/>
            <pc:sldMk cId="394976063" sldId="361"/>
            <ac:spMk id="12" creationId="{7FF47CB7-972F-479F-A36D-9E72D26EC8DA}"/>
          </ac:spMkLst>
        </pc:spChg>
        <pc:spChg chg="add del">
          <ac:chgData name="Sergio Chaigneau" userId="f68fbc50c7642311" providerId="LiveId" clId="{971A9F65-43AA-40DA-9654-5F1C575D542F}" dt="2025-05-04T21:25:59.718" v="1742" actId="26606"/>
          <ac:spMkLst>
            <pc:docMk/>
            <pc:sldMk cId="394976063" sldId="361"/>
            <ac:spMk id="14" creationId="{0D153B68-5844-490D-8E67-F616D6D721CA}"/>
          </ac:spMkLst>
        </pc:spChg>
        <pc:spChg chg="add del">
          <ac:chgData name="Sergio Chaigneau" userId="f68fbc50c7642311" providerId="LiveId" clId="{971A9F65-43AA-40DA-9654-5F1C575D542F}" dt="2025-05-04T21:25:59.718" v="1742" actId="26606"/>
          <ac:spMkLst>
            <pc:docMk/>
            <pc:sldMk cId="394976063" sldId="361"/>
            <ac:spMk id="16" creationId="{9A0D773F-7A7D-4DBB-9DEA-86BB8B8F4BC8}"/>
          </ac:spMkLst>
        </pc:spChg>
        <pc:spChg chg="add">
          <ac:chgData name="Sergio Chaigneau" userId="f68fbc50c7642311" providerId="LiveId" clId="{971A9F65-43AA-40DA-9654-5F1C575D542F}" dt="2025-05-04T21:25:59.718" v="1742" actId="26606"/>
          <ac:spMkLst>
            <pc:docMk/>
            <pc:sldMk cId="394976063" sldId="361"/>
            <ac:spMk id="21" creationId="{7FF47CB7-972F-479F-A36D-9E72D26EC8DA}"/>
          </ac:spMkLst>
        </pc:spChg>
        <pc:spChg chg="add">
          <ac:chgData name="Sergio Chaigneau" userId="f68fbc50c7642311" providerId="LiveId" clId="{971A9F65-43AA-40DA-9654-5F1C575D542F}" dt="2025-05-04T21:25:59.718" v="1742" actId="26606"/>
          <ac:spMkLst>
            <pc:docMk/>
            <pc:sldMk cId="394976063" sldId="361"/>
            <ac:spMk id="23" creationId="{0D153B68-5844-490D-8E67-F616D6D721CA}"/>
          </ac:spMkLst>
        </pc:spChg>
        <pc:spChg chg="add">
          <ac:chgData name="Sergio Chaigneau" userId="f68fbc50c7642311" providerId="LiveId" clId="{971A9F65-43AA-40DA-9654-5F1C575D542F}" dt="2025-05-04T21:25:59.718" v="1742" actId="26606"/>
          <ac:spMkLst>
            <pc:docMk/>
            <pc:sldMk cId="394976063" sldId="361"/>
            <ac:spMk id="25" creationId="{9A0D773F-7A7D-4DBB-9DEA-86BB8B8F4BC8}"/>
          </ac:spMkLst>
        </pc:spChg>
        <pc:picChg chg="add mod">
          <ac:chgData name="Sergio Chaigneau" userId="f68fbc50c7642311" providerId="LiveId" clId="{971A9F65-43AA-40DA-9654-5F1C575D542F}" dt="2025-05-04T21:24:08.409" v="1710" actId="26606"/>
          <ac:picMkLst>
            <pc:docMk/>
            <pc:sldMk cId="394976063" sldId="361"/>
            <ac:picMk id="5" creationId="{EE937EB4-7480-25B3-ACA3-0DBF6A617B5E}"/>
          </ac:picMkLst>
        </pc:picChg>
      </pc:sldChg>
      <pc:sldChg chg="modSp add mod">
        <pc:chgData name="Sergio Chaigneau" userId="f68fbc50c7642311" providerId="LiveId" clId="{971A9F65-43AA-40DA-9654-5F1C575D542F}" dt="2025-05-04T21:26:49.675" v="1762" actId="20577"/>
        <pc:sldMkLst>
          <pc:docMk/>
          <pc:sldMk cId="1206392031" sldId="362"/>
        </pc:sldMkLst>
        <pc:spChg chg="mod">
          <ac:chgData name="Sergio Chaigneau" userId="f68fbc50c7642311" providerId="LiveId" clId="{971A9F65-43AA-40DA-9654-5F1C575D542F}" dt="2025-05-04T21:26:49.675" v="1762" actId="20577"/>
          <ac:spMkLst>
            <pc:docMk/>
            <pc:sldMk cId="1206392031" sldId="362"/>
            <ac:spMk id="9" creationId="{CDFCADCE-4EA2-F79F-59AF-092910C3F677}"/>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FCCDE55C-FE4A-4532-AD59-72A71333E546}"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51B437DF-BD15-47CD-AB60-9720E97CB421}">
      <dgm:prSet/>
      <dgm:spPr/>
      <dgm:t>
        <a:bodyPr/>
        <a:lstStyle/>
        <a:p>
          <a:r>
            <a:rPr lang="en-US"/>
            <a:t>El estudio de cómo hacer que los programas computacionales hagan cosas que las personas típicamente hacen mejor</a:t>
          </a:r>
        </a:p>
      </dgm:t>
    </dgm:pt>
    <dgm:pt modelId="{C400A26B-E299-4937-BB9D-D3E222455A4A}" type="parTrans" cxnId="{1D2E2E42-14E9-420E-99DE-502F2FFB8CE7}">
      <dgm:prSet/>
      <dgm:spPr/>
      <dgm:t>
        <a:bodyPr/>
        <a:lstStyle/>
        <a:p>
          <a:endParaRPr lang="en-US"/>
        </a:p>
      </dgm:t>
    </dgm:pt>
    <dgm:pt modelId="{3DFA7E3C-70A0-47A1-BDBE-A7A5D307A53E}" type="sibTrans" cxnId="{1D2E2E42-14E9-420E-99DE-502F2FFB8CE7}">
      <dgm:prSet/>
      <dgm:spPr/>
      <dgm:t>
        <a:bodyPr/>
        <a:lstStyle/>
        <a:p>
          <a:endParaRPr lang="en-US"/>
        </a:p>
      </dgm:t>
    </dgm:pt>
    <dgm:pt modelId="{38447570-C8A3-4460-A732-31EEBE10A6E6}">
      <dgm:prSet/>
      <dgm:spPr/>
      <dgm:t>
        <a:bodyPr/>
        <a:lstStyle/>
        <a:p>
          <a:r>
            <a:rPr lang="en-US"/>
            <a:t>El estudio de cómo hacer que las máquinas resuelvan problemas que requieren de conocimiento e inteligencia</a:t>
          </a:r>
        </a:p>
      </dgm:t>
    </dgm:pt>
    <dgm:pt modelId="{9E206800-6C0F-46E8-90C1-56EA9155E7D5}" type="parTrans" cxnId="{E07B06E5-2C74-4E2B-9126-D07C2B364C8B}">
      <dgm:prSet/>
      <dgm:spPr/>
      <dgm:t>
        <a:bodyPr/>
        <a:lstStyle/>
        <a:p>
          <a:endParaRPr lang="en-US"/>
        </a:p>
      </dgm:t>
    </dgm:pt>
    <dgm:pt modelId="{D27B733F-D90E-4FAC-AC42-F2D5B697DA61}" type="sibTrans" cxnId="{E07B06E5-2C74-4E2B-9126-D07C2B364C8B}">
      <dgm:prSet/>
      <dgm:spPr/>
      <dgm:t>
        <a:bodyPr/>
        <a:lstStyle/>
        <a:p>
          <a:endParaRPr lang="en-US"/>
        </a:p>
      </dgm:t>
    </dgm:pt>
    <dgm:pt modelId="{CC3DF74C-66FE-4768-B38C-35C83726472B}">
      <dgm:prSet/>
      <dgm:spPr/>
      <dgm:t>
        <a:bodyPr/>
        <a:lstStyle/>
        <a:p>
          <a:r>
            <a:rPr lang="en-US"/>
            <a:t>El esfuezo por hacer que los computadores piensen (máquinas con mentes).</a:t>
          </a:r>
        </a:p>
      </dgm:t>
    </dgm:pt>
    <dgm:pt modelId="{67626185-ABA8-40E7-AC3C-04371FBFC28B}" type="parTrans" cxnId="{A101944F-F8C3-4ECD-BE77-F261E9AF35D5}">
      <dgm:prSet/>
      <dgm:spPr/>
      <dgm:t>
        <a:bodyPr/>
        <a:lstStyle/>
        <a:p>
          <a:endParaRPr lang="en-US"/>
        </a:p>
      </dgm:t>
    </dgm:pt>
    <dgm:pt modelId="{31A35CDC-F525-4711-A273-6C66CB660933}" type="sibTrans" cxnId="{A101944F-F8C3-4ECD-BE77-F261E9AF35D5}">
      <dgm:prSet/>
      <dgm:spPr/>
      <dgm:t>
        <a:bodyPr/>
        <a:lstStyle/>
        <a:p>
          <a:endParaRPr lang="en-US"/>
        </a:p>
      </dgm:t>
    </dgm:pt>
    <dgm:pt modelId="{7144245A-9D9B-401D-9B05-185032FE7381}">
      <dgm:prSet/>
      <dgm:spPr/>
      <dgm:t>
        <a:bodyPr/>
        <a:lstStyle/>
        <a:p>
          <a:r>
            <a:rPr lang="en-US"/>
            <a:t>Automatización de actividades asociadas al pensamiento humano (e.g., toma de decisiones, aprendizaje, visión, etc.)</a:t>
          </a:r>
        </a:p>
      </dgm:t>
    </dgm:pt>
    <dgm:pt modelId="{CB6B02CD-EA95-49DD-8F11-35979219BB08}" type="parTrans" cxnId="{D587AE70-86DA-4864-AD63-9F7AD75F5988}">
      <dgm:prSet/>
      <dgm:spPr/>
      <dgm:t>
        <a:bodyPr/>
        <a:lstStyle/>
        <a:p>
          <a:endParaRPr lang="en-US"/>
        </a:p>
      </dgm:t>
    </dgm:pt>
    <dgm:pt modelId="{030A89B9-453B-45BF-85F3-4E7059E69BDE}" type="sibTrans" cxnId="{D587AE70-86DA-4864-AD63-9F7AD75F5988}">
      <dgm:prSet/>
      <dgm:spPr/>
      <dgm:t>
        <a:bodyPr/>
        <a:lstStyle/>
        <a:p>
          <a:endParaRPr lang="en-US"/>
        </a:p>
      </dgm:t>
    </dgm:pt>
    <dgm:pt modelId="{A3916D8B-CEEB-4A0E-AB0F-B3BBA35B4E91}">
      <dgm:prSet/>
      <dgm:spPr/>
      <dgm:t>
        <a:bodyPr/>
        <a:lstStyle/>
        <a:p>
          <a:r>
            <a:rPr lang="en-US"/>
            <a:t>El estudio de facultades mentales a través de modelos computacionales. </a:t>
          </a:r>
        </a:p>
      </dgm:t>
    </dgm:pt>
    <dgm:pt modelId="{5D1B7F94-DD42-4976-A394-18E8BB9E87D5}" type="parTrans" cxnId="{0EA50511-96DF-49EA-AAF3-7F3E23366C33}">
      <dgm:prSet/>
      <dgm:spPr/>
      <dgm:t>
        <a:bodyPr/>
        <a:lstStyle/>
        <a:p>
          <a:endParaRPr lang="en-US"/>
        </a:p>
      </dgm:t>
    </dgm:pt>
    <dgm:pt modelId="{F82AC8ED-2460-418F-AF5B-C4D4C316060B}" type="sibTrans" cxnId="{0EA50511-96DF-49EA-AAF3-7F3E23366C33}">
      <dgm:prSet/>
      <dgm:spPr/>
      <dgm:t>
        <a:bodyPr/>
        <a:lstStyle/>
        <a:p>
          <a:endParaRPr lang="en-US"/>
        </a:p>
      </dgm:t>
    </dgm:pt>
    <dgm:pt modelId="{81B8A839-BE1C-4972-A50D-D34F19730EF7}">
      <dgm:prSet/>
      <dgm:spPr/>
      <dgm:t>
        <a:bodyPr/>
        <a:lstStyle/>
        <a:p>
          <a:r>
            <a:rPr lang="en-US"/>
            <a:t>Un área de las Ciencias de la Computación.</a:t>
          </a:r>
        </a:p>
      </dgm:t>
    </dgm:pt>
    <dgm:pt modelId="{797B0C3D-9869-43D8-8D62-ADF164452D5A}" type="parTrans" cxnId="{AACC07A2-3B9B-46CF-833E-64268E036427}">
      <dgm:prSet/>
      <dgm:spPr/>
      <dgm:t>
        <a:bodyPr/>
        <a:lstStyle/>
        <a:p>
          <a:endParaRPr lang="en-US"/>
        </a:p>
      </dgm:t>
    </dgm:pt>
    <dgm:pt modelId="{A8414DDE-99DD-47B7-92AB-F027B762E890}" type="sibTrans" cxnId="{AACC07A2-3B9B-46CF-833E-64268E036427}">
      <dgm:prSet/>
      <dgm:spPr/>
      <dgm:t>
        <a:bodyPr/>
        <a:lstStyle/>
        <a:p>
          <a:endParaRPr lang="en-US"/>
        </a:p>
      </dgm:t>
    </dgm:pt>
    <dgm:pt modelId="{7ACB8CD4-399E-4D8B-AE63-D282EDAD5212}" type="pres">
      <dgm:prSet presAssocID="{FCCDE55C-FE4A-4532-AD59-72A71333E546}" presName="root" presStyleCnt="0">
        <dgm:presLayoutVars>
          <dgm:dir/>
          <dgm:resizeHandles val="exact"/>
        </dgm:presLayoutVars>
      </dgm:prSet>
      <dgm:spPr/>
    </dgm:pt>
    <dgm:pt modelId="{9AC08A9B-6DDE-497A-8C97-F6EC6574DAB4}" type="pres">
      <dgm:prSet presAssocID="{FCCDE55C-FE4A-4532-AD59-72A71333E546}" presName="container" presStyleCnt="0">
        <dgm:presLayoutVars>
          <dgm:dir/>
          <dgm:resizeHandles val="exact"/>
        </dgm:presLayoutVars>
      </dgm:prSet>
      <dgm:spPr/>
    </dgm:pt>
    <dgm:pt modelId="{9AA1A013-8558-4003-8097-3A269E37C07C}" type="pres">
      <dgm:prSet presAssocID="{51B437DF-BD15-47CD-AB60-9720E97CB421}" presName="compNode" presStyleCnt="0"/>
      <dgm:spPr/>
    </dgm:pt>
    <dgm:pt modelId="{15E14D35-BFF1-43D3-BBE6-4D4248678426}" type="pres">
      <dgm:prSet presAssocID="{51B437DF-BD15-47CD-AB60-9720E97CB421}" presName="iconBgRect" presStyleLbl="bgShp" presStyleIdx="0" presStyleCnt="6"/>
      <dgm:spPr/>
    </dgm:pt>
    <dgm:pt modelId="{03E60B6D-048E-426C-B8E4-5F68FE402EEA}" type="pres">
      <dgm:prSet presAssocID="{51B437DF-BD15-47CD-AB60-9720E97CB421}"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upo"/>
        </a:ext>
      </dgm:extLst>
    </dgm:pt>
    <dgm:pt modelId="{14A5CB73-55C8-43B3-8C2A-C11A0573C9DC}" type="pres">
      <dgm:prSet presAssocID="{51B437DF-BD15-47CD-AB60-9720E97CB421}" presName="spaceRect" presStyleCnt="0"/>
      <dgm:spPr/>
    </dgm:pt>
    <dgm:pt modelId="{8D57FFBA-18BA-48CF-ACFF-8AA3F144953C}" type="pres">
      <dgm:prSet presAssocID="{51B437DF-BD15-47CD-AB60-9720E97CB421}" presName="textRect" presStyleLbl="revTx" presStyleIdx="0" presStyleCnt="6">
        <dgm:presLayoutVars>
          <dgm:chMax val="1"/>
          <dgm:chPref val="1"/>
        </dgm:presLayoutVars>
      </dgm:prSet>
      <dgm:spPr/>
    </dgm:pt>
    <dgm:pt modelId="{C3FAC708-35F3-4938-A016-8C40C4DA9366}" type="pres">
      <dgm:prSet presAssocID="{3DFA7E3C-70A0-47A1-BDBE-A7A5D307A53E}" presName="sibTrans" presStyleLbl="sibTrans2D1" presStyleIdx="0" presStyleCnt="0"/>
      <dgm:spPr/>
    </dgm:pt>
    <dgm:pt modelId="{AFBB8226-2E2D-490C-A17B-DDC751803F3D}" type="pres">
      <dgm:prSet presAssocID="{38447570-C8A3-4460-A732-31EEBE10A6E6}" presName="compNode" presStyleCnt="0"/>
      <dgm:spPr/>
    </dgm:pt>
    <dgm:pt modelId="{FD887388-5F66-4804-908E-2F05B3020F54}" type="pres">
      <dgm:prSet presAssocID="{38447570-C8A3-4460-A732-31EEBE10A6E6}" presName="iconBgRect" presStyleLbl="bgShp" presStyleIdx="1" presStyleCnt="6"/>
      <dgm:spPr/>
    </dgm:pt>
    <dgm:pt modelId="{F8996FF0-57FC-4F46-A2EB-390B12D7762E}" type="pres">
      <dgm:prSet presAssocID="{38447570-C8A3-4460-A732-31EEBE10A6E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A1ABFDB-F4C5-4974-B793-A1D58D62A7CE}" type="pres">
      <dgm:prSet presAssocID="{38447570-C8A3-4460-A732-31EEBE10A6E6}" presName="spaceRect" presStyleCnt="0"/>
      <dgm:spPr/>
    </dgm:pt>
    <dgm:pt modelId="{4DB3FBA1-97E0-434C-AB8D-3AA6652100FF}" type="pres">
      <dgm:prSet presAssocID="{38447570-C8A3-4460-A732-31EEBE10A6E6}" presName="textRect" presStyleLbl="revTx" presStyleIdx="1" presStyleCnt="6">
        <dgm:presLayoutVars>
          <dgm:chMax val="1"/>
          <dgm:chPref val="1"/>
        </dgm:presLayoutVars>
      </dgm:prSet>
      <dgm:spPr/>
    </dgm:pt>
    <dgm:pt modelId="{1824AFC5-8EEC-4C91-9C71-4C2C8C44F78F}" type="pres">
      <dgm:prSet presAssocID="{D27B733F-D90E-4FAC-AC42-F2D5B697DA61}" presName="sibTrans" presStyleLbl="sibTrans2D1" presStyleIdx="0" presStyleCnt="0"/>
      <dgm:spPr/>
    </dgm:pt>
    <dgm:pt modelId="{9F1652AD-0717-4B3F-BA26-A07288DE50CA}" type="pres">
      <dgm:prSet presAssocID="{CC3DF74C-66FE-4768-B38C-35C83726472B}" presName="compNode" presStyleCnt="0"/>
      <dgm:spPr/>
    </dgm:pt>
    <dgm:pt modelId="{B719FA68-73E9-4B60-9DF6-E2B4D874639E}" type="pres">
      <dgm:prSet presAssocID="{CC3DF74C-66FE-4768-B38C-35C83726472B}" presName="iconBgRect" presStyleLbl="bgShp" presStyleIdx="2" presStyleCnt="6"/>
      <dgm:spPr/>
    </dgm:pt>
    <dgm:pt modelId="{ADC0D859-57F4-46EE-93C5-68BD12FCDBC8}" type="pres">
      <dgm:prSet presAssocID="{CC3DF74C-66FE-4768-B38C-35C83726472B}"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ldador"/>
        </a:ext>
      </dgm:extLst>
    </dgm:pt>
    <dgm:pt modelId="{F15FF5F9-CB92-45C0-9EAD-3637493B03CF}" type="pres">
      <dgm:prSet presAssocID="{CC3DF74C-66FE-4768-B38C-35C83726472B}" presName="spaceRect" presStyleCnt="0"/>
      <dgm:spPr/>
    </dgm:pt>
    <dgm:pt modelId="{FB394531-E391-42B1-8CD5-8B5D4E6DA994}" type="pres">
      <dgm:prSet presAssocID="{CC3DF74C-66FE-4768-B38C-35C83726472B}" presName="textRect" presStyleLbl="revTx" presStyleIdx="2" presStyleCnt="6">
        <dgm:presLayoutVars>
          <dgm:chMax val="1"/>
          <dgm:chPref val="1"/>
        </dgm:presLayoutVars>
      </dgm:prSet>
      <dgm:spPr/>
    </dgm:pt>
    <dgm:pt modelId="{BD805885-2FF5-4551-87C8-8059DB8E6B1E}" type="pres">
      <dgm:prSet presAssocID="{31A35CDC-F525-4711-A273-6C66CB660933}" presName="sibTrans" presStyleLbl="sibTrans2D1" presStyleIdx="0" presStyleCnt="0"/>
      <dgm:spPr/>
    </dgm:pt>
    <dgm:pt modelId="{7D780C3D-4D42-4A68-9468-D25C1EB7B330}" type="pres">
      <dgm:prSet presAssocID="{7144245A-9D9B-401D-9B05-185032FE7381}" presName="compNode" presStyleCnt="0"/>
      <dgm:spPr/>
    </dgm:pt>
    <dgm:pt modelId="{6A15304F-63F5-460D-BE60-1BE09DA49FA9}" type="pres">
      <dgm:prSet presAssocID="{7144245A-9D9B-401D-9B05-185032FE7381}" presName="iconBgRect" presStyleLbl="bgShp" presStyleIdx="3" presStyleCnt="6"/>
      <dgm:spPr/>
    </dgm:pt>
    <dgm:pt modelId="{D3F36316-070D-49DF-A315-023202E92955}" type="pres">
      <dgm:prSet presAssocID="{7144245A-9D9B-401D-9B05-185032FE738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 Bulb and Gear"/>
        </a:ext>
      </dgm:extLst>
    </dgm:pt>
    <dgm:pt modelId="{E9FFA7D4-87DF-4EA0-8EED-B744CC6FAC3C}" type="pres">
      <dgm:prSet presAssocID="{7144245A-9D9B-401D-9B05-185032FE7381}" presName="spaceRect" presStyleCnt="0"/>
      <dgm:spPr/>
    </dgm:pt>
    <dgm:pt modelId="{48F3D7AD-9BB7-4429-B0A9-1A599ED83782}" type="pres">
      <dgm:prSet presAssocID="{7144245A-9D9B-401D-9B05-185032FE7381}" presName="textRect" presStyleLbl="revTx" presStyleIdx="3" presStyleCnt="6">
        <dgm:presLayoutVars>
          <dgm:chMax val="1"/>
          <dgm:chPref val="1"/>
        </dgm:presLayoutVars>
      </dgm:prSet>
      <dgm:spPr/>
    </dgm:pt>
    <dgm:pt modelId="{C740585E-43BA-438A-A067-D6A3812D1B32}" type="pres">
      <dgm:prSet presAssocID="{030A89B9-453B-45BF-85F3-4E7059E69BDE}" presName="sibTrans" presStyleLbl="sibTrans2D1" presStyleIdx="0" presStyleCnt="0"/>
      <dgm:spPr/>
    </dgm:pt>
    <dgm:pt modelId="{A96F34C4-69F5-4DBD-BFCD-6ABA5B23DEA6}" type="pres">
      <dgm:prSet presAssocID="{A3916D8B-CEEB-4A0E-AB0F-B3BBA35B4E91}" presName="compNode" presStyleCnt="0"/>
      <dgm:spPr/>
    </dgm:pt>
    <dgm:pt modelId="{F551C0DD-D36F-4273-9E40-3EFE42D815A7}" type="pres">
      <dgm:prSet presAssocID="{A3916D8B-CEEB-4A0E-AB0F-B3BBA35B4E91}" presName="iconBgRect" presStyleLbl="bgShp" presStyleIdx="4" presStyleCnt="6"/>
      <dgm:spPr/>
    </dgm:pt>
    <dgm:pt modelId="{DFEB0209-FAB7-4C8A-9C2B-E65923BC4135}" type="pres">
      <dgm:prSet presAssocID="{A3916D8B-CEEB-4A0E-AB0F-B3BBA35B4E9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ain in head"/>
        </a:ext>
      </dgm:extLst>
    </dgm:pt>
    <dgm:pt modelId="{038F4091-2DFC-41F3-A5A1-A57426F74D06}" type="pres">
      <dgm:prSet presAssocID="{A3916D8B-CEEB-4A0E-AB0F-B3BBA35B4E91}" presName="spaceRect" presStyleCnt="0"/>
      <dgm:spPr/>
    </dgm:pt>
    <dgm:pt modelId="{FDAAE5D1-214A-4B45-B421-ED35E291A731}" type="pres">
      <dgm:prSet presAssocID="{A3916D8B-CEEB-4A0E-AB0F-B3BBA35B4E91}" presName="textRect" presStyleLbl="revTx" presStyleIdx="4" presStyleCnt="6">
        <dgm:presLayoutVars>
          <dgm:chMax val="1"/>
          <dgm:chPref val="1"/>
        </dgm:presLayoutVars>
      </dgm:prSet>
      <dgm:spPr/>
    </dgm:pt>
    <dgm:pt modelId="{FB1B9CA3-7507-45FE-80C6-9CC585E50668}" type="pres">
      <dgm:prSet presAssocID="{F82AC8ED-2460-418F-AF5B-C4D4C316060B}" presName="sibTrans" presStyleLbl="sibTrans2D1" presStyleIdx="0" presStyleCnt="0"/>
      <dgm:spPr/>
    </dgm:pt>
    <dgm:pt modelId="{1E9F4D34-CE69-4C13-B709-19BE5F2A09F6}" type="pres">
      <dgm:prSet presAssocID="{81B8A839-BE1C-4972-A50D-D34F19730EF7}" presName="compNode" presStyleCnt="0"/>
      <dgm:spPr/>
    </dgm:pt>
    <dgm:pt modelId="{877F8BFD-4392-40C1-A77C-FBBB9C4B1D77}" type="pres">
      <dgm:prSet presAssocID="{81B8A839-BE1C-4972-A50D-D34F19730EF7}" presName="iconBgRect" presStyleLbl="bgShp" presStyleIdx="5" presStyleCnt="6"/>
      <dgm:spPr/>
    </dgm:pt>
    <dgm:pt modelId="{33DF4CA2-0ABF-40A0-8AEA-7877196E1276}" type="pres">
      <dgm:prSet presAssocID="{81B8A839-BE1C-4972-A50D-D34F19730EF7}"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ientífico"/>
        </a:ext>
      </dgm:extLst>
    </dgm:pt>
    <dgm:pt modelId="{06EDCAD7-B7DB-43C4-B714-6481EDA3D958}" type="pres">
      <dgm:prSet presAssocID="{81B8A839-BE1C-4972-A50D-D34F19730EF7}" presName="spaceRect" presStyleCnt="0"/>
      <dgm:spPr/>
    </dgm:pt>
    <dgm:pt modelId="{29824541-C705-4603-88EE-6C3791D7012B}" type="pres">
      <dgm:prSet presAssocID="{81B8A839-BE1C-4972-A50D-D34F19730EF7}" presName="textRect" presStyleLbl="revTx" presStyleIdx="5" presStyleCnt="6">
        <dgm:presLayoutVars>
          <dgm:chMax val="1"/>
          <dgm:chPref val="1"/>
        </dgm:presLayoutVars>
      </dgm:prSet>
      <dgm:spPr/>
    </dgm:pt>
  </dgm:ptLst>
  <dgm:cxnLst>
    <dgm:cxn modelId="{0EA50511-96DF-49EA-AAF3-7F3E23366C33}" srcId="{FCCDE55C-FE4A-4532-AD59-72A71333E546}" destId="{A3916D8B-CEEB-4A0E-AB0F-B3BBA35B4E91}" srcOrd="4" destOrd="0" parTransId="{5D1B7F94-DD42-4976-A394-18E8BB9E87D5}" sibTransId="{F82AC8ED-2460-418F-AF5B-C4D4C316060B}"/>
    <dgm:cxn modelId="{4F3F3A28-89D6-41EA-ACB6-D2FBFE711DA7}" type="presOf" srcId="{030A89B9-453B-45BF-85F3-4E7059E69BDE}" destId="{C740585E-43BA-438A-A067-D6A3812D1B32}" srcOrd="0" destOrd="0" presId="urn:microsoft.com/office/officeart/2018/2/layout/IconCircleList"/>
    <dgm:cxn modelId="{1D2E2E42-14E9-420E-99DE-502F2FFB8CE7}" srcId="{FCCDE55C-FE4A-4532-AD59-72A71333E546}" destId="{51B437DF-BD15-47CD-AB60-9720E97CB421}" srcOrd="0" destOrd="0" parTransId="{C400A26B-E299-4937-BB9D-D3E222455A4A}" sibTransId="{3DFA7E3C-70A0-47A1-BDBE-A7A5D307A53E}"/>
    <dgm:cxn modelId="{F315E144-CC8A-4C3B-8216-1D03C53B8B32}" type="presOf" srcId="{7144245A-9D9B-401D-9B05-185032FE7381}" destId="{48F3D7AD-9BB7-4429-B0A9-1A599ED83782}" srcOrd="0" destOrd="0" presId="urn:microsoft.com/office/officeart/2018/2/layout/IconCircleList"/>
    <dgm:cxn modelId="{F9F5884A-D9DF-4604-910B-6F730EDC1E7B}" type="presOf" srcId="{CC3DF74C-66FE-4768-B38C-35C83726472B}" destId="{FB394531-E391-42B1-8CD5-8B5D4E6DA994}" srcOrd="0" destOrd="0" presId="urn:microsoft.com/office/officeart/2018/2/layout/IconCircleList"/>
    <dgm:cxn modelId="{A101944F-F8C3-4ECD-BE77-F261E9AF35D5}" srcId="{FCCDE55C-FE4A-4532-AD59-72A71333E546}" destId="{CC3DF74C-66FE-4768-B38C-35C83726472B}" srcOrd="2" destOrd="0" parTransId="{67626185-ABA8-40E7-AC3C-04371FBFC28B}" sibTransId="{31A35CDC-F525-4711-A273-6C66CB660933}"/>
    <dgm:cxn modelId="{D587AE70-86DA-4864-AD63-9F7AD75F5988}" srcId="{FCCDE55C-FE4A-4532-AD59-72A71333E546}" destId="{7144245A-9D9B-401D-9B05-185032FE7381}" srcOrd="3" destOrd="0" parTransId="{CB6B02CD-EA95-49DD-8F11-35979219BB08}" sibTransId="{030A89B9-453B-45BF-85F3-4E7059E69BDE}"/>
    <dgm:cxn modelId="{D6254985-3A63-4FA2-9C94-4E11574493A1}" type="presOf" srcId="{A3916D8B-CEEB-4A0E-AB0F-B3BBA35B4E91}" destId="{FDAAE5D1-214A-4B45-B421-ED35E291A731}" srcOrd="0" destOrd="0" presId="urn:microsoft.com/office/officeart/2018/2/layout/IconCircleList"/>
    <dgm:cxn modelId="{AACC07A2-3B9B-46CF-833E-64268E036427}" srcId="{FCCDE55C-FE4A-4532-AD59-72A71333E546}" destId="{81B8A839-BE1C-4972-A50D-D34F19730EF7}" srcOrd="5" destOrd="0" parTransId="{797B0C3D-9869-43D8-8D62-ADF164452D5A}" sibTransId="{A8414DDE-99DD-47B7-92AB-F027B762E890}"/>
    <dgm:cxn modelId="{37CFCFA6-3DEC-4A03-9CA5-84C8A33AF071}" type="presOf" srcId="{81B8A839-BE1C-4972-A50D-D34F19730EF7}" destId="{29824541-C705-4603-88EE-6C3791D7012B}" srcOrd="0" destOrd="0" presId="urn:microsoft.com/office/officeart/2018/2/layout/IconCircleList"/>
    <dgm:cxn modelId="{ACCC7AA9-D952-48CC-8A71-19CC5F116059}" type="presOf" srcId="{FCCDE55C-FE4A-4532-AD59-72A71333E546}" destId="{7ACB8CD4-399E-4D8B-AE63-D282EDAD5212}" srcOrd="0" destOrd="0" presId="urn:microsoft.com/office/officeart/2018/2/layout/IconCircleList"/>
    <dgm:cxn modelId="{4C77B3B7-E4CE-43C3-BC36-1302FA340E35}" type="presOf" srcId="{3DFA7E3C-70A0-47A1-BDBE-A7A5D307A53E}" destId="{C3FAC708-35F3-4938-A016-8C40C4DA9366}" srcOrd="0" destOrd="0" presId="urn:microsoft.com/office/officeart/2018/2/layout/IconCircleList"/>
    <dgm:cxn modelId="{836412BE-55AF-4E20-BFD4-271276A4BFCF}" type="presOf" srcId="{51B437DF-BD15-47CD-AB60-9720E97CB421}" destId="{8D57FFBA-18BA-48CF-ACFF-8AA3F144953C}" srcOrd="0" destOrd="0" presId="urn:microsoft.com/office/officeart/2018/2/layout/IconCircleList"/>
    <dgm:cxn modelId="{698201CB-0D9D-4495-AEEC-076A5390C23C}" type="presOf" srcId="{31A35CDC-F525-4711-A273-6C66CB660933}" destId="{BD805885-2FF5-4551-87C8-8059DB8E6B1E}" srcOrd="0" destOrd="0" presId="urn:microsoft.com/office/officeart/2018/2/layout/IconCircleList"/>
    <dgm:cxn modelId="{9B74EDD3-6A41-49EE-9211-9FBDAD946FC0}" type="presOf" srcId="{F82AC8ED-2460-418F-AF5B-C4D4C316060B}" destId="{FB1B9CA3-7507-45FE-80C6-9CC585E50668}" srcOrd="0" destOrd="0" presId="urn:microsoft.com/office/officeart/2018/2/layout/IconCircleList"/>
    <dgm:cxn modelId="{E07B06E5-2C74-4E2B-9126-D07C2B364C8B}" srcId="{FCCDE55C-FE4A-4532-AD59-72A71333E546}" destId="{38447570-C8A3-4460-A732-31EEBE10A6E6}" srcOrd="1" destOrd="0" parTransId="{9E206800-6C0F-46E8-90C1-56EA9155E7D5}" sibTransId="{D27B733F-D90E-4FAC-AC42-F2D5B697DA61}"/>
    <dgm:cxn modelId="{62B709F2-A573-407B-A2A7-926761AD9F11}" type="presOf" srcId="{D27B733F-D90E-4FAC-AC42-F2D5B697DA61}" destId="{1824AFC5-8EEC-4C91-9C71-4C2C8C44F78F}" srcOrd="0" destOrd="0" presId="urn:microsoft.com/office/officeart/2018/2/layout/IconCircleList"/>
    <dgm:cxn modelId="{9B5CC5F4-EA10-4D6C-AFA8-FCE44D333D5B}" type="presOf" srcId="{38447570-C8A3-4460-A732-31EEBE10A6E6}" destId="{4DB3FBA1-97E0-434C-AB8D-3AA6652100FF}" srcOrd="0" destOrd="0" presId="urn:microsoft.com/office/officeart/2018/2/layout/IconCircleList"/>
    <dgm:cxn modelId="{BB6C6B87-EC35-40D9-B204-4DEDE8ACD0DB}" type="presParOf" srcId="{7ACB8CD4-399E-4D8B-AE63-D282EDAD5212}" destId="{9AC08A9B-6DDE-497A-8C97-F6EC6574DAB4}" srcOrd="0" destOrd="0" presId="urn:microsoft.com/office/officeart/2018/2/layout/IconCircleList"/>
    <dgm:cxn modelId="{22208543-B0F9-4824-B9FE-42081C193567}" type="presParOf" srcId="{9AC08A9B-6DDE-497A-8C97-F6EC6574DAB4}" destId="{9AA1A013-8558-4003-8097-3A269E37C07C}" srcOrd="0" destOrd="0" presId="urn:microsoft.com/office/officeart/2018/2/layout/IconCircleList"/>
    <dgm:cxn modelId="{EA1C04FB-5734-45D4-92FC-F809192AFAD5}" type="presParOf" srcId="{9AA1A013-8558-4003-8097-3A269E37C07C}" destId="{15E14D35-BFF1-43D3-BBE6-4D4248678426}" srcOrd="0" destOrd="0" presId="urn:microsoft.com/office/officeart/2018/2/layout/IconCircleList"/>
    <dgm:cxn modelId="{8F98F743-1D39-48AC-AE81-2387DFB5C864}" type="presParOf" srcId="{9AA1A013-8558-4003-8097-3A269E37C07C}" destId="{03E60B6D-048E-426C-B8E4-5F68FE402EEA}" srcOrd="1" destOrd="0" presId="urn:microsoft.com/office/officeart/2018/2/layout/IconCircleList"/>
    <dgm:cxn modelId="{D1D20222-A191-47CD-AFDB-266B2D5793ED}" type="presParOf" srcId="{9AA1A013-8558-4003-8097-3A269E37C07C}" destId="{14A5CB73-55C8-43B3-8C2A-C11A0573C9DC}" srcOrd="2" destOrd="0" presId="urn:microsoft.com/office/officeart/2018/2/layout/IconCircleList"/>
    <dgm:cxn modelId="{D14A3CCE-DC98-4C77-A289-FA85E8DFD4D5}" type="presParOf" srcId="{9AA1A013-8558-4003-8097-3A269E37C07C}" destId="{8D57FFBA-18BA-48CF-ACFF-8AA3F144953C}" srcOrd="3" destOrd="0" presId="urn:microsoft.com/office/officeart/2018/2/layout/IconCircleList"/>
    <dgm:cxn modelId="{43B02BC6-FF47-48F5-B379-E6A2BA34C478}" type="presParOf" srcId="{9AC08A9B-6DDE-497A-8C97-F6EC6574DAB4}" destId="{C3FAC708-35F3-4938-A016-8C40C4DA9366}" srcOrd="1" destOrd="0" presId="urn:microsoft.com/office/officeart/2018/2/layout/IconCircleList"/>
    <dgm:cxn modelId="{B58A7F0E-1AA5-48EB-B24B-33781CA86D01}" type="presParOf" srcId="{9AC08A9B-6DDE-497A-8C97-F6EC6574DAB4}" destId="{AFBB8226-2E2D-490C-A17B-DDC751803F3D}" srcOrd="2" destOrd="0" presId="urn:microsoft.com/office/officeart/2018/2/layout/IconCircleList"/>
    <dgm:cxn modelId="{5F920D94-AC2B-4C89-A2E8-0EF0C871613A}" type="presParOf" srcId="{AFBB8226-2E2D-490C-A17B-DDC751803F3D}" destId="{FD887388-5F66-4804-908E-2F05B3020F54}" srcOrd="0" destOrd="0" presId="urn:microsoft.com/office/officeart/2018/2/layout/IconCircleList"/>
    <dgm:cxn modelId="{0C882E7E-0FA0-44FA-8D84-64E6163397A9}" type="presParOf" srcId="{AFBB8226-2E2D-490C-A17B-DDC751803F3D}" destId="{F8996FF0-57FC-4F46-A2EB-390B12D7762E}" srcOrd="1" destOrd="0" presId="urn:microsoft.com/office/officeart/2018/2/layout/IconCircleList"/>
    <dgm:cxn modelId="{CB688F2B-094A-47C9-BDDC-E5BC69C9A779}" type="presParOf" srcId="{AFBB8226-2E2D-490C-A17B-DDC751803F3D}" destId="{0A1ABFDB-F4C5-4974-B793-A1D58D62A7CE}" srcOrd="2" destOrd="0" presId="urn:microsoft.com/office/officeart/2018/2/layout/IconCircleList"/>
    <dgm:cxn modelId="{0D200D1A-07F4-4695-9DA9-9821A260B6C0}" type="presParOf" srcId="{AFBB8226-2E2D-490C-A17B-DDC751803F3D}" destId="{4DB3FBA1-97E0-434C-AB8D-3AA6652100FF}" srcOrd="3" destOrd="0" presId="urn:microsoft.com/office/officeart/2018/2/layout/IconCircleList"/>
    <dgm:cxn modelId="{B836B752-FB6A-464D-95EB-C1E13511851D}" type="presParOf" srcId="{9AC08A9B-6DDE-497A-8C97-F6EC6574DAB4}" destId="{1824AFC5-8EEC-4C91-9C71-4C2C8C44F78F}" srcOrd="3" destOrd="0" presId="urn:microsoft.com/office/officeart/2018/2/layout/IconCircleList"/>
    <dgm:cxn modelId="{AB246ADF-2261-4656-A247-837B829FB987}" type="presParOf" srcId="{9AC08A9B-6DDE-497A-8C97-F6EC6574DAB4}" destId="{9F1652AD-0717-4B3F-BA26-A07288DE50CA}" srcOrd="4" destOrd="0" presId="urn:microsoft.com/office/officeart/2018/2/layout/IconCircleList"/>
    <dgm:cxn modelId="{C99383B3-8C14-4DB2-8138-65C6C7D1219E}" type="presParOf" srcId="{9F1652AD-0717-4B3F-BA26-A07288DE50CA}" destId="{B719FA68-73E9-4B60-9DF6-E2B4D874639E}" srcOrd="0" destOrd="0" presId="urn:microsoft.com/office/officeart/2018/2/layout/IconCircleList"/>
    <dgm:cxn modelId="{B561D1C6-26E9-42EF-9373-572E0A5C7D63}" type="presParOf" srcId="{9F1652AD-0717-4B3F-BA26-A07288DE50CA}" destId="{ADC0D859-57F4-46EE-93C5-68BD12FCDBC8}" srcOrd="1" destOrd="0" presId="urn:microsoft.com/office/officeart/2018/2/layout/IconCircleList"/>
    <dgm:cxn modelId="{86C94B49-C222-4959-97E3-E5DFBCCED880}" type="presParOf" srcId="{9F1652AD-0717-4B3F-BA26-A07288DE50CA}" destId="{F15FF5F9-CB92-45C0-9EAD-3637493B03CF}" srcOrd="2" destOrd="0" presId="urn:microsoft.com/office/officeart/2018/2/layout/IconCircleList"/>
    <dgm:cxn modelId="{3FA1F44A-2B8D-454A-A844-55E68E18704D}" type="presParOf" srcId="{9F1652AD-0717-4B3F-BA26-A07288DE50CA}" destId="{FB394531-E391-42B1-8CD5-8B5D4E6DA994}" srcOrd="3" destOrd="0" presId="urn:microsoft.com/office/officeart/2018/2/layout/IconCircleList"/>
    <dgm:cxn modelId="{798EDB23-8AF1-46D9-AFF2-45650D227742}" type="presParOf" srcId="{9AC08A9B-6DDE-497A-8C97-F6EC6574DAB4}" destId="{BD805885-2FF5-4551-87C8-8059DB8E6B1E}" srcOrd="5" destOrd="0" presId="urn:microsoft.com/office/officeart/2018/2/layout/IconCircleList"/>
    <dgm:cxn modelId="{B0F878EB-D164-4675-95BC-2AEFF3B28293}" type="presParOf" srcId="{9AC08A9B-6DDE-497A-8C97-F6EC6574DAB4}" destId="{7D780C3D-4D42-4A68-9468-D25C1EB7B330}" srcOrd="6" destOrd="0" presId="urn:microsoft.com/office/officeart/2018/2/layout/IconCircleList"/>
    <dgm:cxn modelId="{895F19B7-7F68-4619-B084-1E12504E5D1A}" type="presParOf" srcId="{7D780C3D-4D42-4A68-9468-D25C1EB7B330}" destId="{6A15304F-63F5-460D-BE60-1BE09DA49FA9}" srcOrd="0" destOrd="0" presId="urn:microsoft.com/office/officeart/2018/2/layout/IconCircleList"/>
    <dgm:cxn modelId="{A5AC8FD7-B496-408F-A833-8E06EE28C4C5}" type="presParOf" srcId="{7D780C3D-4D42-4A68-9468-D25C1EB7B330}" destId="{D3F36316-070D-49DF-A315-023202E92955}" srcOrd="1" destOrd="0" presId="urn:microsoft.com/office/officeart/2018/2/layout/IconCircleList"/>
    <dgm:cxn modelId="{27423D6F-8E27-4481-9D76-C22C6E68C1B2}" type="presParOf" srcId="{7D780C3D-4D42-4A68-9468-D25C1EB7B330}" destId="{E9FFA7D4-87DF-4EA0-8EED-B744CC6FAC3C}" srcOrd="2" destOrd="0" presId="urn:microsoft.com/office/officeart/2018/2/layout/IconCircleList"/>
    <dgm:cxn modelId="{8402D1C4-71A9-4546-B09A-66C8F3CBA283}" type="presParOf" srcId="{7D780C3D-4D42-4A68-9468-D25C1EB7B330}" destId="{48F3D7AD-9BB7-4429-B0A9-1A599ED83782}" srcOrd="3" destOrd="0" presId="urn:microsoft.com/office/officeart/2018/2/layout/IconCircleList"/>
    <dgm:cxn modelId="{6146730B-74A5-42E1-8B1A-F55DFA538E93}" type="presParOf" srcId="{9AC08A9B-6DDE-497A-8C97-F6EC6574DAB4}" destId="{C740585E-43BA-438A-A067-D6A3812D1B32}" srcOrd="7" destOrd="0" presId="urn:microsoft.com/office/officeart/2018/2/layout/IconCircleList"/>
    <dgm:cxn modelId="{8D81F9CC-779D-449C-ABBF-85BCE8B7DBA8}" type="presParOf" srcId="{9AC08A9B-6DDE-497A-8C97-F6EC6574DAB4}" destId="{A96F34C4-69F5-4DBD-BFCD-6ABA5B23DEA6}" srcOrd="8" destOrd="0" presId="urn:microsoft.com/office/officeart/2018/2/layout/IconCircleList"/>
    <dgm:cxn modelId="{55CE182A-3CB4-4C3E-8E3E-03083179804D}" type="presParOf" srcId="{A96F34C4-69F5-4DBD-BFCD-6ABA5B23DEA6}" destId="{F551C0DD-D36F-4273-9E40-3EFE42D815A7}" srcOrd="0" destOrd="0" presId="urn:microsoft.com/office/officeart/2018/2/layout/IconCircleList"/>
    <dgm:cxn modelId="{9AD1975A-4E12-47B6-A56F-932302B939F7}" type="presParOf" srcId="{A96F34C4-69F5-4DBD-BFCD-6ABA5B23DEA6}" destId="{DFEB0209-FAB7-4C8A-9C2B-E65923BC4135}" srcOrd="1" destOrd="0" presId="urn:microsoft.com/office/officeart/2018/2/layout/IconCircleList"/>
    <dgm:cxn modelId="{7B3B9257-C078-4C89-B18B-242AA00FBB18}" type="presParOf" srcId="{A96F34C4-69F5-4DBD-BFCD-6ABA5B23DEA6}" destId="{038F4091-2DFC-41F3-A5A1-A57426F74D06}" srcOrd="2" destOrd="0" presId="urn:microsoft.com/office/officeart/2018/2/layout/IconCircleList"/>
    <dgm:cxn modelId="{F1A8B66B-C9B7-4AB7-B139-2024621F31AE}" type="presParOf" srcId="{A96F34C4-69F5-4DBD-BFCD-6ABA5B23DEA6}" destId="{FDAAE5D1-214A-4B45-B421-ED35E291A731}" srcOrd="3" destOrd="0" presId="urn:microsoft.com/office/officeart/2018/2/layout/IconCircleList"/>
    <dgm:cxn modelId="{EFC80C10-A983-4DFD-B54E-D96F36376C60}" type="presParOf" srcId="{9AC08A9B-6DDE-497A-8C97-F6EC6574DAB4}" destId="{FB1B9CA3-7507-45FE-80C6-9CC585E50668}" srcOrd="9" destOrd="0" presId="urn:microsoft.com/office/officeart/2018/2/layout/IconCircleList"/>
    <dgm:cxn modelId="{F5749ABC-C4FF-45EE-88CF-09BF67ED364D}" type="presParOf" srcId="{9AC08A9B-6DDE-497A-8C97-F6EC6574DAB4}" destId="{1E9F4D34-CE69-4C13-B709-19BE5F2A09F6}" srcOrd="10" destOrd="0" presId="urn:microsoft.com/office/officeart/2018/2/layout/IconCircleList"/>
    <dgm:cxn modelId="{37FB9AD3-FAC6-4358-B42C-68EC068C97E4}" type="presParOf" srcId="{1E9F4D34-CE69-4C13-B709-19BE5F2A09F6}" destId="{877F8BFD-4392-40C1-A77C-FBBB9C4B1D77}" srcOrd="0" destOrd="0" presId="urn:microsoft.com/office/officeart/2018/2/layout/IconCircleList"/>
    <dgm:cxn modelId="{1EBF9DF4-DEF3-4488-B016-200262F3E616}" type="presParOf" srcId="{1E9F4D34-CE69-4C13-B709-19BE5F2A09F6}" destId="{33DF4CA2-0ABF-40A0-8AEA-7877196E1276}" srcOrd="1" destOrd="0" presId="urn:microsoft.com/office/officeart/2018/2/layout/IconCircleList"/>
    <dgm:cxn modelId="{0C3F4C16-265E-47E4-800D-9FF1287F6AFC}" type="presParOf" srcId="{1E9F4D34-CE69-4C13-B709-19BE5F2A09F6}" destId="{06EDCAD7-B7DB-43C4-B714-6481EDA3D958}" srcOrd="2" destOrd="0" presId="urn:microsoft.com/office/officeart/2018/2/layout/IconCircleList"/>
    <dgm:cxn modelId="{ED5CB859-F870-4FBF-9CE5-90D379C8501D}" type="presParOf" srcId="{1E9F4D34-CE69-4C13-B709-19BE5F2A09F6}" destId="{29824541-C705-4603-88EE-6C3791D7012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14D35-BFF1-43D3-BBE6-4D4248678426}">
      <dsp:nvSpPr>
        <dsp:cNvPr id="0" name=""/>
        <dsp:cNvSpPr/>
      </dsp:nvSpPr>
      <dsp:spPr>
        <a:xfrm>
          <a:off x="870230" y="76554"/>
          <a:ext cx="965757" cy="96575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E60B6D-048E-426C-B8E4-5F68FE402EEA}">
      <dsp:nvSpPr>
        <dsp:cNvPr id="0" name=""/>
        <dsp:cNvSpPr/>
      </dsp:nvSpPr>
      <dsp:spPr>
        <a:xfrm>
          <a:off x="1073039" y="279363"/>
          <a:ext cx="560139" cy="5601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57FFBA-18BA-48CF-ACFF-8AA3F144953C}">
      <dsp:nvSpPr>
        <dsp:cNvPr id="0" name=""/>
        <dsp:cNvSpPr/>
      </dsp:nvSpPr>
      <dsp:spPr>
        <a:xfrm>
          <a:off x="2042936" y="76554"/>
          <a:ext cx="2276428" cy="965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El estudio de cómo hacer que los programas computacionales hagan cosas que las personas típicamente hacen mejor</a:t>
          </a:r>
        </a:p>
      </dsp:txBody>
      <dsp:txXfrm>
        <a:off x="2042936" y="76554"/>
        <a:ext cx="2276428" cy="965757"/>
      </dsp:txXfrm>
    </dsp:sp>
    <dsp:sp modelId="{FD887388-5F66-4804-908E-2F05B3020F54}">
      <dsp:nvSpPr>
        <dsp:cNvPr id="0" name=""/>
        <dsp:cNvSpPr/>
      </dsp:nvSpPr>
      <dsp:spPr>
        <a:xfrm>
          <a:off x="4716014" y="76554"/>
          <a:ext cx="965757" cy="96575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996FF0-57FC-4F46-A2EB-390B12D7762E}">
      <dsp:nvSpPr>
        <dsp:cNvPr id="0" name=""/>
        <dsp:cNvSpPr/>
      </dsp:nvSpPr>
      <dsp:spPr>
        <a:xfrm>
          <a:off x="4918823" y="279363"/>
          <a:ext cx="560139" cy="5601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B3FBA1-97E0-434C-AB8D-3AA6652100FF}">
      <dsp:nvSpPr>
        <dsp:cNvPr id="0" name=""/>
        <dsp:cNvSpPr/>
      </dsp:nvSpPr>
      <dsp:spPr>
        <a:xfrm>
          <a:off x="5888720" y="76554"/>
          <a:ext cx="2276428" cy="965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El estudio de cómo hacer que las máquinas resuelvan problemas que requieren de conocimiento e inteligencia</a:t>
          </a:r>
        </a:p>
      </dsp:txBody>
      <dsp:txXfrm>
        <a:off x="5888720" y="76554"/>
        <a:ext cx="2276428" cy="965757"/>
      </dsp:txXfrm>
    </dsp:sp>
    <dsp:sp modelId="{B719FA68-73E9-4B60-9DF6-E2B4D874639E}">
      <dsp:nvSpPr>
        <dsp:cNvPr id="0" name=""/>
        <dsp:cNvSpPr/>
      </dsp:nvSpPr>
      <dsp:spPr>
        <a:xfrm>
          <a:off x="870230" y="1828016"/>
          <a:ext cx="965757" cy="96575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C0D859-57F4-46EE-93C5-68BD12FCDBC8}">
      <dsp:nvSpPr>
        <dsp:cNvPr id="0" name=""/>
        <dsp:cNvSpPr/>
      </dsp:nvSpPr>
      <dsp:spPr>
        <a:xfrm>
          <a:off x="1073039" y="2030825"/>
          <a:ext cx="560139" cy="5601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394531-E391-42B1-8CD5-8B5D4E6DA994}">
      <dsp:nvSpPr>
        <dsp:cNvPr id="0" name=""/>
        <dsp:cNvSpPr/>
      </dsp:nvSpPr>
      <dsp:spPr>
        <a:xfrm>
          <a:off x="2042936" y="1828016"/>
          <a:ext cx="2276428" cy="965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El esfuezo por hacer que los computadores piensen (máquinas con mentes).</a:t>
          </a:r>
        </a:p>
      </dsp:txBody>
      <dsp:txXfrm>
        <a:off x="2042936" y="1828016"/>
        <a:ext cx="2276428" cy="965757"/>
      </dsp:txXfrm>
    </dsp:sp>
    <dsp:sp modelId="{6A15304F-63F5-460D-BE60-1BE09DA49FA9}">
      <dsp:nvSpPr>
        <dsp:cNvPr id="0" name=""/>
        <dsp:cNvSpPr/>
      </dsp:nvSpPr>
      <dsp:spPr>
        <a:xfrm>
          <a:off x="4716014" y="1828016"/>
          <a:ext cx="965757" cy="96575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F36316-070D-49DF-A315-023202E92955}">
      <dsp:nvSpPr>
        <dsp:cNvPr id="0" name=""/>
        <dsp:cNvSpPr/>
      </dsp:nvSpPr>
      <dsp:spPr>
        <a:xfrm>
          <a:off x="4918823" y="2030825"/>
          <a:ext cx="560139" cy="5601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F3D7AD-9BB7-4429-B0A9-1A599ED83782}">
      <dsp:nvSpPr>
        <dsp:cNvPr id="0" name=""/>
        <dsp:cNvSpPr/>
      </dsp:nvSpPr>
      <dsp:spPr>
        <a:xfrm>
          <a:off x="5888720" y="1828016"/>
          <a:ext cx="2276428" cy="965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Automatización de actividades asociadas al pensamiento humano (e.g., toma de decisiones, aprendizaje, visión, etc.)</a:t>
          </a:r>
        </a:p>
      </dsp:txBody>
      <dsp:txXfrm>
        <a:off x="5888720" y="1828016"/>
        <a:ext cx="2276428" cy="965757"/>
      </dsp:txXfrm>
    </dsp:sp>
    <dsp:sp modelId="{F551C0DD-D36F-4273-9E40-3EFE42D815A7}">
      <dsp:nvSpPr>
        <dsp:cNvPr id="0" name=""/>
        <dsp:cNvSpPr/>
      </dsp:nvSpPr>
      <dsp:spPr>
        <a:xfrm>
          <a:off x="870230" y="3579478"/>
          <a:ext cx="965757" cy="965757"/>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EB0209-FAB7-4C8A-9C2B-E65923BC4135}">
      <dsp:nvSpPr>
        <dsp:cNvPr id="0" name=""/>
        <dsp:cNvSpPr/>
      </dsp:nvSpPr>
      <dsp:spPr>
        <a:xfrm>
          <a:off x="1073039" y="3782287"/>
          <a:ext cx="560139" cy="5601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AAE5D1-214A-4B45-B421-ED35E291A731}">
      <dsp:nvSpPr>
        <dsp:cNvPr id="0" name=""/>
        <dsp:cNvSpPr/>
      </dsp:nvSpPr>
      <dsp:spPr>
        <a:xfrm>
          <a:off x="2042936" y="3579478"/>
          <a:ext cx="2276428" cy="965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El estudio de facultades mentales a través de modelos computacionales. </a:t>
          </a:r>
        </a:p>
      </dsp:txBody>
      <dsp:txXfrm>
        <a:off x="2042936" y="3579478"/>
        <a:ext cx="2276428" cy="965757"/>
      </dsp:txXfrm>
    </dsp:sp>
    <dsp:sp modelId="{877F8BFD-4392-40C1-A77C-FBBB9C4B1D77}">
      <dsp:nvSpPr>
        <dsp:cNvPr id="0" name=""/>
        <dsp:cNvSpPr/>
      </dsp:nvSpPr>
      <dsp:spPr>
        <a:xfrm>
          <a:off x="4716014" y="3579478"/>
          <a:ext cx="965757" cy="96575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DF4CA2-0ABF-40A0-8AEA-7877196E1276}">
      <dsp:nvSpPr>
        <dsp:cNvPr id="0" name=""/>
        <dsp:cNvSpPr/>
      </dsp:nvSpPr>
      <dsp:spPr>
        <a:xfrm>
          <a:off x="4918823" y="3782287"/>
          <a:ext cx="560139" cy="56013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824541-C705-4603-88EE-6C3791D7012B}">
      <dsp:nvSpPr>
        <dsp:cNvPr id="0" name=""/>
        <dsp:cNvSpPr/>
      </dsp:nvSpPr>
      <dsp:spPr>
        <a:xfrm>
          <a:off x="5888720" y="3579478"/>
          <a:ext cx="2276428" cy="9657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kern="1200"/>
            <a:t>Un área de las Ciencias de la Computación.</a:t>
          </a:r>
        </a:p>
      </dsp:txBody>
      <dsp:txXfrm>
        <a:off x="5888720" y="3579478"/>
        <a:ext cx="2276428" cy="96575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27.475"/>
    </inkml:context>
    <inkml:brush xml:id="br0">
      <inkml:brushProperty name="width" value="0.2" units="cm"/>
      <inkml:brushProperty name="height" value="0.2" units="cm"/>
    </inkml:brush>
  </inkml:definitions>
  <inkml:trace contextRef="#ctx0" brushRef="#br0">1 475 24575,'0'-5'0,"0"-9"0,0-6 0,0-11 0,0-7 0,0-7 0,0-3 0,0 2 0,0 4 0,0 2 0,0 3 0,5 8 0,3 3 0,-2 0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29.050"/>
    </inkml:context>
    <inkml:brush xml:id="br0">
      <inkml:brushProperty name="width" value="0.2" units="cm"/>
      <inkml:brushProperty name="height" value="0.2" units="cm"/>
    </inkml:brush>
  </inkml:definitions>
  <inkml:trace contextRef="#ctx0" brushRef="#br0">1 227 24575,'5'0'0,"9"0"0,6 0 0,6-6 0,4-7 0,2-8 0,2 1 0,-5-3 0,-2 4 0,-6-2 0,0 3 0,-4-1 0,1 4 0,-3-3 0,1 2 0,-1-1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0.691"/>
    </inkml:context>
    <inkml:brush xml:id="br0">
      <inkml:brushProperty name="width" value="0.2" units="cm"/>
      <inkml:brushProperty name="height" value="0.2" units="cm"/>
    </inkml:brush>
  </inkml:definitions>
  <inkml:trace contextRef="#ctx0" brushRef="#br0">0 1 24575,'1'2'0,"0"1"0,1-1 0,-2 1 0,2 0 0,-1-1 0,2 1 0,-2-1 0,1 0 0,0 1 0,0-2 0,0 1 0,0 0 0,0 0 0,3 1 0,0 1 0,18 13 0,0-2 0,2 0 0,0-1 0,0-3 0,41 16 0,32 15 0,-83-34 0,-1 1 0,15 12 0,-16-12 0,-1 0 0,25 13 0,116 51 0,-66-21-1365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2.166"/>
    </inkml:context>
    <inkml:brush xml:id="br0">
      <inkml:brushProperty name="width" value="0.2" units="cm"/>
      <inkml:brushProperty name="height" value="0.2" units="cm"/>
    </inkml:brush>
  </inkml:definitions>
  <inkml:trace contextRef="#ctx0" brushRef="#br0">0 1 24575,'11'11'0,"10"15"0,12 15 0,6 11 0,14 19 0,3 10 0,3-5 0,-2 3 0,-6-13 0,-11-12 0,-8-8 0,-2-8 0,-1-4 0,-6-2 0,-6-2 0,-1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3.493"/>
    </inkml:context>
    <inkml:brush xml:id="br0">
      <inkml:brushProperty name="width" value="0.2" units="cm"/>
      <inkml:brushProperty name="height" value="0.2" units="cm"/>
    </inkml:brush>
  </inkml:definitions>
  <inkml:trace contextRef="#ctx0" brushRef="#br0">0 266 24575,'11'0'0,"0"-1"0,-1 0 0,1-1 0,-1 0 0,1-1 0,-1 0 0,13-6 0,4-3 0,33-22 0,-34 19 0,-4 0 0,-1-1 0,0-1 0,27-29 0,-19 19 0,-21 18 11,-1 1 0,0 0-1,6-10 1,1-1-1419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4.910"/>
    </inkml:context>
    <inkml:brush xml:id="br0">
      <inkml:brushProperty name="width" value="0.2" units="cm"/>
      <inkml:brushProperty name="height" value="0.2" units="cm"/>
    </inkml:brush>
  </inkml:definitions>
  <inkml:trace contextRef="#ctx0" brushRef="#br0">0 217 24575,'0'-6'0,"6"-7"0,1-7 0,6-6 0,0-10 0,4-4 0,-1-1 0,-4 6-8191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6.155"/>
    </inkml:context>
    <inkml:brush xml:id="br0">
      <inkml:brushProperty name="width" value="0.2" units="cm"/>
      <inkml:brushProperty name="height" value="0.2" units="cm"/>
    </inkml:brush>
  </inkml:definitions>
  <inkml:trace contextRef="#ctx0" brushRef="#br0">142 398 24575,'0'-6'0,"-6"-12"0,-6-11 0,-3-4 0,-4-14 0,1-5 0,-1 8 0,2 4 0,4 4 0,4 2 0,4 2 0,-3 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7.498"/>
    </inkml:context>
    <inkml:brush xml:id="br0">
      <inkml:brushProperty name="width" value="0.2" units="cm"/>
      <inkml:brushProperty name="height" value="0.2" units="cm"/>
    </inkml:brush>
  </inkml:definitions>
  <inkml:trace contextRef="#ctx0" brushRef="#br0">404 660 24575,'-1'-2'0,"0"-1"0,0 0 0,0 1 0,-1 0 0,1 0 0,0-1 0,0 1 0,-1 0 0,0 0 0,1 0 0,-1 0 0,0 1 0,0-2 0,-1 2 0,-2-3 0,-6-6 0,-10-16 0,0 0 0,-31-58 0,-14-18 0,39 63 0,-40-78 0,13 20 0,43 76 61,-13-33 0,3 6-1548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39.085"/>
    </inkml:context>
    <inkml:brush xml:id="br0">
      <inkml:brushProperty name="width" value="0.2" units="cm"/>
      <inkml:brushProperty name="height" value="0.2" units="cm"/>
    </inkml:brush>
  </inkml:definitions>
  <inkml:trace contextRef="#ctx0" brushRef="#br0">0 539 24575,'4'-60'0,"2"0"0,3 0 0,17-62 0,-6 25 0,-16 85-4,0 0 0,0 1 0,1 0 0,0-1 0,1 1 0,0 1 0,11-15 1,6-11-1331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09T19:31:41.116"/>
    </inkml:context>
    <inkml:brush xml:id="br0">
      <inkml:brushProperty name="width" value="0.2" units="cm"/>
      <inkml:brushProperty name="height" value="0.2" units="cm"/>
    </inkml:brush>
  </inkml:definitions>
  <inkml:trace contextRef="#ctx0" brushRef="#br0">1 120 24575,'5'-5'0,"9"-3"0,6-4 0,6-1 0,4 2 0,9 3 0,2 2 0,1-2 0,-2-1 0,-1 1 0,-9-3 0,-2 0 0,-2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295650" y="754375"/>
            <a:ext cx="5181850" cy="37719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777225" y="4777725"/>
            <a:ext cx="6217899" cy="4526274"/>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60305476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txBox="1">
            <a:spLocks noGrp="1"/>
          </p:cNvSpPr>
          <p:nvPr>
            <p:ph type="body" idx="1"/>
          </p:nvPr>
        </p:nvSpPr>
        <p:spPr>
          <a:xfrm>
            <a:off x="777225" y="4777725"/>
            <a:ext cx="6217899" cy="4526274"/>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9" name="Shape 59"/>
          <p:cNvSpPr>
            <a:spLocks noGrp="1" noRot="1" noChangeAspect="1"/>
          </p:cNvSpPr>
          <p:nvPr>
            <p:ph type="sldImg" idx="2"/>
          </p:nvPr>
        </p:nvSpPr>
        <p:spPr>
          <a:xfrm>
            <a:off x="1371600" y="754063"/>
            <a:ext cx="5029200" cy="37719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056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2"/>
          <p:cNvSpPr>
            <a:spLocks noGrp="1" noChangeArrowheads="1"/>
          </p:cNvSpPr>
          <p:nvPr>
            <p:ph type="sldNum" sz="quarter"/>
          </p:nvPr>
        </p:nvSpPr>
        <p:spPr>
          <a:xfrm>
            <a:off x="5180013" y="6513513"/>
            <a:ext cx="3951287" cy="334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9pPr>
          </a:lstStyle>
          <a:p>
            <a:fld id="{B6DA9C9A-2D66-492E-BA4D-C68142DAFF37}" type="slidenum">
              <a:rPr lang="en-US" altLang="es-CL">
                <a:solidFill>
                  <a:srgbClr val="000000"/>
                </a:solidFill>
                <a:latin typeface="Times New Roman" panose="02020603050405020304" pitchFamily="18" charset="0"/>
              </a:rPr>
              <a:pPr/>
              <a:t>2</a:t>
            </a:fld>
            <a:endParaRPr lang="en-US" altLang="es-CL">
              <a:solidFill>
                <a:srgbClr val="000000"/>
              </a:solidFill>
              <a:latin typeface="Times New Roman" panose="02020603050405020304" pitchFamily="18" charset="0"/>
            </a:endParaRPr>
          </a:p>
        </p:txBody>
      </p:sp>
      <p:sp>
        <p:nvSpPr>
          <p:cNvPr id="11267" name="Text Box 1"/>
          <p:cNvSpPr txBox="1">
            <a:spLocks noChangeArrowheads="1"/>
          </p:cNvSpPr>
          <p:nvPr/>
        </p:nvSpPr>
        <p:spPr bwMode="auto">
          <a:xfrm>
            <a:off x="5180013" y="6513513"/>
            <a:ext cx="39560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eaLnBrk="1"/>
            <a:fld id="{6C7F528E-0D31-400F-8D56-D33CA55AB446}" type="slidenum">
              <a:rPr lang="en-US" altLang="es-CL" sz="1200">
                <a:solidFill>
                  <a:srgbClr val="000000"/>
                </a:solidFill>
                <a:latin typeface="Times New Roman" panose="02020603050405020304" pitchFamily="18" charset="0"/>
              </a:rPr>
              <a:pPr algn="r" eaLnBrk="1"/>
              <a:t>2</a:t>
            </a:fld>
            <a:endParaRPr lang="en-US" altLang="es-CL" sz="1200">
              <a:solidFill>
                <a:srgbClr val="000000"/>
              </a:solidFill>
              <a:latin typeface="Times New Roman" panose="02020603050405020304" pitchFamily="18" charset="0"/>
            </a:endParaRPr>
          </a:p>
        </p:txBody>
      </p:sp>
      <p:sp>
        <p:nvSpPr>
          <p:cNvPr id="11268" name="Text Box 2"/>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a:fld id="{CEBA5D6B-E5A9-422A-811C-05AB1E1AAD3F}" type="slidenum">
              <a:rPr lang="en-US" altLang="es-CL" sz="1200">
                <a:solidFill>
                  <a:srgbClr val="000000"/>
                </a:solidFill>
              </a:rPr>
              <a:pPr algn="r"/>
              <a:t>2</a:t>
            </a:fld>
            <a:endParaRPr lang="en-US" altLang="es-CL" sz="1200">
              <a:solidFill>
                <a:srgbClr val="000000"/>
              </a:solidFill>
            </a:endParaRPr>
          </a:p>
        </p:txBody>
      </p:sp>
      <p:sp>
        <p:nvSpPr>
          <p:cNvPr id="11269" name="Text Box 3"/>
          <p:cNvSpPr txBox="1">
            <a:spLocks noChangeArrowheads="1"/>
          </p:cNvSpPr>
          <p:nvPr/>
        </p:nvSpPr>
        <p:spPr bwMode="auto">
          <a:xfrm>
            <a:off x="0"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0" name="Text Box 4"/>
          <p:cNvSpPr txBox="1">
            <a:spLocks noChangeArrowheads="1"/>
          </p:cNvSpPr>
          <p:nvPr/>
        </p:nvSpPr>
        <p:spPr bwMode="auto">
          <a:xfrm>
            <a:off x="0"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1" name="Text Box 5"/>
          <p:cNvSpPr txBox="1">
            <a:spLocks noChangeArrowheads="1"/>
          </p:cNvSpPr>
          <p:nvPr/>
        </p:nvSpPr>
        <p:spPr bwMode="auto">
          <a:xfrm>
            <a:off x="5180013"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2" name="Text Box 6"/>
          <p:cNvSpPr txBox="1">
            <a:spLocks noChangeArrowheads="1"/>
          </p:cNvSpPr>
          <p:nvPr/>
        </p:nvSpPr>
        <p:spPr bwMode="auto">
          <a:xfrm>
            <a:off x="2522538" y="571500"/>
            <a:ext cx="3794125" cy="1600200"/>
          </a:xfrm>
          <a:prstGeom prst="rect">
            <a:avLst/>
          </a:prstGeom>
          <a:solidFill>
            <a:srgbClr val="FFFFFF"/>
          </a:solidFill>
          <a:ln w="9360">
            <a:solidFill>
              <a:srgbClr val="000000"/>
            </a:solidFill>
            <a:miter lim="800000"/>
            <a:headEnd/>
            <a:tailEnd/>
          </a:ln>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3" name="Text Box 7"/>
          <p:cNvSpPr>
            <a:spLocks noGrp="1" noChangeArrowheads="1"/>
          </p:cNvSpPr>
          <p:nvPr>
            <p:ph type="body"/>
          </p:nvPr>
        </p:nvSpPr>
        <p:spPr>
          <a:xfrm>
            <a:off x="1117600" y="2457450"/>
            <a:ext cx="6705600" cy="3943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tr-TR" altLang="es-CL" dirty="0">
              <a:latin typeface="Arial" panose="020B0604020202020204" pitchFamily="34" charset="0"/>
              <a:ea typeface="DejaVu Sans" charset="0"/>
              <a:cs typeface="DejaVu Sans" charset="0"/>
            </a:endParaRPr>
          </a:p>
        </p:txBody>
      </p:sp>
    </p:spTree>
    <p:extLst>
      <p:ext uri="{BB962C8B-B14F-4D97-AF65-F5344CB8AC3E}">
        <p14:creationId xmlns:p14="http://schemas.microsoft.com/office/powerpoint/2010/main" val="3059269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2"/>
          <p:cNvSpPr>
            <a:spLocks noGrp="1" noChangeArrowheads="1"/>
          </p:cNvSpPr>
          <p:nvPr>
            <p:ph type="sldNum" sz="quarter"/>
          </p:nvPr>
        </p:nvSpPr>
        <p:spPr>
          <a:xfrm>
            <a:off x="5180013" y="6513513"/>
            <a:ext cx="3951287" cy="334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9pPr>
          </a:lstStyle>
          <a:p>
            <a:fld id="{B6DA9C9A-2D66-492E-BA4D-C68142DAFF37}" type="slidenum">
              <a:rPr lang="en-US" altLang="es-CL">
                <a:solidFill>
                  <a:srgbClr val="000000"/>
                </a:solidFill>
                <a:latin typeface="Times New Roman" panose="02020603050405020304" pitchFamily="18" charset="0"/>
              </a:rPr>
              <a:pPr/>
              <a:t>3</a:t>
            </a:fld>
            <a:endParaRPr lang="en-US" altLang="es-CL">
              <a:solidFill>
                <a:srgbClr val="000000"/>
              </a:solidFill>
              <a:latin typeface="Times New Roman" panose="02020603050405020304" pitchFamily="18" charset="0"/>
            </a:endParaRPr>
          </a:p>
        </p:txBody>
      </p:sp>
      <p:sp>
        <p:nvSpPr>
          <p:cNvPr id="11267" name="Text Box 1"/>
          <p:cNvSpPr txBox="1">
            <a:spLocks noChangeArrowheads="1"/>
          </p:cNvSpPr>
          <p:nvPr/>
        </p:nvSpPr>
        <p:spPr bwMode="auto">
          <a:xfrm>
            <a:off x="5180013" y="6513513"/>
            <a:ext cx="39560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eaLnBrk="1"/>
            <a:fld id="{6C7F528E-0D31-400F-8D56-D33CA55AB446}" type="slidenum">
              <a:rPr lang="en-US" altLang="es-CL" sz="1200">
                <a:solidFill>
                  <a:srgbClr val="000000"/>
                </a:solidFill>
                <a:latin typeface="Times New Roman" panose="02020603050405020304" pitchFamily="18" charset="0"/>
              </a:rPr>
              <a:pPr algn="r" eaLnBrk="1"/>
              <a:t>3</a:t>
            </a:fld>
            <a:endParaRPr lang="en-US" altLang="es-CL" sz="1200">
              <a:solidFill>
                <a:srgbClr val="000000"/>
              </a:solidFill>
              <a:latin typeface="Times New Roman" panose="02020603050405020304" pitchFamily="18" charset="0"/>
            </a:endParaRPr>
          </a:p>
        </p:txBody>
      </p:sp>
      <p:sp>
        <p:nvSpPr>
          <p:cNvPr id="11268" name="Text Box 2"/>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a:fld id="{CEBA5D6B-E5A9-422A-811C-05AB1E1AAD3F}" type="slidenum">
              <a:rPr lang="en-US" altLang="es-CL" sz="1200">
                <a:solidFill>
                  <a:srgbClr val="000000"/>
                </a:solidFill>
              </a:rPr>
              <a:pPr algn="r"/>
              <a:t>3</a:t>
            </a:fld>
            <a:endParaRPr lang="en-US" altLang="es-CL" sz="1200">
              <a:solidFill>
                <a:srgbClr val="000000"/>
              </a:solidFill>
            </a:endParaRPr>
          </a:p>
        </p:txBody>
      </p:sp>
      <p:sp>
        <p:nvSpPr>
          <p:cNvPr id="11269" name="Text Box 3"/>
          <p:cNvSpPr txBox="1">
            <a:spLocks noChangeArrowheads="1"/>
          </p:cNvSpPr>
          <p:nvPr/>
        </p:nvSpPr>
        <p:spPr bwMode="auto">
          <a:xfrm>
            <a:off x="0"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0" name="Text Box 4"/>
          <p:cNvSpPr txBox="1">
            <a:spLocks noChangeArrowheads="1"/>
          </p:cNvSpPr>
          <p:nvPr/>
        </p:nvSpPr>
        <p:spPr bwMode="auto">
          <a:xfrm>
            <a:off x="0"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1" name="Text Box 5"/>
          <p:cNvSpPr txBox="1">
            <a:spLocks noChangeArrowheads="1"/>
          </p:cNvSpPr>
          <p:nvPr/>
        </p:nvSpPr>
        <p:spPr bwMode="auto">
          <a:xfrm>
            <a:off x="5180013"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2" name="Text Box 6"/>
          <p:cNvSpPr txBox="1">
            <a:spLocks noChangeArrowheads="1"/>
          </p:cNvSpPr>
          <p:nvPr/>
        </p:nvSpPr>
        <p:spPr bwMode="auto">
          <a:xfrm>
            <a:off x="2522538" y="571500"/>
            <a:ext cx="3794125" cy="1600200"/>
          </a:xfrm>
          <a:prstGeom prst="rect">
            <a:avLst/>
          </a:prstGeom>
          <a:solidFill>
            <a:srgbClr val="FFFFFF"/>
          </a:solidFill>
          <a:ln w="9360">
            <a:solidFill>
              <a:srgbClr val="000000"/>
            </a:solidFill>
            <a:miter lim="800000"/>
            <a:headEnd/>
            <a:tailEnd/>
          </a:ln>
        </p:spPr>
        <p:txBody>
          <a:bodyPr wrap="none" anchor="ctr"/>
          <a:lstStyle/>
          <a:p>
            <a:pPr>
              <a:buClr>
                <a:srgbClr val="000000"/>
              </a:buClr>
              <a:buSzPct val="100000"/>
              <a:buFont typeface="Times New Roman" panose="02020603050405020304" pitchFamily="18" charset="0"/>
              <a:buNone/>
            </a:pPr>
            <a:endParaRPr lang="tr-TR" altLang="es-CL"/>
          </a:p>
        </p:txBody>
      </p:sp>
      <p:sp>
        <p:nvSpPr>
          <p:cNvPr id="11273" name="Text Box 7"/>
          <p:cNvSpPr>
            <a:spLocks noGrp="1" noChangeArrowheads="1"/>
          </p:cNvSpPr>
          <p:nvPr>
            <p:ph type="body"/>
          </p:nvPr>
        </p:nvSpPr>
        <p:spPr>
          <a:xfrm>
            <a:off x="1117600" y="2457450"/>
            <a:ext cx="6705600" cy="3943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tr-TR" altLang="es-CL" dirty="0">
              <a:latin typeface="Arial" panose="020B0604020202020204" pitchFamily="34" charset="0"/>
              <a:ea typeface="DejaVu Sans" charset="0"/>
              <a:cs typeface="DejaVu Sans" charset="0"/>
            </a:endParaRPr>
          </a:p>
        </p:txBody>
      </p:sp>
    </p:spTree>
    <p:extLst>
      <p:ext uri="{BB962C8B-B14F-4D97-AF65-F5344CB8AC3E}">
        <p14:creationId xmlns:p14="http://schemas.microsoft.com/office/powerpoint/2010/main" val="2867596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315833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519696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12"/>
          <p:cNvSpPr>
            <a:spLocks noGrp="1" noChangeArrowheads="1"/>
          </p:cNvSpPr>
          <p:nvPr>
            <p:ph type="sldNum" sz="quarter"/>
          </p:nvPr>
        </p:nvSpPr>
        <p:spPr>
          <a:xfrm>
            <a:off x="5180013" y="6513513"/>
            <a:ext cx="3951287" cy="334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9pPr>
          </a:lstStyle>
          <a:p>
            <a:fld id="{95F77813-307B-4335-811F-EF18AA4EFFD5}" type="slidenum">
              <a:rPr lang="en-US" altLang="es-CL">
                <a:solidFill>
                  <a:srgbClr val="000000"/>
                </a:solidFill>
                <a:latin typeface="Times New Roman" panose="02020603050405020304" pitchFamily="18" charset="0"/>
              </a:rPr>
              <a:pPr/>
              <a:t>6</a:t>
            </a:fld>
            <a:endParaRPr lang="en-US" altLang="es-CL">
              <a:solidFill>
                <a:srgbClr val="000000"/>
              </a:solidFill>
              <a:latin typeface="Times New Roman" panose="02020603050405020304" pitchFamily="18" charset="0"/>
            </a:endParaRPr>
          </a:p>
        </p:txBody>
      </p:sp>
      <p:sp>
        <p:nvSpPr>
          <p:cNvPr id="60419" name="Text Box 1"/>
          <p:cNvSpPr txBox="1">
            <a:spLocks noChangeArrowheads="1"/>
          </p:cNvSpPr>
          <p:nvPr/>
        </p:nvSpPr>
        <p:spPr bwMode="auto">
          <a:xfrm>
            <a:off x="5180013" y="6513513"/>
            <a:ext cx="39560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eaLnBrk="1"/>
            <a:fld id="{8469E935-A6D2-4CD8-A445-DE86EEF31797}" type="slidenum">
              <a:rPr lang="en-US" altLang="es-CL" sz="1200">
                <a:solidFill>
                  <a:srgbClr val="000000"/>
                </a:solidFill>
                <a:latin typeface="Times New Roman" panose="02020603050405020304" pitchFamily="18" charset="0"/>
              </a:rPr>
              <a:pPr algn="r" eaLnBrk="1"/>
              <a:t>6</a:t>
            </a:fld>
            <a:endParaRPr lang="en-US" altLang="es-CL" sz="1200">
              <a:solidFill>
                <a:srgbClr val="000000"/>
              </a:solidFill>
              <a:latin typeface="Times New Roman" panose="02020603050405020304" pitchFamily="18" charset="0"/>
            </a:endParaRPr>
          </a:p>
        </p:txBody>
      </p:sp>
      <p:sp>
        <p:nvSpPr>
          <p:cNvPr id="60420" name="Text Box 2"/>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a:fld id="{CE26BBDD-4187-4020-AEB5-317A21939523}" type="slidenum">
              <a:rPr lang="en-US" altLang="es-CL" sz="1200">
                <a:solidFill>
                  <a:srgbClr val="000000"/>
                </a:solidFill>
              </a:rPr>
              <a:pPr algn="r"/>
              <a:t>6</a:t>
            </a:fld>
            <a:endParaRPr lang="en-US" altLang="es-CL" sz="1200">
              <a:solidFill>
                <a:srgbClr val="000000"/>
              </a:solidFill>
            </a:endParaRPr>
          </a:p>
        </p:txBody>
      </p:sp>
      <p:sp>
        <p:nvSpPr>
          <p:cNvPr id="60421" name="Text Box 3"/>
          <p:cNvSpPr txBox="1">
            <a:spLocks noChangeArrowheads="1"/>
          </p:cNvSpPr>
          <p:nvPr/>
        </p:nvSpPr>
        <p:spPr bwMode="auto">
          <a:xfrm>
            <a:off x="0"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60422" name="Text Box 4"/>
          <p:cNvSpPr txBox="1">
            <a:spLocks noChangeArrowheads="1"/>
          </p:cNvSpPr>
          <p:nvPr/>
        </p:nvSpPr>
        <p:spPr bwMode="auto">
          <a:xfrm>
            <a:off x="0"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60423" name="Text Box 5"/>
          <p:cNvSpPr txBox="1">
            <a:spLocks noChangeArrowheads="1"/>
          </p:cNvSpPr>
          <p:nvPr/>
        </p:nvSpPr>
        <p:spPr bwMode="auto">
          <a:xfrm>
            <a:off x="5180013"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60424" name="Text Box 6"/>
          <p:cNvSpPr txBox="1">
            <a:spLocks noChangeArrowheads="1"/>
          </p:cNvSpPr>
          <p:nvPr/>
        </p:nvSpPr>
        <p:spPr bwMode="auto">
          <a:xfrm>
            <a:off x="2522538" y="571500"/>
            <a:ext cx="3794125" cy="1600200"/>
          </a:xfrm>
          <a:prstGeom prst="rect">
            <a:avLst/>
          </a:prstGeom>
          <a:solidFill>
            <a:srgbClr val="FFFFFF"/>
          </a:solidFill>
          <a:ln w="9360">
            <a:solidFill>
              <a:srgbClr val="000000"/>
            </a:solidFill>
            <a:miter lim="800000"/>
            <a:headEnd/>
            <a:tailEnd/>
          </a:ln>
        </p:spPr>
        <p:txBody>
          <a:bodyPr wrap="none" anchor="ctr"/>
          <a:lstStyle/>
          <a:p>
            <a:pPr>
              <a:buClr>
                <a:srgbClr val="000000"/>
              </a:buClr>
              <a:buSzPct val="100000"/>
              <a:buFont typeface="Times New Roman" panose="02020603050405020304" pitchFamily="18" charset="0"/>
              <a:buNone/>
            </a:pPr>
            <a:endParaRPr lang="tr-TR" altLang="es-CL"/>
          </a:p>
        </p:txBody>
      </p:sp>
      <p:sp>
        <p:nvSpPr>
          <p:cNvPr id="60425" name="Text Box 7"/>
          <p:cNvSpPr>
            <a:spLocks noGrp="1" noChangeArrowheads="1"/>
          </p:cNvSpPr>
          <p:nvPr>
            <p:ph type="body"/>
          </p:nvPr>
        </p:nvSpPr>
        <p:spPr>
          <a:xfrm>
            <a:off x="1117600" y="2457450"/>
            <a:ext cx="6705600" cy="7470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s-CL" altLang="es-CL" baseline="0" dirty="0">
              <a:latin typeface="Arial" panose="020B0604020202020204" pitchFamily="34" charset="0"/>
              <a:ea typeface="DejaVu Sans" charset="0"/>
              <a:cs typeface="DejaVu Sans" charset="0"/>
            </a:endParaRPr>
          </a:p>
          <a:p>
            <a:pPr eaLnBrk="1" hangingPunct="1">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tr-TR" altLang="es-CL" dirty="0">
              <a:latin typeface="Arial" panose="020B0604020202020204" pitchFamily="34" charset="0"/>
              <a:ea typeface="DejaVu Sans" charset="0"/>
              <a:cs typeface="DejaVu Sans" charset="0"/>
            </a:endParaRPr>
          </a:p>
        </p:txBody>
      </p:sp>
    </p:spTree>
    <p:extLst>
      <p:ext uri="{BB962C8B-B14F-4D97-AF65-F5344CB8AC3E}">
        <p14:creationId xmlns:p14="http://schemas.microsoft.com/office/powerpoint/2010/main" val="276500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817074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12"/>
          <p:cNvSpPr>
            <a:spLocks noGrp="1" noChangeArrowheads="1"/>
          </p:cNvSpPr>
          <p:nvPr>
            <p:ph type="sldNum" sz="quarter"/>
          </p:nvPr>
        </p:nvSpPr>
        <p:spPr>
          <a:xfrm>
            <a:off x="5180013" y="6513513"/>
            <a:ext cx="3951287" cy="3349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a:solidFill>
                  <a:schemeClr val="bg1"/>
                </a:solidFill>
                <a:latin typeface="Arial" panose="020B0604020202020204" pitchFamily="34" charset="0"/>
                <a:ea typeface="DejaVu Sans" charset="0"/>
                <a:cs typeface="DejaVu Sans" charset="0"/>
              </a:defRPr>
            </a:lvl9pPr>
          </a:lstStyle>
          <a:p>
            <a:fld id="{68D0499C-A954-435B-975C-D40FBB7380BC}" type="slidenum">
              <a:rPr lang="en-US" altLang="es-CL">
                <a:solidFill>
                  <a:srgbClr val="000000"/>
                </a:solidFill>
                <a:latin typeface="Times New Roman" panose="02020603050405020304" pitchFamily="18" charset="0"/>
              </a:rPr>
              <a:pPr/>
              <a:t>8</a:t>
            </a:fld>
            <a:endParaRPr lang="en-US" altLang="es-CL">
              <a:solidFill>
                <a:srgbClr val="000000"/>
              </a:solidFill>
              <a:latin typeface="Times New Roman" panose="02020603050405020304" pitchFamily="18" charset="0"/>
            </a:endParaRPr>
          </a:p>
        </p:txBody>
      </p:sp>
      <p:sp>
        <p:nvSpPr>
          <p:cNvPr id="70659" name="Text Box 1"/>
          <p:cNvSpPr txBox="1">
            <a:spLocks noChangeArrowheads="1"/>
          </p:cNvSpPr>
          <p:nvPr/>
        </p:nvSpPr>
        <p:spPr bwMode="auto">
          <a:xfrm>
            <a:off x="5180013" y="6513513"/>
            <a:ext cx="39560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eaLnBrk="1"/>
            <a:fld id="{659FC152-66AE-4EB4-8A95-AD99C0EC08F7}" type="slidenum">
              <a:rPr lang="en-US" altLang="es-CL" sz="1200">
                <a:solidFill>
                  <a:srgbClr val="000000"/>
                </a:solidFill>
                <a:latin typeface="Times New Roman" panose="02020603050405020304" pitchFamily="18" charset="0"/>
              </a:rPr>
              <a:pPr algn="r" eaLnBrk="1"/>
              <a:t>8</a:t>
            </a:fld>
            <a:endParaRPr lang="en-US" altLang="es-CL" sz="1200">
              <a:solidFill>
                <a:srgbClr val="000000"/>
              </a:solidFill>
              <a:latin typeface="Times New Roman" panose="02020603050405020304" pitchFamily="18" charset="0"/>
            </a:endParaRPr>
          </a:p>
        </p:txBody>
      </p:sp>
      <p:sp>
        <p:nvSpPr>
          <p:cNvPr id="70660" name="Text Box 2"/>
          <p:cNvSpPr txBox="1">
            <a:spLocks noChangeArrowheads="1"/>
          </p:cNvSpPr>
          <p:nvPr/>
        </p:nvSpPr>
        <p:spPr bwMode="auto">
          <a:xfrm>
            <a:off x="5180013"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1pPr>
            <a:lvl2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2pPr>
            <a:lvl3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3pPr>
            <a:lvl4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4pPr>
            <a:lvl5pPr>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panose="020B0604020202020204" pitchFamily="34" charset="0"/>
                <a:ea typeface="DejaVu Sans" charset="0"/>
                <a:cs typeface="DejaVu Sans" charset="0"/>
              </a:defRPr>
            </a:lvl9pPr>
          </a:lstStyle>
          <a:p>
            <a:pPr algn="r"/>
            <a:fld id="{687E30FE-3E88-49AC-B0D5-974A9110C184}" type="slidenum">
              <a:rPr lang="en-US" altLang="es-CL" sz="1200">
                <a:solidFill>
                  <a:srgbClr val="000000"/>
                </a:solidFill>
              </a:rPr>
              <a:pPr algn="r"/>
              <a:t>8</a:t>
            </a:fld>
            <a:endParaRPr lang="en-US" altLang="es-CL" sz="1200">
              <a:solidFill>
                <a:srgbClr val="000000"/>
              </a:solidFill>
            </a:endParaRPr>
          </a:p>
        </p:txBody>
      </p:sp>
      <p:sp>
        <p:nvSpPr>
          <p:cNvPr id="70661" name="Text Box 3"/>
          <p:cNvSpPr txBox="1">
            <a:spLocks noChangeArrowheads="1"/>
          </p:cNvSpPr>
          <p:nvPr/>
        </p:nvSpPr>
        <p:spPr bwMode="auto">
          <a:xfrm>
            <a:off x="0" y="6513513"/>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70662" name="Text Box 4"/>
          <p:cNvSpPr txBox="1">
            <a:spLocks noChangeArrowheads="1"/>
          </p:cNvSpPr>
          <p:nvPr/>
        </p:nvSpPr>
        <p:spPr bwMode="auto">
          <a:xfrm>
            <a:off x="0"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70663" name="Text Box 5"/>
          <p:cNvSpPr txBox="1">
            <a:spLocks noChangeArrowheads="1"/>
          </p:cNvSpPr>
          <p:nvPr/>
        </p:nvSpPr>
        <p:spPr bwMode="auto">
          <a:xfrm>
            <a:off x="5180013" y="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tr-TR" altLang="es-CL"/>
          </a:p>
        </p:txBody>
      </p:sp>
      <p:sp>
        <p:nvSpPr>
          <p:cNvPr id="70664" name="Text Box 6"/>
          <p:cNvSpPr txBox="1">
            <a:spLocks noChangeArrowheads="1"/>
          </p:cNvSpPr>
          <p:nvPr/>
        </p:nvSpPr>
        <p:spPr bwMode="auto">
          <a:xfrm>
            <a:off x="2522538" y="571500"/>
            <a:ext cx="3794125" cy="1600200"/>
          </a:xfrm>
          <a:prstGeom prst="rect">
            <a:avLst/>
          </a:prstGeom>
          <a:solidFill>
            <a:srgbClr val="FFFFFF"/>
          </a:solidFill>
          <a:ln w="9360">
            <a:solidFill>
              <a:srgbClr val="000000"/>
            </a:solidFill>
            <a:miter lim="800000"/>
            <a:headEnd/>
            <a:tailEnd/>
          </a:ln>
        </p:spPr>
        <p:txBody>
          <a:bodyPr wrap="none" anchor="ctr"/>
          <a:lstStyle/>
          <a:p>
            <a:pPr>
              <a:buClr>
                <a:srgbClr val="000000"/>
              </a:buClr>
              <a:buSzPct val="100000"/>
              <a:buFont typeface="Times New Roman" panose="02020603050405020304" pitchFamily="18" charset="0"/>
              <a:buNone/>
            </a:pPr>
            <a:endParaRPr lang="tr-TR" altLang="es-CL"/>
          </a:p>
        </p:txBody>
      </p:sp>
      <p:sp>
        <p:nvSpPr>
          <p:cNvPr id="70665" name="Text Box 7"/>
          <p:cNvSpPr>
            <a:spLocks noGrp="1" noChangeArrowheads="1"/>
          </p:cNvSpPr>
          <p:nvPr>
            <p:ph type="body"/>
          </p:nvPr>
        </p:nvSpPr>
        <p:spPr>
          <a:xfrm>
            <a:off x="1117600" y="2457450"/>
            <a:ext cx="6705600" cy="3943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1" hangingPunct="1">
              <a:spcBef>
                <a:spcPts val="45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tr-TR" altLang="es-CL" dirty="0">
              <a:latin typeface="Arial" panose="020B0604020202020204" pitchFamily="34" charset="0"/>
              <a:ea typeface="DejaVu Sans" charset="0"/>
              <a:cs typeface="DejaVu Sans" charset="0"/>
            </a:endParaRPr>
          </a:p>
        </p:txBody>
      </p:sp>
    </p:spTree>
    <p:extLst>
      <p:ext uri="{BB962C8B-B14F-4D97-AF65-F5344CB8AC3E}">
        <p14:creationId xmlns:p14="http://schemas.microsoft.com/office/powerpoint/2010/main" val="3617768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465096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50919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01469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409822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9215260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63B4-A5E7-F8EC-E45D-4EEC0258F6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38AB82-157E-1841-AA47-4FA39E3EECE2}"/>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4052872E-3C13-B9CB-B025-FC7AC84E1333}"/>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9844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1776E-7F94-E398-2618-CC79D87A80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753486-0E93-CEA6-E843-38889598889E}"/>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CEBB2040-32AF-9B8F-3AFB-AFCD79D63F4C}"/>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321014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957E3-87EC-2311-5642-CBA7DE7ECE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1C5EE4-0E46-3EF6-529F-715B308CB4C0}"/>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34B1F7C6-4AA2-2053-6168-5998B2C1443F}"/>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818135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1A47-C4B2-6CAC-AB39-7CAA70E900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6CEA6D-E08B-EB9F-EAF6-4E1CE037F651}"/>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F78239F9-8CCB-67DF-6155-AE9CCDBCDD27}"/>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227385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28518-343D-3C7C-C0F4-0A4281FB68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398C2D-D93C-AE06-3A33-6F278EA960F5}"/>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0316F2C8-17CE-2FE6-F0C4-2698F352DFAE}"/>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362709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A6E839-406E-4F0B-AEC8-C8E516E26A96}"/>
              </a:ext>
            </a:extLst>
          </p:cNvPr>
          <p:cNvSpPr>
            <a:spLocks noGrp="1"/>
          </p:cNvSpPr>
          <p:nvPr>
            <p:ph type="ctrTitle"/>
          </p:nvPr>
        </p:nvSpPr>
        <p:spPr>
          <a:xfrm>
            <a:off x="1260078" y="1237197"/>
            <a:ext cx="7560469" cy="2631887"/>
          </a:xfrm>
        </p:spPr>
        <p:txBody>
          <a:bodyPr anchor="b"/>
          <a:lstStyle>
            <a:lvl1pPr algn="ctr">
              <a:defRPr sz="4961"/>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CA4A16A-01E7-443D-A64D-7878EAA62FDA}"/>
              </a:ext>
            </a:extLst>
          </p:cNvPr>
          <p:cNvSpPr>
            <a:spLocks noGrp="1"/>
          </p:cNvSpPr>
          <p:nvPr>
            <p:ph type="subTitle" idx="1"/>
          </p:nvPr>
        </p:nvSpPr>
        <p:spPr>
          <a:xfrm>
            <a:off x="1260078" y="3970580"/>
            <a:ext cx="7560469" cy="1825171"/>
          </a:xfrm>
        </p:spPr>
        <p:txBody>
          <a:bodyPr/>
          <a:lstStyle>
            <a:lvl1pPr marL="0" indent="0" algn="ctr">
              <a:buNone/>
              <a:defRPr sz="1984"/>
            </a:lvl1pPr>
            <a:lvl2pPr marL="378013" indent="0" algn="ctr">
              <a:buNone/>
              <a:defRPr sz="1654"/>
            </a:lvl2pPr>
            <a:lvl3pPr marL="756026" indent="0" algn="ctr">
              <a:buNone/>
              <a:defRPr sz="1488"/>
            </a:lvl3pPr>
            <a:lvl4pPr marL="1134039" indent="0" algn="ctr">
              <a:buNone/>
              <a:defRPr sz="1323"/>
            </a:lvl4pPr>
            <a:lvl5pPr marL="1512052" indent="0" algn="ctr">
              <a:buNone/>
              <a:defRPr sz="1323"/>
            </a:lvl5pPr>
            <a:lvl6pPr marL="1890065" indent="0" algn="ctr">
              <a:buNone/>
              <a:defRPr sz="1323"/>
            </a:lvl6pPr>
            <a:lvl7pPr marL="2268078" indent="0" algn="ctr">
              <a:buNone/>
              <a:defRPr sz="1323"/>
            </a:lvl7pPr>
            <a:lvl8pPr marL="2646091" indent="0" algn="ctr">
              <a:buNone/>
              <a:defRPr sz="1323"/>
            </a:lvl8pPr>
            <a:lvl9pPr marL="3024104" indent="0" algn="ctr">
              <a:buNone/>
              <a:defRPr sz="1323"/>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0EBFED80-9FC5-47DD-AD89-054EEE9B4018}"/>
              </a:ext>
            </a:extLst>
          </p:cNvPr>
          <p:cNvSpPr>
            <a:spLocks noGrp="1"/>
          </p:cNvSpPr>
          <p:nvPr>
            <p:ph type="dt" sz="half" idx="10"/>
          </p:nvPr>
        </p:nvSpPr>
        <p:spPr/>
        <p:txBody>
          <a:bodyPr/>
          <a:lstStyle/>
          <a:p>
            <a:endParaRPr lang="en-US" altLang="en-US">
              <a:solidFill>
                <a:srgbClr val="000000"/>
              </a:solidFill>
            </a:endParaRPr>
          </a:p>
        </p:txBody>
      </p:sp>
      <p:sp>
        <p:nvSpPr>
          <p:cNvPr id="5" name="Marcador de pie de página 4">
            <a:extLst>
              <a:ext uri="{FF2B5EF4-FFF2-40B4-BE49-F238E27FC236}">
                <a16:creationId xmlns:a16="http://schemas.microsoft.com/office/drawing/2014/main" id="{1BB43BBB-4962-445D-B5DF-DCC6FFA23F15}"/>
              </a:ext>
            </a:extLst>
          </p:cNvPr>
          <p:cNvSpPr>
            <a:spLocks noGrp="1"/>
          </p:cNvSpPr>
          <p:nvPr>
            <p:ph type="ftr" sz="quarter" idx="11"/>
          </p:nvPr>
        </p:nvSpPr>
        <p:spPr/>
        <p:txBody>
          <a:bodyPr/>
          <a:lstStyle/>
          <a:p>
            <a:endParaRPr lang="en-US" altLang="en-US">
              <a:solidFill>
                <a:srgbClr val="000000"/>
              </a:solidFill>
            </a:endParaRPr>
          </a:p>
        </p:txBody>
      </p:sp>
      <p:sp>
        <p:nvSpPr>
          <p:cNvPr id="6" name="Marcador de número de diapositiva 5">
            <a:extLst>
              <a:ext uri="{FF2B5EF4-FFF2-40B4-BE49-F238E27FC236}">
                <a16:creationId xmlns:a16="http://schemas.microsoft.com/office/drawing/2014/main" id="{F17CDC8F-6180-4C22-8DFA-DBDB07AD8F27}"/>
              </a:ext>
            </a:extLst>
          </p:cNvPr>
          <p:cNvSpPr>
            <a:spLocks noGrp="1"/>
          </p:cNvSpPr>
          <p:nvPr>
            <p:ph type="sldNum" sz="quarter" idx="12"/>
          </p:nvPr>
        </p:nvSpPr>
        <p:spPr/>
        <p:txBody>
          <a:bodyPr/>
          <a:lstStyle/>
          <a:p>
            <a:fld id="{D2E5463E-14B8-4C7F-96D0-1394B48944A3}" type="slidenum">
              <a:rPr lang="en-US" altLang="en-US" smtClean="0">
                <a:solidFill>
                  <a:srgbClr val="000000"/>
                </a:solidFill>
              </a:rPr>
              <a:pPr/>
              <a:t>‹Nº›</a:t>
            </a:fld>
            <a:endParaRPr lang="en-US" altLang="en-US">
              <a:solidFill>
                <a:srgbClr val="000000"/>
              </a:solidFill>
            </a:endParaRPr>
          </a:p>
        </p:txBody>
      </p:sp>
    </p:spTree>
    <p:extLst>
      <p:ext uri="{BB962C8B-B14F-4D97-AF65-F5344CB8AC3E}">
        <p14:creationId xmlns:p14="http://schemas.microsoft.com/office/powerpoint/2010/main" val="15472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110A-D3AE-4DC5-ADB1-86B89A94AF7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D42DB38-9A3A-4580-8551-C7D8752804F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29FA865-CE1E-4944-B83D-82622B564FB7}"/>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54CDADEC-E3B4-4D5A-80E9-4A5F7F1CF53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71CAA92-E77A-45E6-9689-997E9DC32C37}"/>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300976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92B00-DCB8-4183-84F5-EE89C318AC43}"/>
              </a:ext>
            </a:extLst>
          </p:cNvPr>
          <p:cNvSpPr>
            <a:spLocks noGrp="1"/>
          </p:cNvSpPr>
          <p:nvPr>
            <p:ph type="title"/>
          </p:nvPr>
        </p:nvSpPr>
        <p:spPr>
          <a:xfrm>
            <a:off x="687793" y="1884670"/>
            <a:ext cx="8694539" cy="3144614"/>
          </a:xfrm>
        </p:spPr>
        <p:txBody>
          <a:bodyPr anchor="b"/>
          <a:lstStyle>
            <a:lvl1pPr>
              <a:defRPr sz="4961"/>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D0CEAAB-C81C-42A1-8F44-BC3AC86699B5}"/>
              </a:ext>
            </a:extLst>
          </p:cNvPr>
          <p:cNvSpPr>
            <a:spLocks noGrp="1"/>
          </p:cNvSpPr>
          <p:nvPr>
            <p:ph type="body" idx="1"/>
          </p:nvPr>
        </p:nvSpPr>
        <p:spPr>
          <a:xfrm>
            <a:off x="687793" y="5059034"/>
            <a:ext cx="8694539" cy="1653678"/>
          </a:xfrm>
        </p:spPr>
        <p:txBody>
          <a:bodyPr/>
          <a:lstStyle>
            <a:lvl1pPr marL="0" indent="0">
              <a:buNone/>
              <a:defRPr sz="1984">
                <a:solidFill>
                  <a:schemeClr val="tx1">
                    <a:tint val="75000"/>
                  </a:schemeClr>
                </a:solidFill>
              </a:defRPr>
            </a:lvl1pPr>
            <a:lvl2pPr marL="378013" indent="0">
              <a:buNone/>
              <a:defRPr sz="1654">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AA80471-C0CC-4C41-826A-0BE5A42DB98E}"/>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7C4C90ED-DD71-4F35-ACF8-E7532186AE3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C369E81-1DF3-452F-9E85-5AF84D5FFEDB}"/>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146605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8A76C5-DE71-4D5C-9420-9D975D45AE9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61CB83-1558-406B-968F-5DCF621C978C}"/>
              </a:ext>
            </a:extLst>
          </p:cNvPr>
          <p:cNvSpPr>
            <a:spLocks noGrp="1"/>
          </p:cNvSpPr>
          <p:nvPr>
            <p:ph sz="half" idx="1"/>
          </p:nvPr>
        </p:nvSpPr>
        <p:spPr>
          <a:xfrm>
            <a:off x="693043" y="2012414"/>
            <a:ext cx="4284266" cy="479654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A136C867-2452-41E7-AA0B-AFC215A71990}"/>
              </a:ext>
            </a:extLst>
          </p:cNvPr>
          <p:cNvSpPr>
            <a:spLocks noGrp="1"/>
          </p:cNvSpPr>
          <p:nvPr>
            <p:ph sz="half" idx="2"/>
          </p:nvPr>
        </p:nvSpPr>
        <p:spPr>
          <a:xfrm>
            <a:off x="5103316" y="2012414"/>
            <a:ext cx="4284266" cy="479654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4398A600-E90E-482E-AEB8-1AD174855972}"/>
              </a:ext>
            </a:extLst>
          </p:cNvPr>
          <p:cNvSpPr>
            <a:spLocks noGrp="1"/>
          </p:cNvSpPr>
          <p:nvPr>
            <p:ph type="dt" sz="half" idx="10"/>
          </p:nvPr>
        </p:nvSpPr>
        <p:spPr/>
        <p:txBody>
          <a:bodyPr/>
          <a:lstStyle/>
          <a:p>
            <a:endParaRPr lang="es-CL"/>
          </a:p>
        </p:txBody>
      </p:sp>
      <p:sp>
        <p:nvSpPr>
          <p:cNvPr id="6" name="Marcador de pie de página 5">
            <a:extLst>
              <a:ext uri="{FF2B5EF4-FFF2-40B4-BE49-F238E27FC236}">
                <a16:creationId xmlns:a16="http://schemas.microsoft.com/office/drawing/2014/main" id="{0209789A-CC17-4257-9E27-CB6ACB82B52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5E07F1A-830C-488C-85EF-9FE85C0F25FF}"/>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984371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552396-34F8-48D3-9ABD-A018CF4C2FE2}"/>
              </a:ext>
            </a:extLst>
          </p:cNvPr>
          <p:cNvSpPr>
            <a:spLocks noGrp="1"/>
          </p:cNvSpPr>
          <p:nvPr>
            <p:ph type="title"/>
          </p:nvPr>
        </p:nvSpPr>
        <p:spPr>
          <a:xfrm>
            <a:off x="694356" y="402483"/>
            <a:ext cx="8694539" cy="1461188"/>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1E6BF5B8-9579-46D5-9C54-11CCAF1EB3A6}"/>
              </a:ext>
            </a:extLst>
          </p:cNvPr>
          <p:cNvSpPr>
            <a:spLocks noGrp="1"/>
          </p:cNvSpPr>
          <p:nvPr>
            <p:ph type="body" idx="1"/>
          </p:nvPr>
        </p:nvSpPr>
        <p:spPr>
          <a:xfrm>
            <a:off x="694357" y="1853171"/>
            <a:ext cx="4264576" cy="908210"/>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91E631B-13F1-4BA0-9A55-30F788F02960}"/>
              </a:ext>
            </a:extLst>
          </p:cNvPr>
          <p:cNvSpPr>
            <a:spLocks noGrp="1"/>
          </p:cNvSpPr>
          <p:nvPr>
            <p:ph sz="half" idx="2"/>
          </p:nvPr>
        </p:nvSpPr>
        <p:spPr>
          <a:xfrm>
            <a:off x="694357" y="2761381"/>
            <a:ext cx="4264576" cy="40615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493E4CA-1AAC-43A8-A542-E43468CEB997}"/>
              </a:ext>
            </a:extLst>
          </p:cNvPr>
          <p:cNvSpPr>
            <a:spLocks noGrp="1"/>
          </p:cNvSpPr>
          <p:nvPr>
            <p:ph type="body" sz="quarter" idx="3"/>
          </p:nvPr>
        </p:nvSpPr>
        <p:spPr>
          <a:xfrm>
            <a:off x="5103316" y="1853171"/>
            <a:ext cx="4285579" cy="908210"/>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B1728B0-8A51-41AF-B257-463F105C8EAB}"/>
              </a:ext>
            </a:extLst>
          </p:cNvPr>
          <p:cNvSpPr>
            <a:spLocks noGrp="1"/>
          </p:cNvSpPr>
          <p:nvPr>
            <p:ph sz="quarter" idx="4"/>
          </p:nvPr>
        </p:nvSpPr>
        <p:spPr>
          <a:xfrm>
            <a:off x="5103316" y="2761381"/>
            <a:ext cx="4285579" cy="40615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865536CA-0DD4-473F-8DA4-A2D34FC5ABBB}"/>
              </a:ext>
            </a:extLst>
          </p:cNvPr>
          <p:cNvSpPr>
            <a:spLocks noGrp="1"/>
          </p:cNvSpPr>
          <p:nvPr>
            <p:ph type="dt" sz="half" idx="10"/>
          </p:nvPr>
        </p:nvSpPr>
        <p:spPr/>
        <p:txBody>
          <a:bodyPr/>
          <a:lstStyle/>
          <a:p>
            <a:endParaRPr lang="es-CL"/>
          </a:p>
        </p:txBody>
      </p:sp>
      <p:sp>
        <p:nvSpPr>
          <p:cNvPr id="8" name="Marcador de pie de página 7">
            <a:extLst>
              <a:ext uri="{FF2B5EF4-FFF2-40B4-BE49-F238E27FC236}">
                <a16:creationId xmlns:a16="http://schemas.microsoft.com/office/drawing/2014/main" id="{B1D0CE10-5E81-4AA7-990D-7CCB4974EB23}"/>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410D3BCE-D687-4E0A-8E1C-BE1A0F3EB191}"/>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1960703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F08413-75AC-4328-96AA-D75FF4E4F87E}"/>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82A0D4B5-E556-4CB0-9876-0DE71EDF16D6}"/>
              </a:ext>
            </a:extLst>
          </p:cNvPr>
          <p:cNvSpPr>
            <a:spLocks noGrp="1"/>
          </p:cNvSpPr>
          <p:nvPr>
            <p:ph type="dt" sz="half" idx="10"/>
          </p:nvPr>
        </p:nvSpPr>
        <p:spPr/>
        <p:txBody>
          <a:bodyPr/>
          <a:lstStyle/>
          <a:p>
            <a:endParaRPr lang="es-CL"/>
          </a:p>
        </p:txBody>
      </p:sp>
      <p:sp>
        <p:nvSpPr>
          <p:cNvPr id="4" name="Marcador de pie de página 3">
            <a:extLst>
              <a:ext uri="{FF2B5EF4-FFF2-40B4-BE49-F238E27FC236}">
                <a16:creationId xmlns:a16="http://schemas.microsoft.com/office/drawing/2014/main" id="{297D7131-7907-4ACF-8CA9-BC613FD4762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4F5483A-5D9E-46B0-B09B-411E1852354E}"/>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077842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C17DBF9-B581-4EBC-9505-CC069E9F3B25}"/>
              </a:ext>
            </a:extLst>
          </p:cNvPr>
          <p:cNvSpPr>
            <a:spLocks noGrp="1"/>
          </p:cNvSpPr>
          <p:nvPr>
            <p:ph type="dt" sz="half" idx="10"/>
          </p:nvPr>
        </p:nvSpPr>
        <p:spPr/>
        <p:txBody>
          <a:bodyPr/>
          <a:lstStyle/>
          <a:p>
            <a:endParaRPr lang="es-CL"/>
          </a:p>
        </p:txBody>
      </p:sp>
      <p:sp>
        <p:nvSpPr>
          <p:cNvPr id="3" name="Marcador de pie de página 2">
            <a:extLst>
              <a:ext uri="{FF2B5EF4-FFF2-40B4-BE49-F238E27FC236}">
                <a16:creationId xmlns:a16="http://schemas.microsoft.com/office/drawing/2014/main" id="{EDE387A6-A4F5-44DE-A8B3-AE35C14CA249}"/>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C27B4E4F-4030-4B84-A253-32605F0705CE}"/>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2968946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7F0323-C082-4D5E-AC9A-95A4D6868BF5}"/>
              </a:ext>
            </a:extLst>
          </p:cNvPr>
          <p:cNvSpPr>
            <a:spLocks noGrp="1"/>
          </p:cNvSpPr>
          <p:nvPr>
            <p:ph type="title"/>
          </p:nvPr>
        </p:nvSpPr>
        <p:spPr>
          <a:xfrm>
            <a:off x="694356" y="503978"/>
            <a:ext cx="3251264" cy="1763924"/>
          </a:xfrm>
        </p:spPr>
        <p:txBody>
          <a:bodyPr anchor="b"/>
          <a:lstStyle>
            <a:lvl1pPr>
              <a:defRPr sz="2646"/>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4D3DC103-6E9D-41A5-9F3E-491200AAD5F2}"/>
              </a:ext>
            </a:extLst>
          </p:cNvPr>
          <p:cNvSpPr>
            <a:spLocks noGrp="1"/>
          </p:cNvSpPr>
          <p:nvPr>
            <p:ph idx="1"/>
          </p:nvPr>
        </p:nvSpPr>
        <p:spPr>
          <a:xfrm>
            <a:off x="4285579" y="1088454"/>
            <a:ext cx="5103316" cy="5372269"/>
          </a:xfrm>
        </p:spPr>
        <p:txBody>
          <a:bodyPr/>
          <a:lstStyle>
            <a:lvl1pPr>
              <a:defRPr sz="2646"/>
            </a:lvl1pPr>
            <a:lvl2pPr>
              <a:defRPr sz="2315"/>
            </a:lvl2pPr>
            <a:lvl3pPr>
              <a:defRPr sz="1984"/>
            </a:lvl3pPr>
            <a:lvl4pPr>
              <a:defRPr sz="1654"/>
            </a:lvl4pPr>
            <a:lvl5pPr>
              <a:defRPr sz="1654"/>
            </a:lvl5pPr>
            <a:lvl6pPr>
              <a:defRPr sz="1654"/>
            </a:lvl6pPr>
            <a:lvl7pPr>
              <a:defRPr sz="1654"/>
            </a:lvl7pPr>
            <a:lvl8pPr>
              <a:defRPr sz="1654"/>
            </a:lvl8pPr>
            <a:lvl9pPr>
              <a:defRPr sz="1654"/>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6EC5584B-EBC3-4466-84F8-592C94F83FF2}"/>
              </a:ext>
            </a:extLst>
          </p:cNvPr>
          <p:cNvSpPr>
            <a:spLocks noGrp="1"/>
          </p:cNvSpPr>
          <p:nvPr>
            <p:ph type="body" sz="half" idx="2"/>
          </p:nvPr>
        </p:nvSpPr>
        <p:spPr>
          <a:xfrm>
            <a:off x="694356" y="2267902"/>
            <a:ext cx="3251264" cy="4201570"/>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F2997CF-B36F-44C6-AA82-FB59010A2E1B}"/>
              </a:ext>
            </a:extLst>
          </p:cNvPr>
          <p:cNvSpPr>
            <a:spLocks noGrp="1"/>
          </p:cNvSpPr>
          <p:nvPr>
            <p:ph type="dt" sz="half" idx="10"/>
          </p:nvPr>
        </p:nvSpPr>
        <p:spPr/>
        <p:txBody>
          <a:bodyPr/>
          <a:lstStyle/>
          <a:p>
            <a:endParaRPr lang="es-CL"/>
          </a:p>
        </p:txBody>
      </p:sp>
      <p:sp>
        <p:nvSpPr>
          <p:cNvPr id="6" name="Marcador de pie de página 5">
            <a:extLst>
              <a:ext uri="{FF2B5EF4-FFF2-40B4-BE49-F238E27FC236}">
                <a16:creationId xmlns:a16="http://schemas.microsoft.com/office/drawing/2014/main" id="{8FB8963C-470A-48C4-B299-9B154276193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43B827E-A092-4BC4-AFB3-D75F311A0DA9}"/>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16146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9CAFCF-03BD-4E46-B58B-4FE66B7B653B}"/>
              </a:ext>
            </a:extLst>
          </p:cNvPr>
          <p:cNvSpPr>
            <a:spLocks noGrp="1"/>
          </p:cNvSpPr>
          <p:nvPr>
            <p:ph type="title"/>
          </p:nvPr>
        </p:nvSpPr>
        <p:spPr>
          <a:xfrm>
            <a:off x="694356" y="503978"/>
            <a:ext cx="3251264" cy="1763924"/>
          </a:xfrm>
        </p:spPr>
        <p:txBody>
          <a:bodyPr anchor="b"/>
          <a:lstStyle>
            <a:lvl1pPr>
              <a:defRPr sz="2646"/>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A587BE2C-1349-4C77-9DB6-9D228E59083D}"/>
              </a:ext>
            </a:extLst>
          </p:cNvPr>
          <p:cNvSpPr>
            <a:spLocks noGrp="1"/>
          </p:cNvSpPr>
          <p:nvPr>
            <p:ph type="pic" idx="1"/>
          </p:nvPr>
        </p:nvSpPr>
        <p:spPr>
          <a:xfrm>
            <a:off x="4285579" y="1088454"/>
            <a:ext cx="5103316" cy="5372269"/>
          </a:xfrm>
        </p:spPr>
        <p:txBody>
          <a:bodyPr/>
          <a:lstStyle>
            <a:lvl1pPr marL="0" indent="0">
              <a:buNone/>
              <a:defRPr sz="2646"/>
            </a:lvl1pPr>
            <a:lvl2pPr marL="378013" indent="0">
              <a:buNone/>
              <a:defRPr sz="2315"/>
            </a:lvl2pPr>
            <a:lvl3pPr marL="756026" indent="0">
              <a:buNone/>
              <a:defRPr sz="1984"/>
            </a:lvl3pPr>
            <a:lvl4pPr marL="1134039" indent="0">
              <a:buNone/>
              <a:defRPr sz="1654"/>
            </a:lvl4pPr>
            <a:lvl5pPr marL="1512052" indent="0">
              <a:buNone/>
              <a:defRPr sz="1654"/>
            </a:lvl5pPr>
            <a:lvl6pPr marL="1890065" indent="0">
              <a:buNone/>
              <a:defRPr sz="1654"/>
            </a:lvl6pPr>
            <a:lvl7pPr marL="2268078" indent="0">
              <a:buNone/>
              <a:defRPr sz="1654"/>
            </a:lvl7pPr>
            <a:lvl8pPr marL="2646091" indent="0">
              <a:buNone/>
              <a:defRPr sz="1654"/>
            </a:lvl8pPr>
            <a:lvl9pPr marL="3024104" indent="0">
              <a:buNone/>
              <a:defRPr sz="1654"/>
            </a:lvl9pPr>
          </a:lstStyle>
          <a:p>
            <a:endParaRPr lang="es-CL"/>
          </a:p>
        </p:txBody>
      </p:sp>
      <p:sp>
        <p:nvSpPr>
          <p:cNvPr id="4" name="Marcador de texto 3">
            <a:extLst>
              <a:ext uri="{FF2B5EF4-FFF2-40B4-BE49-F238E27FC236}">
                <a16:creationId xmlns:a16="http://schemas.microsoft.com/office/drawing/2014/main" id="{A7198F44-347C-4E63-A996-36D6AC5C7C45}"/>
              </a:ext>
            </a:extLst>
          </p:cNvPr>
          <p:cNvSpPr>
            <a:spLocks noGrp="1"/>
          </p:cNvSpPr>
          <p:nvPr>
            <p:ph type="body" sz="half" idx="2"/>
          </p:nvPr>
        </p:nvSpPr>
        <p:spPr>
          <a:xfrm>
            <a:off x="694356" y="2267902"/>
            <a:ext cx="3251264" cy="4201570"/>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DE6FB15-ABE5-4405-9DAF-A377574E520B}"/>
              </a:ext>
            </a:extLst>
          </p:cNvPr>
          <p:cNvSpPr>
            <a:spLocks noGrp="1"/>
          </p:cNvSpPr>
          <p:nvPr>
            <p:ph type="dt" sz="half" idx="10"/>
          </p:nvPr>
        </p:nvSpPr>
        <p:spPr/>
        <p:txBody>
          <a:bodyPr/>
          <a:lstStyle/>
          <a:p>
            <a:endParaRPr lang="es-CL"/>
          </a:p>
        </p:txBody>
      </p:sp>
      <p:sp>
        <p:nvSpPr>
          <p:cNvPr id="6" name="Marcador de pie de página 5">
            <a:extLst>
              <a:ext uri="{FF2B5EF4-FFF2-40B4-BE49-F238E27FC236}">
                <a16:creationId xmlns:a16="http://schemas.microsoft.com/office/drawing/2014/main" id="{C86782FE-B848-4B3E-847A-C7B33CE9EA0C}"/>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ADAACAA-62CE-4D22-8A00-A42F46FFA5FC}"/>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9232701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4F3F58-6398-4813-A4F0-FF752939D59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C09EC02B-D645-4AD9-914B-2C6E70B088B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DA50DF9-C30F-4BA9-86D5-7A933A08249D}"/>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9E0FA11E-6CF0-4C76-B72C-AFDC91CD6BC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265DB1D-245A-457B-81C3-5C7B685E9926}"/>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610681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D689C73-56FD-46C5-9521-14656D7A98DB}"/>
              </a:ext>
            </a:extLst>
          </p:cNvPr>
          <p:cNvSpPr>
            <a:spLocks noGrp="1"/>
          </p:cNvSpPr>
          <p:nvPr>
            <p:ph type="title" orient="vert"/>
          </p:nvPr>
        </p:nvSpPr>
        <p:spPr>
          <a:xfrm>
            <a:off x="7213947" y="402483"/>
            <a:ext cx="2173635" cy="6406475"/>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3F10A7E2-8248-4921-952C-F7CED8213F70}"/>
              </a:ext>
            </a:extLst>
          </p:cNvPr>
          <p:cNvSpPr>
            <a:spLocks noGrp="1"/>
          </p:cNvSpPr>
          <p:nvPr>
            <p:ph type="body" orient="vert" idx="1"/>
          </p:nvPr>
        </p:nvSpPr>
        <p:spPr>
          <a:xfrm>
            <a:off x="693043" y="402483"/>
            <a:ext cx="6394896" cy="64064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462EB20-1824-4B3C-ABCD-8C84ED8B757B}"/>
              </a:ext>
            </a:extLst>
          </p:cNvPr>
          <p:cNvSpPr>
            <a:spLocks noGrp="1"/>
          </p:cNvSpPr>
          <p:nvPr>
            <p:ph type="dt" sz="half" idx="10"/>
          </p:nvPr>
        </p:nvSpPr>
        <p:spPr/>
        <p:txBody>
          <a:bodyPr/>
          <a:lstStyle/>
          <a:p>
            <a:endParaRPr lang="es-CL"/>
          </a:p>
        </p:txBody>
      </p:sp>
      <p:sp>
        <p:nvSpPr>
          <p:cNvPr id="5" name="Marcador de pie de página 4">
            <a:extLst>
              <a:ext uri="{FF2B5EF4-FFF2-40B4-BE49-F238E27FC236}">
                <a16:creationId xmlns:a16="http://schemas.microsoft.com/office/drawing/2014/main" id="{0CFFB7BE-8EFB-4CAF-9F96-F00021FB325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59F25C0-8301-4F41-8132-187954699102}"/>
              </a:ext>
            </a:extLst>
          </p:cNvPr>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0849753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Slide">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13" name="Shape 13"/>
          <p:cNvSpPr txBox="1">
            <a:spLocks noGrp="1"/>
          </p:cNvSpPr>
          <p:nvPr>
            <p:ph type="subTitle" idx="1"/>
          </p:nvPr>
        </p:nvSpPr>
        <p:spPr>
          <a:xfrm>
            <a:off x="504000" y="1769040"/>
            <a:ext cx="9071640" cy="438444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extLst>
      <p:ext uri="{BB962C8B-B14F-4D97-AF65-F5344CB8AC3E}">
        <p14:creationId xmlns:p14="http://schemas.microsoft.com/office/powerpoint/2010/main" val="3677974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504031" y="302738"/>
            <a:ext cx="9072563" cy="1035955"/>
          </a:xfrm>
        </p:spPr>
        <p:txBody>
          <a:bodyPr/>
          <a:lstStyle/>
          <a:p>
            <a:r>
              <a:rPr lang="es-ES"/>
              <a:t>Haga clic para modificar el estilo de título del patrón</a:t>
            </a:r>
            <a:endParaRPr lang="es-CL"/>
          </a:p>
        </p:txBody>
      </p:sp>
      <p:sp>
        <p:nvSpPr>
          <p:cNvPr id="3" name="Marcador de texto 2"/>
          <p:cNvSpPr>
            <a:spLocks noGrp="1"/>
          </p:cNvSpPr>
          <p:nvPr>
            <p:ph type="body" sz="half" idx="1"/>
          </p:nvPr>
        </p:nvSpPr>
        <p:spPr>
          <a:xfrm>
            <a:off x="504031" y="1496186"/>
            <a:ext cx="4452276" cy="5256774"/>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p:cNvSpPr>
            <a:spLocks noGrp="1"/>
          </p:cNvSpPr>
          <p:nvPr>
            <p:ph sz="half" idx="2"/>
          </p:nvPr>
        </p:nvSpPr>
        <p:spPr>
          <a:xfrm>
            <a:off x="5124318" y="1496186"/>
            <a:ext cx="4452276" cy="5256774"/>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Rectangle 469"/>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470"/>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471"/>
          <p:cNvSpPr>
            <a:spLocks noGrp="1" noChangeArrowheads="1"/>
          </p:cNvSpPr>
          <p:nvPr>
            <p:ph type="sldNum" sz="quarter" idx="12"/>
          </p:nvPr>
        </p:nvSpPr>
        <p:spPr>
          <a:ln/>
        </p:spPr>
        <p:txBody>
          <a:bodyPr/>
          <a:lstStyle>
            <a:lvl1pPr>
              <a:defRPr/>
            </a:lvl1pPr>
          </a:lstStyle>
          <a:p>
            <a:pPr>
              <a:defRPr/>
            </a:pPr>
            <a:fld id="{CD9255B2-BF8A-4E76-8771-EC8242E2F867}" type="slidenum">
              <a:rPr lang="en-US" altLang="ko-KR"/>
              <a:pPr>
                <a:defRPr/>
              </a:pPr>
              <a:t>‹Nº›</a:t>
            </a:fld>
            <a:endParaRPr lang="en-US" altLang="ko-KR"/>
          </a:p>
        </p:txBody>
      </p:sp>
    </p:spTree>
    <p:extLst>
      <p:ext uri="{BB962C8B-B14F-4D97-AF65-F5344CB8AC3E}">
        <p14:creationId xmlns:p14="http://schemas.microsoft.com/office/powerpoint/2010/main" val="702570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0305E12-ACED-4249-9FD7-36EE365BEBBF}"/>
              </a:ext>
            </a:extLst>
          </p:cNvPr>
          <p:cNvSpPr>
            <a:spLocks noGrp="1"/>
          </p:cNvSpPr>
          <p:nvPr>
            <p:ph type="title"/>
          </p:nvPr>
        </p:nvSpPr>
        <p:spPr>
          <a:xfrm>
            <a:off x="693043" y="402483"/>
            <a:ext cx="8694539" cy="1461188"/>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48C7106B-9606-4FC2-B071-9969535D7DAD}"/>
              </a:ext>
            </a:extLst>
          </p:cNvPr>
          <p:cNvSpPr>
            <a:spLocks noGrp="1"/>
          </p:cNvSpPr>
          <p:nvPr>
            <p:ph type="body" idx="1"/>
          </p:nvPr>
        </p:nvSpPr>
        <p:spPr>
          <a:xfrm>
            <a:off x="693043" y="2012414"/>
            <a:ext cx="8694539" cy="479654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A7DE205-C418-4157-BBA3-5F523AED124E}"/>
              </a:ext>
            </a:extLst>
          </p:cNvPr>
          <p:cNvSpPr>
            <a:spLocks noGrp="1"/>
          </p:cNvSpPr>
          <p:nvPr>
            <p:ph type="dt" sz="half" idx="2"/>
          </p:nvPr>
        </p:nvSpPr>
        <p:spPr>
          <a:xfrm>
            <a:off x="693043" y="7006699"/>
            <a:ext cx="2268141" cy="402483"/>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s-CL"/>
          </a:p>
        </p:txBody>
      </p:sp>
      <p:sp>
        <p:nvSpPr>
          <p:cNvPr id="5" name="Marcador de pie de página 4">
            <a:extLst>
              <a:ext uri="{FF2B5EF4-FFF2-40B4-BE49-F238E27FC236}">
                <a16:creationId xmlns:a16="http://schemas.microsoft.com/office/drawing/2014/main" id="{22314AAE-1FC0-468A-866D-9894C889F23F}"/>
              </a:ext>
            </a:extLst>
          </p:cNvPr>
          <p:cNvSpPr>
            <a:spLocks noGrp="1"/>
          </p:cNvSpPr>
          <p:nvPr>
            <p:ph type="ftr" sz="quarter" idx="3"/>
          </p:nvPr>
        </p:nvSpPr>
        <p:spPr>
          <a:xfrm>
            <a:off x="3339207" y="7006699"/>
            <a:ext cx="3402211" cy="402483"/>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329D7403-A50A-4B8D-94C4-A11E65A1C42F}"/>
              </a:ext>
            </a:extLst>
          </p:cNvPr>
          <p:cNvSpPr>
            <a:spLocks noGrp="1"/>
          </p:cNvSpPr>
          <p:nvPr>
            <p:ph type="sldNum" sz="quarter" idx="4"/>
          </p:nvPr>
        </p:nvSpPr>
        <p:spPr>
          <a:xfrm>
            <a:off x="7119441" y="7006699"/>
            <a:ext cx="2268141" cy="402483"/>
          </a:xfrm>
          <a:prstGeom prst="rect">
            <a:avLst/>
          </a:prstGeom>
        </p:spPr>
        <p:txBody>
          <a:bodyPr vert="horz" lIns="91440" tIns="45720" rIns="91440" bIns="45720" rtlCol="0" anchor="ctr"/>
          <a:lstStyle>
            <a:lvl1pPr algn="r">
              <a:defRPr sz="992">
                <a:solidFill>
                  <a:schemeClr val="tx1">
                    <a:tint val="75000"/>
                  </a:schemeClr>
                </a:solidFill>
              </a:defRPr>
            </a:lvl1pPr>
          </a:lstStyle>
          <a:p>
            <a:pPr marL="0" marR="0" lvl="0" indent="0" algn="r" rtl="0">
              <a:spcBef>
                <a:spcPts val="0"/>
              </a:spcBef>
              <a:buSzPct val="25000"/>
              <a:buNone/>
            </a:pPr>
            <a:fld id="{00000000-1234-1234-1234-123412341234}" type="slidenum">
              <a:rPr lang="en-US" sz="1400" b="0" i="0" u="none" strike="noStrike" cap="none" smtClean="0">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69077078"/>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Lst>
  <p:hf sldNum="0" hdr="0" ftr="0" dt="0"/>
  <p:txStyles>
    <p:titleStyle>
      <a:lvl1pPr algn="l" defTabSz="756026"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06" indent="-189006" algn="l" defTabSz="756026"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19" indent="-189006" algn="l" defTabSz="756026"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5032" indent="-189006" algn="l" defTabSz="756026"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045"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058"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071"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084"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097"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110"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s-CL"/>
      </a:defPPr>
      <a:lvl1pPr marL="0" algn="l" defTabSz="756026" rtl="0" eaLnBrk="1" latinLnBrk="0" hangingPunct="1">
        <a:defRPr sz="1488" kern="1200">
          <a:solidFill>
            <a:schemeClr val="tx1"/>
          </a:solidFill>
          <a:latin typeface="+mn-lt"/>
          <a:ea typeface="+mn-ea"/>
          <a:cs typeface="+mn-cs"/>
        </a:defRPr>
      </a:lvl1pPr>
      <a:lvl2pPr marL="378013" algn="l" defTabSz="756026" rtl="0" eaLnBrk="1" latinLnBrk="0" hangingPunct="1">
        <a:defRPr sz="1488" kern="1200">
          <a:solidFill>
            <a:schemeClr val="tx1"/>
          </a:solidFill>
          <a:latin typeface="+mn-lt"/>
          <a:ea typeface="+mn-ea"/>
          <a:cs typeface="+mn-cs"/>
        </a:defRPr>
      </a:lvl2pPr>
      <a:lvl3pPr marL="756026" algn="l" defTabSz="756026" rtl="0" eaLnBrk="1" latinLnBrk="0" hangingPunct="1">
        <a:defRPr sz="1488" kern="1200">
          <a:solidFill>
            <a:schemeClr val="tx1"/>
          </a:solidFill>
          <a:latin typeface="+mn-lt"/>
          <a:ea typeface="+mn-ea"/>
          <a:cs typeface="+mn-cs"/>
        </a:defRPr>
      </a:lvl3pPr>
      <a:lvl4pPr marL="1134039" algn="l" defTabSz="756026" rtl="0" eaLnBrk="1" latinLnBrk="0" hangingPunct="1">
        <a:defRPr sz="1488" kern="1200">
          <a:solidFill>
            <a:schemeClr val="tx1"/>
          </a:solidFill>
          <a:latin typeface="+mn-lt"/>
          <a:ea typeface="+mn-ea"/>
          <a:cs typeface="+mn-cs"/>
        </a:defRPr>
      </a:lvl4pPr>
      <a:lvl5pPr marL="1512052" algn="l" defTabSz="756026" rtl="0" eaLnBrk="1" latinLnBrk="0" hangingPunct="1">
        <a:defRPr sz="1488" kern="1200">
          <a:solidFill>
            <a:schemeClr val="tx1"/>
          </a:solidFill>
          <a:latin typeface="+mn-lt"/>
          <a:ea typeface="+mn-ea"/>
          <a:cs typeface="+mn-cs"/>
        </a:defRPr>
      </a:lvl5pPr>
      <a:lvl6pPr marL="1890065" algn="l" defTabSz="756026" rtl="0" eaLnBrk="1" latinLnBrk="0" hangingPunct="1">
        <a:defRPr sz="1488" kern="1200">
          <a:solidFill>
            <a:schemeClr val="tx1"/>
          </a:solidFill>
          <a:latin typeface="+mn-lt"/>
          <a:ea typeface="+mn-ea"/>
          <a:cs typeface="+mn-cs"/>
        </a:defRPr>
      </a:lvl6pPr>
      <a:lvl7pPr marL="2268078" algn="l" defTabSz="756026" rtl="0" eaLnBrk="1" latinLnBrk="0" hangingPunct="1">
        <a:defRPr sz="1488" kern="1200">
          <a:solidFill>
            <a:schemeClr val="tx1"/>
          </a:solidFill>
          <a:latin typeface="+mn-lt"/>
          <a:ea typeface="+mn-ea"/>
          <a:cs typeface="+mn-cs"/>
        </a:defRPr>
      </a:lvl7pPr>
      <a:lvl8pPr marL="2646091" algn="l" defTabSz="756026" rtl="0" eaLnBrk="1" latinLnBrk="0" hangingPunct="1">
        <a:defRPr sz="1488" kern="1200">
          <a:solidFill>
            <a:schemeClr val="tx1"/>
          </a:solidFill>
          <a:latin typeface="+mn-lt"/>
          <a:ea typeface="+mn-ea"/>
          <a:cs typeface="+mn-cs"/>
        </a:defRPr>
      </a:lvl8pPr>
      <a:lvl9pPr marL="3024104" algn="l" defTabSz="756026"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slideLayout" Target="../slideLayouts/slideLayout4.xml"/><Relationship Id="rId4" Type="http://schemas.openxmlformats.org/officeDocument/2006/relationships/image" Target="../media/image23.wmf"/></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customXml" Target="../ink/ink6.xml"/><Relationship Id="rId18" Type="http://schemas.openxmlformats.org/officeDocument/2006/relationships/image" Target="NULL"/><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NULL"/><Relationship Id="rId17" Type="http://schemas.openxmlformats.org/officeDocument/2006/relationships/customXml" Target="../ink/ink8.xml"/><Relationship Id="rId2" Type="http://schemas.openxmlformats.org/officeDocument/2006/relationships/image" Target="../media/image29.jpg"/><Relationship Id="rId16" Type="http://schemas.openxmlformats.org/officeDocument/2006/relationships/image" Target="NULL"/><Relationship Id="rId20"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image" Target="../media/image30.png"/><Relationship Id="rId10" Type="http://schemas.openxmlformats.org/officeDocument/2006/relationships/image" Target="NULL"/><Relationship Id="rId19" Type="http://schemas.openxmlformats.org/officeDocument/2006/relationships/customXml" Target="../ink/ink9.xml"/><Relationship Id="rId4" Type="http://schemas.openxmlformats.org/officeDocument/2006/relationships/image" Target="NULL"/><Relationship Id="rId9" Type="http://schemas.openxmlformats.org/officeDocument/2006/relationships/customXml" Target="../ink/ink4.xml"/><Relationship Id="rId14" Type="http://schemas.openxmlformats.org/officeDocument/2006/relationships/image" Target="NULL"/><Relationship Id="rId22" Type="http://schemas.openxmlformats.org/officeDocument/2006/relationships/image" Target="NUL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sp useBgFill="1">
        <p:nvSpPr>
          <p:cNvPr id="77"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2" y="0"/>
            <a:ext cx="10078103"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2" y="0"/>
            <a:ext cx="10078103" cy="75596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1" name="Group 80">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 y="0"/>
            <a:ext cx="5014049" cy="7559675"/>
            <a:chOff x="651279" y="598259"/>
            <a:chExt cx="10889442" cy="5680742"/>
          </a:xfrm>
        </p:grpSpPr>
        <p:sp>
          <p:nvSpPr>
            <p:cNvPr id="82"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5" name="Group 84">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60" y="-1"/>
            <a:ext cx="10078108" cy="7559678"/>
            <a:chOff x="0" y="0"/>
            <a:chExt cx="12188952" cy="6858000"/>
          </a:xfrm>
        </p:grpSpPr>
        <p:sp>
          <p:nvSpPr>
            <p:cNvPr id="86" name="Freeform: Shape 8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7" name="Freeform: Shape 86">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8" name="Freeform: Shape 87">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9" name="Freeform: Shape 88">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0" name="Freeform: Shape 89">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1" name="Freeform: Shape 90">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92" name="Freeform: Shape 91">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63" name="Shape 63"/>
          <p:cNvSpPr txBox="1"/>
          <p:nvPr/>
        </p:nvSpPr>
        <p:spPr>
          <a:xfrm>
            <a:off x="637707" y="946746"/>
            <a:ext cx="4378863" cy="5684417"/>
          </a:xfrm>
          <a:prstGeom prst="rect">
            <a:avLst/>
          </a:prstGeom>
        </p:spPr>
        <p:txBody>
          <a:bodyPr vert="horz" lIns="91440" tIns="45720" rIns="91440" bIns="45720" rtlCol="0" anchor="ctr" anchorCtr="0">
            <a:normAutofit/>
          </a:bodyPr>
          <a:lstStyle/>
          <a:p>
            <a:pPr lvl="0">
              <a:lnSpc>
                <a:spcPct val="90000"/>
              </a:lnSpc>
              <a:spcBef>
                <a:spcPct val="0"/>
              </a:spcBef>
              <a:spcAft>
                <a:spcPts val="600"/>
              </a:spcAft>
            </a:pPr>
            <a:endParaRPr lang="en-US" sz="3600" kern="1200" spc="-120">
              <a:solidFill>
                <a:schemeClr val="bg1"/>
              </a:solidFill>
              <a:latin typeface="+mj-lt"/>
              <a:ea typeface="+mj-ea"/>
              <a:cs typeface="+mj-cs"/>
            </a:endParaRPr>
          </a:p>
          <a:p>
            <a:pPr lvl="0">
              <a:lnSpc>
                <a:spcPct val="90000"/>
              </a:lnSpc>
              <a:spcBef>
                <a:spcPct val="0"/>
              </a:spcBef>
              <a:spcAft>
                <a:spcPts val="600"/>
              </a:spcAft>
            </a:pPr>
            <a:endParaRPr lang="en-US" sz="3600" kern="1200" spc="-120">
              <a:solidFill>
                <a:schemeClr val="bg1"/>
              </a:solidFill>
              <a:latin typeface="+mj-lt"/>
              <a:ea typeface="+mj-ea"/>
              <a:cs typeface="+mj-cs"/>
            </a:endParaRPr>
          </a:p>
          <a:p>
            <a:pPr lvl="0">
              <a:lnSpc>
                <a:spcPct val="90000"/>
              </a:lnSpc>
              <a:spcBef>
                <a:spcPct val="0"/>
              </a:spcBef>
              <a:spcAft>
                <a:spcPts val="600"/>
              </a:spcAft>
            </a:pPr>
            <a:r>
              <a:rPr lang="en-US" sz="3600" b="1" kern="1200" spc="-120">
                <a:solidFill>
                  <a:schemeClr val="bg1"/>
                </a:solidFill>
                <a:latin typeface="+mj-lt"/>
                <a:ea typeface="+mj-ea"/>
                <a:cs typeface="+mj-cs"/>
              </a:rPr>
              <a:t>Diplomado en Inteligencia Artificial</a:t>
            </a:r>
          </a:p>
          <a:p>
            <a:pPr lvl="0">
              <a:lnSpc>
                <a:spcPct val="90000"/>
              </a:lnSpc>
              <a:spcBef>
                <a:spcPct val="0"/>
              </a:spcBef>
              <a:spcAft>
                <a:spcPts val="600"/>
              </a:spcAft>
            </a:pPr>
            <a:endParaRPr lang="en-US" sz="3600" kern="1200" spc="-120">
              <a:solidFill>
                <a:schemeClr val="bg1"/>
              </a:solidFill>
              <a:latin typeface="+mj-lt"/>
              <a:ea typeface="+mj-ea"/>
              <a:cs typeface="+mj-cs"/>
            </a:endParaRPr>
          </a:p>
          <a:p>
            <a:pPr lvl="0">
              <a:lnSpc>
                <a:spcPct val="90000"/>
              </a:lnSpc>
              <a:spcBef>
                <a:spcPct val="0"/>
              </a:spcBef>
              <a:spcAft>
                <a:spcPts val="600"/>
              </a:spcAft>
            </a:pPr>
            <a:r>
              <a:rPr lang="en-US" sz="3600" kern="1200" spc="-120">
                <a:solidFill>
                  <a:schemeClr val="bg1"/>
                </a:solidFill>
                <a:latin typeface="+mj-lt"/>
                <a:ea typeface="+mj-ea"/>
                <a:cs typeface="+mj-cs"/>
              </a:rPr>
              <a:t>Ciencias Cognitivas e IA</a:t>
            </a:r>
          </a:p>
          <a:p>
            <a:pPr lvl="0">
              <a:lnSpc>
                <a:spcPct val="90000"/>
              </a:lnSpc>
              <a:spcBef>
                <a:spcPct val="0"/>
              </a:spcBef>
              <a:spcAft>
                <a:spcPts val="600"/>
              </a:spcAft>
            </a:pPr>
            <a:r>
              <a:rPr lang="en-US" sz="3600" kern="1200" spc="-120">
                <a:solidFill>
                  <a:schemeClr val="bg1"/>
                </a:solidFill>
                <a:latin typeface="+mj-lt"/>
                <a:ea typeface="+mj-ea"/>
                <a:cs typeface="+mj-cs"/>
              </a:rPr>
              <a:t>			</a:t>
            </a:r>
          </a:p>
          <a:p>
            <a:pPr lvl="0">
              <a:lnSpc>
                <a:spcPct val="90000"/>
              </a:lnSpc>
              <a:spcBef>
                <a:spcPct val="0"/>
              </a:spcBef>
              <a:spcAft>
                <a:spcPts val="600"/>
              </a:spcAft>
            </a:pPr>
            <a:r>
              <a:rPr lang="en-US" sz="3600" kern="1200" spc="-120">
                <a:solidFill>
                  <a:schemeClr val="bg1"/>
                </a:solidFill>
                <a:latin typeface="+mj-lt"/>
                <a:ea typeface="+mj-ea"/>
                <a:cs typeface="+mj-cs"/>
              </a:rPr>
              <a:t>				Sergio Chaigneau</a:t>
            </a:r>
          </a:p>
          <a:p>
            <a:pPr lvl="0">
              <a:lnSpc>
                <a:spcPct val="90000"/>
              </a:lnSpc>
              <a:spcBef>
                <a:spcPct val="0"/>
              </a:spcBef>
              <a:spcAft>
                <a:spcPts val="600"/>
              </a:spcAft>
            </a:pPr>
            <a:endParaRPr lang="en-US" sz="3600" kern="1200" spc="-120">
              <a:solidFill>
                <a:schemeClr val="bg1"/>
              </a:solidFill>
              <a:latin typeface="+mj-lt"/>
              <a:ea typeface="+mj-ea"/>
              <a:cs typeface="+mj-cs"/>
            </a:endParaRPr>
          </a:p>
        </p:txBody>
      </p:sp>
      <p:pic>
        <p:nvPicPr>
          <p:cNvPr id="8" name="Shape 62"/>
          <p:cNvPicPr preferRelativeResize="0"/>
          <p:nvPr/>
        </p:nvPicPr>
        <p:blipFill>
          <a:blip r:embed="rId3">
            <a:alphaModFix/>
          </a:blip>
          <a:stretch>
            <a:fillRect/>
          </a:stretch>
        </p:blipFill>
        <p:spPr>
          <a:xfrm>
            <a:off x="181836" y="223675"/>
            <a:ext cx="1781436" cy="4150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4" name="Rectangle 7183">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6" name="Freeform: Shape 7185">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557204" cy="7559675"/>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4" name="Shape 69"/>
          <p:cNvSpPr txBox="1">
            <a:spLocks/>
          </p:cNvSpPr>
          <p:nvPr/>
        </p:nvSpPr>
        <p:spPr>
          <a:xfrm>
            <a:off x="693042" y="786294"/>
            <a:ext cx="3339208" cy="5987086"/>
          </a:xfrm>
          <a:prstGeom prst="rect">
            <a:avLst/>
          </a:prstGeom>
        </p:spPr>
        <p:txBody>
          <a:bodyPr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stStyle>
          <a:p>
            <a:pPr>
              <a:lnSpc>
                <a:spcPct val="90000"/>
              </a:lnSpc>
              <a:spcBef>
                <a:spcPct val="0"/>
              </a:spcBef>
              <a:spcAft>
                <a:spcPts val="600"/>
              </a:spcAft>
            </a:pPr>
            <a:r>
              <a:rPr lang="en-US" sz="4400" kern="1200">
                <a:solidFill>
                  <a:schemeClr val="tx1"/>
                </a:solidFill>
                <a:latin typeface="+mj-lt"/>
                <a:ea typeface="+mj-ea"/>
                <a:cs typeface="+mj-cs"/>
              </a:rPr>
              <a:t>Qué son las Ciencias Cognitivas</a:t>
            </a:r>
          </a:p>
        </p:txBody>
      </p:sp>
      <p:sp>
        <p:nvSpPr>
          <p:cNvPr id="7170" name="Text Box 2"/>
          <p:cNvSpPr txBox="1">
            <a:spLocks noChangeArrowheads="1"/>
          </p:cNvSpPr>
          <p:nvPr/>
        </p:nvSpPr>
        <p:spPr bwMode="auto">
          <a:xfrm>
            <a:off x="5040311" y="786295"/>
            <a:ext cx="4347271" cy="5987086"/>
          </a:xfrm>
          <a:prstGeom prst="rect">
            <a:avLst/>
          </a:prstGeom>
        </p:spPr>
        <p:txBody>
          <a:bodyPr vert="horz" lIns="91440" tIns="45720" rIns="91440" bIns="45720" rtlCol="0" anchor="ctr">
            <a:normAutofit fontScale="92500" lnSpcReduction="10000"/>
          </a:bodyPr>
          <a:lstStyle/>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Es </a:t>
            </a:r>
            <a:r>
              <a:rPr lang="en-US" sz="2400" dirty="0" err="1"/>
              <a:t>el</a:t>
            </a:r>
            <a:r>
              <a:rPr lang="en-US" sz="2400" dirty="0"/>
              <a:t> </a:t>
            </a:r>
            <a:r>
              <a:rPr lang="en-US" sz="2400" dirty="0" err="1"/>
              <a:t>estudio</a:t>
            </a:r>
            <a:r>
              <a:rPr lang="en-US" sz="2400" dirty="0"/>
              <a:t> de la </a:t>
            </a:r>
            <a:r>
              <a:rPr lang="en-US" sz="2400" dirty="0" err="1"/>
              <a:t>mente</a:t>
            </a:r>
            <a:r>
              <a:rPr lang="en-US" sz="2400" dirty="0"/>
              <a:t> y la </a:t>
            </a:r>
            <a:r>
              <a:rPr lang="en-US" sz="2400" dirty="0" err="1"/>
              <a:t>inteligencia</a:t>
            </a:r>
            <a:r>
              <a:rPr lang="en-US" sz="2400" dirty="0"/>
              <a:t>.</a:t>
            </a:r>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Se </a:t>
            </a:r>
            <a:r>
              <a:rPr lang="en-US" sz="2400" dirty="0" err="1"/>
              <a:t>interesa</a:t>
            </a:r>
            <a:r>
              <a:rPr lang="en-US" sz="2400" dirty="0"/>
              <a:t> </a:t>
            </a:r>
            <a:r>
              <a:rPr lang="en-US" sz="2400" dirty="0" err="1"/>
              <a:t>en</a:t>
            </a:r>
            <a:r>
              <a:rPr lang="en-US" sz="2400" dirty="0"/>
              <a:t> la </a:t>
            </a:r>
            <a:r>
              <a:rPr lang="en-US" sz="2400" dirty="0" err="1"/>
              <a:t>inteligencia</a:t>
            </a:r>
            <a:r>
              <a:rPr lang="en-US" sz="2400" dirty="0"/>
              <a:t>, </a:t>
            </a:r>
            <a:r>
              <a:rPr lang="en-US" sz="2400" dirty="0" err="1"/>
              <a:t>en</a:t>
            </a:r>
            <a:r>
              <a:rPr lang="en-US" sz="2400" dirty="0"/>
              <a:t> la </a:t>
            </a:r>
            <a:r>
              <a:rPr lang="en-US" sz="2400" dirty="0" err="1"/>
              <a:t>mente</a:t>
            </a:r>
            <a:r>
              <a:rPr lang="en-US" sz="2400" dirty="0"/>
              <a:t>, </a:t>
            </a:r>
            <a:r>
              <a:rPr lang="en-US" sz="2400" dirty="0" err="1"/>
              <a:t>en</a:t>
            </a:r>
            <a:r>
              <a:rPr lang="en-US" sz="2400" dirty="0"/>
              <a:t> </a:t>
            </a:r>
            <a:r>
              <a:rPr lang="en-US" sz="2400" dirty="0" err="1"/>
              <a:t>el</a:t>
            </a:r>
            <a:r>
              <a:rPr lang="en-US" sz="2400" dirty="0"/>
              <a:t> </a:t>
            </a:r>
            <a:r>
              <a:rPr lang="en-US" sz="2400" dirty="0" err="1"/>
              <a:t>cerebro</a:t>
            </a:r>
            <a:r>
              <a:rPr lang="en-US" sz="2400" dirty="0"/>
              <a:t>, y </a:t>
            </a:r>
            <a:r>
              <a:rPr lang="en-US" sz="2400" dirty="0" err="1"/>
              <a:t>el</a:t>
            </a:r>
            <a:r>
              <a:rPr lang="en-US" sz="2400" dirty="0"/>
              <a:t> </a:t>
            </a:r>
            <a:r>
              <a:rPr lang="en-US" sz="2400" dirty="0" err="1"/>
              <a:t>comportamiento</a:t>
            </a:r>
            <a:r>
              <a:rPr lang="en-US" sz="2400" dirty="0"/>
              <a:t> </a:t>
            </a:r>
            <a:r>
              <a:rPr lang="en-US" sz="2400" dirty="0" err="1"/>
              <a:t>inteligente</a:t>
            </a:r>
            <a:r>
              <a:rPr lang="en-US" sz="2400" dirty="0"/>
              <a:t>, </a:t>
            </a:r>
            <a:r>
              <a:rPr lang="en-US" sz="2400" dirty="0" err="1"/>
              <a:t>ya</a:t>
            </a:r>
            <a:r>
              <a:rPr lang="en-US" sz="2400" dirty="0"/>
              <a:t> sea </a:t>
            </a:r>
            <a:r>
              <a:rPr lang="en-US" sz="2400" dirty="0" err="1"/>
              <a:t>en</a:t>
            </a:r>
            <a:r>
              <a:rPr lang="en-US" sz="2400" dirty="0"/>
              <a:t> </a:t>
            </a:r>
            <a:r>
              <a:rPr lang="en-US" sz="2400" dirty="0" err="1"/>
              <a:t>los</a:t>
            </a:r>
            <a:r>
              <a:rPr lang="en-US" sz="2400" dirty="0"/>
              <a:t> </a:t>
            </a:r>
            <a:r>
              <a:rPr lang="en-US" sz="2400" dirty="0" err="1"/>
              <a:t>seres</a:t>
            </a:r>
            <a:r>
              <a:rPr lang="en-US" sz="2400" dirty="0"/>
              <a:t> </a:t>
            </a:r>
            <a:r>
              <a:rPr lang="en-US" sz="2400" dirty="0" err="1"/>
              <a:t>humanos</a:t>
            </a:r>
            <a:r>
              <a:rPr lang="en-US" sz="2400" dirty="0"/>
              <a:t>, </a:t>
            </a:r>
            <a:r>
              <a:rPr lang="en-US" sz="2400" dirty="0" err="1"/>
              <a:t>otros</a:t>
            </a:r>
            <a:r>
              <a:rPr lang="en-US" sz="2400" dirty="0"/>
              <a:t> </a:t>
            </a:r>
            <a:r>
              <a:rPr lang="en-US" sz="2400" dirty="0" err="1"/>
              <a:t>animales</a:t>
            </a:r>
            <a:r>
              <a:rPr lang="en-US" sz="2400" dirty="0"/>
              <a:t>, </a:t>
            </a:r>
            <a:r>
              <a:rPr lang="en-US" sz="2400" dirty="0" err="1"/>
              <a:t>máquinas</a:t>
            </a:r>
            <a:r>
              <a:rPr lang="en-US" sz="2400" dirty="0"/>
              <a:t> o </a:t>
            </a:r>
            <a:r>
              <a:rPr lang="en-US" sz="2400" dirty="0" err="1"/>
              <a:t>en</a:t>
            </a:r>
            <a:r>
              <a:rPr lang="en-US" sz="2400" dirty="0"/>
              <a:t> </a:t>
            </a:r>
            <a:r>
              <a:rPr lang="en-US" sz="2400" dirty="0" err="1"/>
              <a:t>abstracto</a:t>
            </a:r>
            <a:r>
              <a:rPr lang="en-US" sz="2400" dirty="0"/>
              <a:t>.</a:t>
            </a:r>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Es </a:t>
            </a:r>
            <a:r>
              <a:rPr lang="en-US" sz="2400" dirty="0" err="1"/>
              <a:t>una</a:t>
            </a:r>
            <a:r>
              <a:rPr lang="en-US" sz="2400" dirty="0"/>
              <a:t> </a:t>
            </a:r>
            <a:r>
              <a:rPr lang="en-US" sz="2400" dirty="0" err="1"/>
              <a:t>interdisciplina</a:t>
            </a:r>
            <a:r>
              <a:rPr lang="en-US" sz="2400" dirty="0"/>
              <a:t> (</a:t>
            </a:r>
            <a:r>
              <a:rPr lang="en-US" sz="2400" dirty="0" err="1"/>
              <a:t>aunque</a:t>
            </a:r>
            <a:r>
              <a:rPr lang="en-US" sz="2400" dirty="0"/>
              <a:t> hay poco </a:t>
            </a:r>
            <a:r>
              <a:rPr lang="en-US" sz="2400" dirty="0" err="1"/>
              <a:t>trabajo</a:t>
            </a:r>
            <a:r>
              <a:rPr lang="en-US" sz="2400" dirty="0"/>
              <a:t> </a:t>
            </a:r>
            <a:r>
              <a:rPr lang="en-US" sz="2400" dirty="0" err="1"/>
              <a:t>estrictamente</a:t>
            </a:r>
            <a:r>
              <a:rPr lang="en-US" sz="2400" dirty="0"/>
              <a:t> </a:t>
            </a:r>
            <a:r>
              <a:rPr lang="en-US" sz="2400" dirty="0" err="1"/>
              <a:t>interdisciplinario</a:t>
            </a:r>
            <a:r>
              <a:rPr lang="en-US" sz="2400" dirty="0"/>
              <a:t>).</a:t>
            </a:r>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marL="342900" indent="-3429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Las </a:t>
            </a:r>
            <a:r>
              <a:rPr lang="en-US" sz="2400" dirty="0" err="1"/>
              <a:t>Ciencias</a:t>
            </a:r>
            <a:r>
              <a:rPr lang="en-US" sz="2400" dirty="0"/>
              <a:t> </a:t>
            </a:r>
            <a:r>
              <a:rPr lang="en-US" sz="2400" dirty="0" err="1"/>
              <a:t>Cognitivas</a:t>
            </a:r>
            <a:r>
              <a:rPr lang="en-US" sz="2400" dirty="0"/>
              <a:t> son un </a:t>
            </a:r>
            <a:r>
              <a:rPr lang="en-US" sz="2400" dirty="0" err="1"/>
              <a:t>proyecto</a:t>
            </a:r>
            <a:r>
              <a:rPr lang="en-US" sz="2400" dirty="0"/>
              <a:t> </a:t>
            </a:r>
            <a:r>
              <a:rPr lang="en-US" sz="2400" dirty="0" err="1"/>
              <a:t>en</a:t>
            </a:r>
            <a:r>
              <a:rPr lang="en-US" sz="2400" dirty="0"/>
              <a:t> </a:t>
            </a:r>
            <a:r>
              <a:rPr lang="en-US" sz="2400" dirty="0" err="1"/>
              <a:t>desarrollo</a:t>
            </a:r>
            <a:r>
              <a:rPr lang="en-US" sz="2400" dirty="0"/>
              <a:t>.</a:t>
            </a:r>
          </a:p>
          <a:p>
            <a:pPr indent="-2286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1900" dirty="0"/>
          </a:p>
          <a:p>
            <a:pPr indent="-228600">
              <a:lnSpc>
                <a:spcPct val="90000"/>
              </a:lnSpc>
              <a:spcBef>
                <a:spcPts val="661"/>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1900" dirty="0"/>
          </a:p>
          <a:p>
            <a:pPr marL="367030" indent="-228600">
              <a:lnSpc>
                <a:spcPct val="90000"/>
              </a:lnSpc>
              <a:spcBef>
                <a:spcPts val="661"/>
              </a:spcBef>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1900" dirty="0">
              <a:effectLst>
                <a:outerShdw blurRad="38100" dist="38100" dir="2700000" algn="tl">
                  <a:srgbClr val="000000"/>
                </a:outerShdw>
              </a:effectLst>
            </a:endParaRPr>
          </a:p>
        </p:txBody>
      </p:sp>
    </p:spTree>
    <p:extLst>
      <p:ext uri="{BB962C8B-B14F-4D97-AF65-F5344CB8AC3E}">
        <p14:creationId xmlns:p14="http://schemas.microsoft.com/office/powerpoint/2010/main" val="165803424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97" name="Rectangle 7196">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9" name="Freeform: Shape 7198">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930167" cy="7559675"/>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Shape 69"/>
          <p:cNvSpPr txBox="1">
            <a:spLocks/>
          </p:cNvSpPr>
          <p:nvPr/>
        </p:nvSpPr>
        <p:spPr>
          <a:xfrm>
            <a:off x="693043" y="709303"/>
            <a:ext cx="3215123" cy="1984746"/>
          </a:xfrm>
          <a:prstGeom prst="rect">
            <a:avLst/>
          </a:prstGeom>
        </p:spPr>
        <p:txBody>
          <a:bodyPr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stStyle>
          <a:p>
            <a:pPr>
              <a:lnSpc>
                <a:spcPct val="90000"/>
              </a:lnSpc>
              <a:spcBef>
                <a:spcPct val="0"/>
              </a:spcBef>
              <a:spcAft>
                <a:spcPts val="600"/>
              </a:spcAft>
            </a:pPr>
            <a:r>
              <a:rPr lang="en-US" sz="4400" kern="1200">
                <a:solidFill>
                  <a:schemeClr val="tx1"/>
                </a:solidFill>
                <a:latin typeface="+mj-lt"/>
                <a:ea typeface="+mj-ea"/>
                <a:cs typeface="+mj-cs"/>
              </a:rPr>
              <a:t>Cuáles son las Ciencias Cognitivas</a:t>
            </a:r>
          </a:p>
        </p:txBody>
      </p:sp>
      <p:sp>
        <p:nvSpPr>
          <p:cNvPr id="7170" name="Text Box 2"/>
          <p:cNvSpPr txBox="1">
            <a:spLocks noChangeArrowheads="1"/>
          </p:cNvSpPr>
          <p:nvPr/>
        </p:nvSpPr>
        <p:spPr bwMode="auto">
          <a:xfrm>
            <a:off x="693043" y="2891791"/>
            <a:ext cx="3215124" cy="3917165"/>
          </a:xfrm>
          <a:prstGeom prst="rect">
            <a:avLst/>
          </a:prstGeom>
        </p:spPr>
        <p:txBody>
          <a:bodyPr vert="horz" lIns="91440" tIns="45720" rIns="91440" bIns="45720" rtlCol="0">
            <a:normAutofit/>
          </a:bodyPr>
          <a:lstStyle/>
          <a:p>
            <a:pPr marL="457200" indent="-228600">
              <a:lnSpc>
                <a:spcPct val="90000"/>
              </a:lnSpc>
              <a:buFont typeface="Arial" panose="020B0604020202020204" pitchFamily="34" charset="0"/>
              <a:buChar char="•"/>
              <a:defRPr/>
            </a:pPr>
            <a:r>
              <a:rPr lang="en-US" altLang="es-CL" sz="1900"/>
              <a:t>Filosofía (de la mente).</a:t>
            </a:r>
          </a:p>
          <a:p>
            <a:pPr marL="457200" indent="-228600">
              <a:lnSpc>
                <a:spcPct val="90000"/>
              </a:lnSpc>
              <a:buFont typeface="Arial" panose="020B0604020202020204" pitchFamily="34" charset="0"/>
              <a:buChar char="•"/>
              <a:defRPr/>
            </a:pPr>
            <a:r>
              <a:rPr lang="en-US" altLang="es-CL" sz="1900"/>
              <a:t>Lingüística (cognitiva).</a:t>
            </a:r>
          </a:p>
          <a:p>
            <a:pPr marL="457200" indent="-228600">
              <a:lnSpc>
                <a:spcPct val="90000"/>
              </a:lnSpc>
              <a:buFont typeface="Arial" panose="020B0604020202020204" pitchFamily="34" charset="0"/>
              <a:buChar char="•"/>
              <a:defRPr/>
            </a:pPr>
            <a:r>
              <a:rPr lang="en-US" altLang="es-CL" sz="1900"/>
              <a:t>Psicología Cognitiva.</a:t>
            </a:r>
          </a:p>
          <a:p>
            <a:pPr marL="457200" indent="-228600">
              <a:lnSpc>
                <a:spcPct val="90000"/>
              </a:lnSpc>
              <a:buFont typeface="Arial" panose="020B0604020202020204" pitchFamily="34" charset="0"/>
              <a:buChar char="•"/>
              <a:defRPr/>
            </a:pPr>
            <a:r>
              <a:rPr lang="en-US" altLang="es-CL" sz="1900"/>
              <a:t>Inteligencia Artificial.</a:t>
            </a:r>
          </a:p>
          <a:p>
            <a:pPr marL="457200" indent="-228600">
              <a:lnSpc>
                <a:spcPct val="90000"/>
              </a:lnSpc>
              <a:buFont typeface="Arial" panose="020B0604020202020204" pitchFamily="34" charset="0"/>
              <a:buChar char="•"/>
              <a:defRPr/>
            </a:pPr>
            <a:r>
              <a:rPr lang="en-US" altLang="es-CL" sz="1900"/>
              <a:t>Robótica. </a:t>
            </a:r>
          </a:p>
          <a:p>
            <a:pPr marL="457200" indent="-228600">
              <a:lnSpc>
                <a:spcPct val="90000"/>
              </a:lnSpc>
              <a:buFont typeface="Arial" panose="020B0604020202020204" pitchFamily="34" charset="0"/>
              <a:buChar char="•"/>
              <a:defRPr/>
            </a:pPr>
            <a:r>
              <a:rPr lang="en-US" altLang="es-CL" sz="1900"/>
              <a:t>Neurociencia Cognitiva.</a:t>
            </a:r>
          </a:p>
          <a:p>
            <a:pPr marL="457200" indent="-228600">
              <a:lnSpc>
                <a:spcPct val="90000"/>
              </a:lnSpc>
              <a:buFont typeface="Arial" panose="020B0604020202020204" pitchFamily="34" charset="0"/>
              <a:buChar char="•"/>
              <a:defRPr/>
            </a:pPr>
            <a:r>
              <a:rPr lang="en-US" altLang="es-CL" sz="1900"/>
              <a:t>Antropología Cognitiva.</a:t>
            </a:r>
          </a:p>
          <a:p>
            <a:pPr marL="457200" indent="-228600">
              <a:lnSpc>
                <a:spcPct val="90000"/>
              </a:lnSpc>
              <a:buFont typeface="Arial" panose="020B0604020202020204" pitchFamily="34" charset="0"/>
              <a:buChar char="•"/>
              <a:defRPr/>
            </a:pPr>
            <a:r>
              <a:rPr lang="en-US" altLang="es-CL" sz="1900"/>
              <a:t>Matemáticas.</a:t>
            </a:r>
          </a:p>
          <a:p>
            <a:pPr marL="457200" indent="-228600">
              <a:lnSpc>
                <a:spcPct val="90000"/>
              </a:lnSpc>
              <a:buFont typeface="Arial" panose="020B0604020202020204" pitchFamily="34" charset="0"/>
              <a:buChar char="•"/>
              <a:defRPr/>
            </a:pPr>
            <a:r>
              <a:rPr lang="en-US" altLang="es-CL" sz="1900"/>
              <a:t>Lógica.</a:t>
            </a:r>
          </a:p>
          <a:p>
            <a:pPr marL="367479" indent="-228600">
              <a:lnSpc>
                <a:spcPct val="90000"/>
              </a:lnSpc>
              <a:spcBef>
                <a:spcPts val="661"/>
              </a:spcBef>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1900">
              <a:effectLst>
                <a:outerShdw blurRad="38100" dist="38100" dir="2700000" algn="tl">
                  <a:srgbClr val="000000"/>
                </a:outerShdw>
              </a:effectLst>
            </a:endParaRPr>
          </a:p>
        </p:txBody>
      </p:sp>
      <p:pic>
        <p:nvPicPr>
          <p:cNvPr id="3074" name="Picture 2" descr="http://4.bp.blogspot.com/-akzFl9xS_mQ/UGHR-kc2KcI/AAAAAAAAFEw/SETjkm1C1PA/s1600/congnitive+science.pn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23211" y="2589807"/>
            <a:ext cx="3925380" cy="2411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70486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Burbuja de diálogo de mensajes de comunicación de personas de redes sociales&#10;&#10;++La textura del mapa del mundo derivada del dominio público de la NASA: http://visibleearth.nasa.gov.&#10;Trazado en Illustrator. Archivo creado el 29 de noviembre de 2018++">
            <a:extLst>
              <a:ext uri="{FF2B5EF4-FFF2-40B4-BE49-F238E27FC236}">
                <a16:creationId xmlns:a16="http://schemas.microsoft.com/office/drawing/2014/main" id="{4141C95D-8312-49F5-85E5-FDEB3129248A}"/>
              </a:ext>
            </a:extLst>
          </p:cNvPr>
          <p:cNvPicPr>
            <a:picLocks noGrp="1" noChangeAspect="1"/>
          </p:cNvPicPr>
          <p:nvPr>
            <p:ph sz="half" idx="1"/>
          </p:nvPr>
        </p:nvPicPr>
        <p:blipFill>
          <a:blip r:embed="rId3"/>
          <a:srcRect l="19337" r="21490" b="-1"/>
          <a:stretch/>
        </p:blipFill>
        <p:spPr>
          <a:xfrm>
            <a:off x="20" y="-2"/>
            <a:ext cx="4473254" cy="7559677"/>
          </a:xfrm>
          <a:prstGeom prst="rect">
            <a:avLst/>
          </a:prstGeom>
        </p:spPr>
      </p:pic>
      <p:sp useBgFill="1">
        <p:nvSpPr>
          <p:cNvPr id="17" name="Rectangle 16">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274" y="-1"/>
            <a:ext cx="5607350" cy="2519891"/>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6D090A-0BE1-57F2-DB98-D93AD3BEBD59}"/>
              </a:ext>
            </a:extLst>
          </p:cNvPr>
          <p:cNvSpPr>
            <a:spLocks noGrp="1"/>
          </p:cNvSpPr>
          <p:nvPr>
            <p:ph type="title"/>
          </p:nvPr>
        </p:nvSpPr>
        <p:spPr>
          <a:xfrm>
            <a:off x="5056284" y="447192"/>
            <a:ext cx="4518561" cy="1718841"/>
          </a:xfrm>
        </p:spPr>
        <p:txBody>
          <a:bodyPr vert="horz" lIns="91440" tIns="45720" rIns="91440" bIns="45720" rtlCol="0" anchor="ctr">
            <a:normAutofit/>
          </a:bodyPr>
          <a:lstStyle/>
          <a:p>
            <a:pPr defTabSz="914400"/>
            <a:r>
              <a:rPr lang="en-US" sz="3800" b="1"/>
              <a:t>Actividad Práctica en Grupo</a:t>
            </a:r>
          </a:p>
        </p:txBody>
      </p:sp>
      <p:sp>
        <p:nvSpPr>
          <p:cNvPr id="4" name="Marcador de contenido 3">
            <a:extLst>
              <a:ext uri="{FF2B5EF4-FFF2-40B4-BE49-F238E27FC236}">
                <a16:creationId xmlns:a16="http://schemas.microsoft.com/office/drawing/2014/main" id="{EFA65641-BDB3-DDEF-7610-EC172E3873C7}"/>
              </a:ext>
            </a:extLst>
          </p:cNvPr>
          <p:cNvSpPr>
            <a:spLocks noGrp="1"/>
          </p:cNvSpPr>
          <p:nvPr>
            <p:ph sz="half" idx="2"/>
          </p:nvPr>
        </p:nvSpPr>
        <p:spPr>
          <a:xfrm>
            <a:off x="5056284" y="3023870"/>
            <a:ext cx="4338621" cy="3854660"/>
          </a:xfrm>
        </p:spPr>
        <p:txBody>
          <a:bodyPr vert="horz" lIns="91440" tIns="45720" rIns="91440" bIns="45720" rtlCol="0" anchor="ctr">
            <a:normAutofit/>
          </a:bodyPr>
          <a:lstStyle/>
          <a:p>
            <a:pPr indent="-228600" defTabSz="914400"/>
            <a:r>
              <a:rPr lang="en-US" sz="2800" dirty="0" err="1"/>
              <a:t>Modalidad</a:t>
            </a:r>
            <a:r>
              <a:rPr lang="en-US" sz="2800" dirty="0"/>
              <a:t>: </a:t>
            </a:r>
            <a:r>
              <a:rPr lang="en-US" sz="2800" dirty="0" err="1"/>
              <a:t>Trabajo</a:t>
            </a:r>
            <a:r>
              <a:rPr lang="en-US" sz="2800" dirty="0"/>
              <a:t> </a:t>
            </a:r>
            <a:r>
              <a:rPr lang="en-US" sz="2800" dirty="0" err="1"/>
              <a:t>grupal</a:t>
            </a:r>
            <a:r>
              <a:rPr lang="en-US" sz="2800" dirty="0"/>
              <a:t> de 3 a 4 personas.</a:t>
            </a:r>
          </a:p>
          <a:p>
            <a:pPr indent="-228600" defTabSz="914400"/>
            <a:r>
              <a:rPr lang="en-US" sz="2800" dirty="0" err="1"/>
              <a:t>Duración</a:t>
            </a:r>
            <a:r>
              <a:rPr lang="en-US" sz="2800" dirty="0"/>
              <a:t> de la </a:t>
            </a:r>
            <a:r>
              <a:rPr lang="en-US" sz="2800" dirty="0" err="1"/>
              <a:t>actividad</a:t>
            </a:r>
            <a:r>
              <a:rPr lang="en-US" sz="2800" dirty="0"/>
              <a:t>: 10 a 15 </a:t>
            </a:r>
            <a:r>
              <a:rPr lang="en-US" sz="2800" dirty="0" err="1"/>
              <a:t>minutos</a:t>
            </a:r>
            <a:endParaRPr lang="en-US" sz="2800" dirty="0"/>
          </a:p>
          <a:p>
            <a:pPr indent="-228600" defTabSz="914400"/>
            <a:r>
              <a:rPr lang="en-US" sz="2800" dirty="0" err="1"/>
              <a:t>Votación</a:t>
            </a:r>
            <a:r>
              <a:rPr lang="en-US" sz="2800" dirty="0"/>
              <a:t> final de 5 </a:t>
            </a:r>
            <a:r>
              <a:rPr lang="en-US" sz="2800" dirty="0" err="1"/>
              <a:t>minutos</a:t>
            </a:r>
            <a:r>
              <a:rPr lang="en-US" sz="2800" dirty="0"/>
              <a:t> (</a:t>
            </a:r>
            <a:r>
              <a:rPr lang="en-US" sz="2800" dirty="0" err="1"/>
              <a:t>discusión</a:t>
            </a:r>
            <a:r>
              <a:rPr lang="en-US" sz="2800" dirty="0"/>
              <a:t> breve </a:t>
            </a:r>
            <a:r>
              <a:rPr lang="en-US" sz="2800" dirty="0" err="1"/>
              <a:t>sobre</a:t>
            </a:r>
            <a:r>
              <a:rPr lang="en-US" sz="2800" dirty="0"/>
              <a:t> </a:t>
            </a:r>
            <a:r>
              <a:rPr lang="en-US" sz="2800" dirty="0" err="1"/>
              <a:t>resultados</a:t>
            </a:r>
            <a:r>
              <a:rPr lang="en-US" sz="2800" dirty="0"/>
              <a:t>)</a:t>
            </a:r>
          </a:p>
        </p:txBody>
      </p:sp>
    </p:spTree>
    <p:extLst>
      <p:ext uri="{BB962C8B-B14F-4D97-AF65-F5344CB8AC3E}">
        <p14:creationId xmlns:p14="http://schemas.microsoft.com/office/powerpoint/2010/main" val="2340880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562D6CF-1014-2413-55A2-6CA7B3DCA893}"/>
              </a:ext>
            </a:extLst>
          </p:cNvPr>
          <p:cNvSpPr>
            <a:spLocks noGrp="1"/>
          </p:cNvSpPr>
          <p:nvPr>
            <p:ph type="title"/>
          </p:nvPr>
        </p:nvSpPr>
        <p:spPr>
          <a:xfrm>
            <a:off x="693043" y="402482"/>
            <a:ext cx="4341909" cy="1992219"/>
          </a:xfrm>
        </p:spPr>
        <p:txBody>
          <a:bodyPr vert="horz" lIns="91440" tIns="45720" rIns="91440" bIns="45720" rtlCol="0" anchor="ctr">
            <a:normAutofit/>
          </a:bodyPr>
          <a:lstStyle/>
          <a:p>
            <a:pPr defTabSz="914400"/>
            <a:r>
              <a:rPr lang="en-US" sz="4400" b="1" dirty="0" err="1"/>
              <a:t>Preguntas</a:t>
            </a:r>
            <a:r>
              <a:rPr lang="en-US" sz="4400" b="1" dirty="0"/>
              <a:t> para la </a:t>
            </a:r>
            <a:r>
              <a:rPr lang="en-US" sz="4400" b="1" dirty="0" err="1"/>
              <a:t>Discusión</a:t>
            </a:r>
            <a:r>
              <a:rPr lang="en-US" sz="4400" b="1" dirty="0"/>
              <a:t> </a:t>
            </a:r>
            <a:r>
              <a:rPr lang="en-US" sz="4400" b="1" dirty="0" err="1"/>
              <a:t>grupal</a:t>
            </a:r>
            <a:endParaRPr lang="en-US" sz="4400" b="1" dirty="0"/>
          </a:p>
        </p:txBody>
      </p:sp>
      <p:sp>
        <p:nvSpPr>
          <p:cNvPr id="4" name="Marcador de contenido 3">
            <a:extLst>
              <a:ext uri="{FF2B5EF4-FFF2-40B4-BE49-F238E27FC236}">
                <a16:creationId xmlns:a16="http://schemas.microsoft.com/office/drawing/2014/main" id="{BB7DE78F-5CF5-A9F3-4909-817383B254BC}"/>
              </a:ext>
            </a:extLst>
          </p:cNvPr>
          <p:cNvSpPr>
            <a:spLocks noGrp="1"/>
          </p:cNvSpPr>
          <p:nvPr>
            <p:ph sz="half" idx="2"/>
          </p:nvPr>
        </p:nvSpPr>
        <p:spPr>
          <a:xfrm>
            <a:off x="693042" y="2572027"/>
            <a:ext cx="3819609" cy="4236930"/>
          </a:xfrm>
        </p:spPr>
        <p:txBody>
          <a:bodyPr vert="horz" lIns="91440" tIns="45720" rIns="91440" bIns="45720" rtlCol="0">
            <a:normAutofit/>
          </a:bodyPr>
          <a:lstStyle/>
          <a:p>
            <a:pPr indent="-228600" defTabSz="914400"/>
            <a:r>
              <a:rPr lang="en-US" sz="2800" dirty="0"/>
              <a:t>¿</a:t>
            </a:r>
            <a:r>
              <a:rPr lang="en-US" sz="2800" dirty="0" err="1"/>
              <a:t>Puede</a:t>
            </a:r>
            <a:r>
              <a:rPr lang="en-US" sz="2800" dirty="0"/>
              <a:t> </a:t>
            </a:r>
            <a:r>
              <a:rPr lang="en-US" sz="2800" dirty="0" err="1"/>
              <a:t>una</a:t>
            </a:r>
            <a:r>
              <a:rPr lang="en-US" sz="2800" dirty="0"/>
              <a:t> IA, </a:t>
            </a:r>
            <a:r>
              <a:rPr lang="en-US" sz="2800" dirty="0" err="1"/>
              <a:t>por</a:t>
            </a:r>
            <a:r>
              <a:rPr lang="en-US" sz="2800" dirty="0"/>
              <a:t> </a:t>
            </a:r>
            <a:r>
              <a:rPr lang="en-US" sz="2800" dirty="0" err="1"/>
              <a:t>ej</a:t>
            </a:r>
            <a:r>
              <a:rPr lang="en-US" sz="2800" dirty="0"/>
              <a:t>., un LLM </a:t>
            </a:r>
            <a:r>
              <a:rPr lang="en-US" sz="2800" dirty="0" err="1"/>
              <a:t>tener</a:t>
            </a:r>
            <a:r>
              <a:rPr lang="en-US" sz="2800" dirty="0"/>
              <a:t> </a:t>
            </a:r>
            <a:r>
              <a:rPr lang="en-US" sz="2800" dirty="0" err="1"/>
              <a:t>inteligencia</a:t>
            </a:r>
            <a:r>
              <a:rPr lang="en-US" sz="2800" dirty="0"/>
              <a:t>?</a:t>
            </a:r>
          </a:p>
          <a:p>
            <a:pPr indent="-228600" defTabSz="914400"/>
            <a:r>
              <a:rPr lang="en-US" sz="2800" dirty="0"/>
              <a:t>¿</a:t>
            </a:r>
            <a:r>
              <a:rPr lang="en-US" sz="2800" dirty="0" err="1"/>
              <a:t>Puede</a:t>
            </a:r>
            <a:r>
              <a:rPr lang="en-US" sz="2800" dirty="0"/>
              <a:t> </a:t>
            </a:r>
            <a:r>
              <a:rPr lang="en-US" sz="2800" dirty="0" err="1"/>
              <a:t>una</a:t>
            </a:r>
            <a:r>
              <a:rPr lang="en-US" sz="2800" dirty="0"/>
              <a:t> IA, </a:t>
            </a:r>
            <a:r>
              <a:rPr lang="en-US" sz="2800" dirty="0" err="1"/>
              <a:t>por</a:t>
            </a:r>
            <a:r>
              <a:rPr lang="en-US" sz="2800" dirty="0"/>
              <a:t> </a:t>
            </a:r>
            <a:r>
              <a:rPr lang="en-US" sz="2800" dirty="0" err="1"/>
              <a:t>ej</a:t>
            </a:r>
            <a:r>
              <a:rPr lang="en-US" sz="2800" dirty="0"/>
              <a:t>., un LLM, </a:t>
            </a:r>
            <a:r>
              <a:rPr lang="en-US" sz="2800" dirty="0" err="1"/>
              <a:t>tener</a:t>
            </a:r>
            <a:r>
              <a:rPr lang="en-US" sz="2800" dirty="0"/>
              <a:t> </a:t>
            </a:r>
            <a:r>
              <a:rPr lang="en-US" sz="2800" dirty="0" err="1"/>
              <a:t>mente</a:t>
            </a:r>
            <a:r>
              <a:rPr lang="en-US" sz="2800" dirty="0"/>
              <a:t>?</a:t>
            </a:r>
          </a:p>
          <a:p>
            <a:pPr indent="-228600" defTabSz="914400"/>
            <a:r>
              <a:rPr lang="en-US" sz="2800" dirty="0"/>
              <a:t>¿</a:t>
            </a:r>
            <a:r>
              <a:rPr lang="en-US" sz="2800" dirty="0" err="1"/>
              <a:t>Podría</a:t>
            </a:r>
            <a:r>
              <a:rPr lang="en-US" sz="2800" dirty="0"/>
              <a:t> </a:t>
            </a:r>
            <a:r>
              <a:rPr lang="en-US" sz="2800" dirty="0" err="1"/>
              <a:t>una</a:t>
            </a:r>
            <a:r>
              <a:rPr lang="en-US" sz="2800" dirty="0"/>
              <a:t> IA, </a:t>
            </a:r>
            <a:r>
              <a:rPr lang="en-US" sz="2800" dirty="0" err="1"/>
              <a:t>por</a:t>
            </a:r>
            <a:r>
              <a:rPr lang="en-US" sz="2800" dirty="0"/>
              <a:t> </a:t>
            </a:r>
            <a:r>
              <a:rPr lang="en-US" sz="2800" dirty="0" err="1"/>
              <a:t>ej</a:t>
            </a:r>
            <a:r>
              <a:rPr lang="en-US" sz="2800" dirty="0"/>
              <a:t>., un LLM, </a:t>
            </a:r>
            <a:r>
              <a:rPr lang="en-US" sz="2800" dirty="0" err="1"/>
              <a:t>llegar</a:t>
            </a:r>
            <a:r>
              <a:rPr lang="en-US" sz="2800" dirty="0"/>
              <a:t> a </a:t>
            </a:r>
            <a:r>
              <a:rPr lang="en-US" sz="2800" dirty="0" err="1"/>
              <a:t>tener</a:t>
            </a:r>
            <a:r>
              <a:rPr lang="en-US" sz="2800" dirty="0"/>
              <a:t> </a:t>
            </a:r>
            <a:r>
              <a:rPr lang="en-US" sz="2800" dirty="0" err="1"/>
              <a:t>conciencia</a:t>
            </a:r>
            <a:r>
              <a:rPr lang="en-US" sz="2800" dirty="0"/>
              <a:t>?</a:t>
            </a:r>
          </a:p>
        </p:txBody>
      </p:sp>
      <p:pic>
        <p:nvPicPr>
          <p:cNvPr id="5" name="Marcador de contenido 4" descr="Cabeza de papel con engranajes arcoíris">
            <a:extLst>
              <a:ext uri="{FF2B5EF4-FFF2-40B4-BE49-F238E27FC236}">
                <a16:creationId xmlns:a16="http://schemas.microsoft.com/office/drawing/2014/main" id="{722E313E-5465-4D41-859D-66006C664833}"/>
              </a:ext>
            </a:extLst>
          </p:cNvPr>
          <p:cNvPicPr>
            <a:picLocks noGrp="1" noChangeAspect="1"/>
          </p:cNvPicPr>
          <p:nvPr>
            <p:ph sz="half" idx="1"/>
          </p:nvPr>
        </p:nvPicPr>
        <p:blipFill>
          <a:blip r:embed="rId3"/>
          <a:srcRect l="2297" r="-1" b="-1"/>
          <a:stretch/>
        </p:blipFill>
        <p:spPr>
          <a:xfrm>
            <a:off x="5150457" y="10"/>
            <a:ext cx="4930168" cy="7559665"/>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12536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68" name="Rectangle 31767">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70" name="Freeform: Shape 31769">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6178335" cy="7559675"/>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31745" name="Text Box 1"/>
          <p:cNvSpPr txBox="1">
            <a:spLocks noChangeArrowheads="1"/>
          </p:cNvSpPr>
          <p:nvPr/>
        </p:nvSpPr>
        <p:spPr bwMode="auto">
          <a:xfrm>
            <a:off x="1030902" y="709303"/>
            <a:ext cx="3946405" cy="1984746"/>
          </a:xfrm>
          <a:prstGeom prst="rect">
            <a:avLst/>
          </a:prstGeom>
        </p:spPr>
        <p:txBody>
          <a:bodyPr vert="horz" lIns="91440" tIns="45720" rIns="91440" bIns="45720" rtlCol="0" anchor="ctr" anchorCtr="1">
            <a:normAutofit/>
          </a:bodyPr>
          <a:lstStyle/>
          <a:p>
            <a:pPr>
              <a:lnSpc>
                <a:spcPct val="90000"/>
              </a:lnSpc>
              <a:spcBef>
                <a:spcPct val="0"/>
              </a:spcBef>
              <a:spcAft>
                <a:spcPts val="600"/>
              </a:spcAft>
              <a:buClr>
                <a:srgbClr val="000000"/>
              </a:buClr>
              <a:buSzPct val="100000"/>
              <a:tabLst>
                <a:tab pos="0" algn="l"/>
                <a:tab pos="503972" algn="l"/>
                <a:tab pos="1007943" algn="l"/>
                <a:tab pos="1511915" algn="l"/>
                <a:tab pos="2015886" algn="l"/>
                <a:tab pos="2519858" algn="l"/>
                <a:tab pos="3023829" algn="l"/>
                <a:tab pos="3527801" algn="l"/>
                <a:tab pos="4031772" algn="l"/>
                <a:tab pos="4535744" algn="l"/>
                <a:tab pos="5039716" algn="l"/>
                <a:tab pos="5543687" algn="l"/>
                <a:tab pos="6047659" algn="l"/>
                <a:tab pos="6551630" algn="l"/>
                <a:tab pos="7055602" algn="l"/>
                <a:tab pos="7559573" algn="l"/>
                <a:tab pos="8063545" algn="l"/>
                <a:tab pos="8567517" algn="l"/>
                <a:tab pos="9071488" algn="l"/>
                <a:tab pos="9575460" algn="l"/>
                <a:tab pos="10079431" algn="l"/>
              </a:tabLst>
              <a:defRPr/>
            </a:pPr>
            <a:r>
              <a:rPr lang="en-US" sz="4400" b="1">
                <a:latin typeface="+mj-lt"/>
                <a:ea typeface="+mj-ea"/>
                <a:cs typeface="+mj-cs"/>
              </a:rPr>
              <a:t>Objetivos de la Inteligencia Artificial</a:t>
            </a:r>
          </a:p>
        </p:txBody>
      </p:sp>
      <p:sp>
        <p:nvSpPr>
          <p:cNvPr id="4" name="Rectangle 3"/>
          <p:cNvSpPr txBox="1">
            <a:spLocks noChangeArrowheads="1"/>
          </p:cNvSpPr>
          <p:nvPr/>
        </p:nvSpPr>
        <p:spPr>
          <a:xfrm>
            <a:off x="1030902" y="2891791"/>
            <a:ext cx="3946404" cy="3917165"/>
          </a:xfrm>
          <a:prstGeom prst="rect">
            <a:avLst/>
          </a:prstGeom>
        </p:spPr>
        <p:txBody>
          <a:bodyPr vert="horz" lIns="91440" tIns="45720" rIns="91440" bIns="45720" rtlCol="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indent="-228600">
              <a:lnSpc>
                <a:spcPct val="90000"/>
              </a:lnSpc>
              <a:spcAft>
                <a:spcPts val="600"/>
              </a:spcAft>
              <a:buFont typeface="Arial" panose="020B0604020202020204" pitchFamily="34" charset="0"/>
              <a:buChar char="•"/>
            </a:pPr>
            <a:r>
              <a:rPr lang="en-US" altLang="ko-KR" sz="1800" dirty="0">
                <a:solidFill>
                  <a:schemeClr val="tx1"/>
                </a:solidFill>
                <a:latin typeface="+mn-lt"/>
                <a:ea typeface="+mn-ea"/>
                <a:cs typeface="+mn-cs"/>
              </a:rPr>
              <a:t>El </a:t>
            </a:r>
            <a:r>
              <a:rPr lang="en-US" altLang="ko-KR" sz="1800" dirty="0" err="1">
                <a:solidFill>
                  <a:schemeClr val="tx1"/>
                </a:solidFill>
                <a:latin typeface="+mn-lt"/>
                <a:ea typeface="+mn-ea"/>
                <a:cs typeface="+mn-cs"/>
              </a:rPr>
              <a:t>objetivo</a:t>
            </a:r>
            <a:r>
              <a:rPr lang="en-US" altLang="ko-KR" sz="1800" dirty="0">
                <a:solidFill>
                  <a:schemeClr val="tx1"/>
                </a:solidFill>
                <a:latin typeface="+mn-lt"/>
                <a:ea typeface="+mn-ea"/>
                <a:cs typeface="+mn-cs"/>
              </a:rPr>
              <a:t> original de la IA era </a:t>
            </a:r>
            <a:r>
              <a:rPr lang="en-US" altLang="ko-KR" sz="1800" dirty="0" err="1">
                <a:solidFill>
                  <a:schemeClr val="tx1"/>
                </a:solidFill>
                <a:latin typeface="+mn-lt"/>
                <a:ea typeface="+mn-ea"/>
                <a:cs typeface="+mn-cs"/>
              </a:rPr>
              <a:t>desarrollar</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sistemas</a:t>
            </a:r>
            <a:r>
              <a:rPr lang="en-US" altLang="ko-KR" sz="1800" dirty="0">
                <a:solidFill>
                  <a:schemeClr val="tx1"/>
                </a:solidFill>
                <a:latin typeface="+mn-lt"/>
                <a:ea typeface="+mn-ea"/>
                <a:cs typeface="+mn-cs"/>
              </a:rPr>
              <a:t> que </a:t>
            </a:r>
            <a:r>
              <a:rPr lang="en-US" altLang="ko-KR" sz="1800" dirty="0" err="1">
                <a:solidFill>
                  <a:schemeClr val="tx1"/>
                </a:solidFill>
                <a:latin typeface="+mn-lt"/>
                <a:ea typeface="+mn-ea"/>
                <a:cs typeface="+mn-cs"/>
              </a:rPr>
              <a:t>tuvieran</a:t>
            </a:r>
            <a:r>
              <a:rPr lang="en-US" altLang="ko-KR" sz="1800" dirty="0">
                <a:solidFill>
                  <a:schemeClr val="tx1"/>
                </a:solidFill>
                <a:latin typeface="+mn-lt"/>
                <a:ea typeface="+mn-ea"/>
                <a:cs typeface="+mn-cs"/>
              </a:rPr>
              <a:t> la </a:t>
            </a:r>
            <a:r>
              <a:rPr lang="en-US" altLang="ko-KR" sz="1800" dirty="0" err="1">
                <a:solidFill>
                  <a:schemeClr val="tx1"/>
                </a:solidFill>
                <a:latin typeface="+mn-lt"/>
                <a:ea typeface="+mn-ea"/>
                <a:cs typeface="+mn-cs"/>
              </a:rPr>
              <a:t>misma</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capacidad</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intelectual</a:t>
            </a:r>
            <a:r>
              <a:rPr lang="en-US" altLang="ko-KR" sz="1800" dirty="0">
                <a:solidFill>
                  <a:schemeClr val="tx1"/>
                </a:solidFill>
                <a:latin typeface="+mn-lt"/>
                <a:ea typeface="+mn-ea"/>
                <a:cs typeface="+mn-cs"/>
              </a:rPr>
              <a:t> que </a:t>
            </a:r>
            <a:r>
              <a:rPr lang="en-US" altLang="ko-KR" sz="1800" dirty="0" err="1">
                <a:solidFill>
                  <a:schemeClr val="tx1"/>
                </a:solidFill>
                <a:latin typeface="+mn-lt"/>
                <a:ea typeface="+mn-ea"/>
                <a:cs typeface="+mn-cs"/>
              </a:rPr>
              <a:t>los</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seres</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humanos</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llamado</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Inteligencia</a:t>
            </a:r>
            <a:r>
              <a:rPr lang="en-US" altLang="ko-KR" sz="1800" dirty="0">
                <a:solidFill>
                  <a:schemeClr val="tx1"/>
                </a:solidFill>
                <a:latin typeface="+mn-lt"/>
                <a:ea typeface="+mn-ea"/>
                <a:cs typeface="+mn-cs"/>
              </a:rPr>
              <a:t> Artificial General)</a:t>
            </a: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altLang="ko-KR" sz="1800" dirty="0">
                <a:solidFill>
                  <a:schemeClr val="tx1"/>
                </a:solidFill>
                <a:latin typeface="+mn-lt"/>
                <a:ea typeface="+mn-ea"/>
                <a:cs typeface="+mn-cs"/>
              </a:rPr>
              <a:t>Test de Turing.</a:t>
            </a: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altLang="ko-KR" sz="1800" dirty="0">
                <a:solidFill>
                  <a:schemeClr val="tx1"/>
                </a:solidFill>
                <a:latin typeface="+mn-lt"/>
                <a:ea typeface="+mn-ea"/>
                <a:cs typeface="+mn-cs"/>
              </a:rPr>
              <a:t>General Problem Solver (</a:t>
            </a:r>
            <a:r>
              <a:rPr lang="en-US" sz="1800" dirty="0">
                <a:solidFill>
                  <a:schemeClr val="tx1"/>
                </a:solidFill>
                <a:latin typeface="+mn-lt"/>
                <a:ea typeface="+mn-ea"/>
                <a:cs typeface="+mn-cs"/>
              </a:rPr>
              <a:t>Simon, Shaw &amp;  Newell, 1959</a:t>
            </a:r>
            <a:r>
              <a:rPr lang="en-US" altLang="ko-KR" sz="18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altLang="ko-KR" sz="1800" dirty="0">
                <a:solidFill>
                  <a:schemeClr val="tx1"/>
                </a:solidFill>
                <a:latin typeface="+mn-lt"/>
                <a:ea typeface="+mn-ea"/>
                <a:cs typeface="+mn-cs"/>
              </a:rPr>
              <a:t>Una </a:t>
            </a:r>
            <a:r>
              <a:rPr lang="en-US" altLang="ko-KR" sz="1800" dirty="0" err="1">
                <a:solidFill>
                  <a:schemeClr val="tx1"/>
                </a:solidFill>
                <a:latin typeface="+mn-lt"/>
                <a:ea typeface="+mn-ea"/>
                <a:cs typeface="+mn-cs"/>
              </a:rPr>
              <a:t>serie</a:t>
            </a:r>
            <a:r>
              <a:rPr lang="en-US" altLang="ko-KR" sz="1800" dirty="0">
                <a:solidFill>
                  <a:schemeClr val="tx1"/>
                </a:solidFill>
                <a:latin typeface="+mn-lt"/>
                <a:ea typeface="+mn-ea"/>
                <a:cs typeface="+mn-cs"/>
              </a:rPr>
              <a:t> de </a:t>
            </a:r>
            <a:r>
              <a:rPr lang="en-US" altLang="ko-KR" sz="1800" dirty="0" err="1">
                <a:solidFill>
                  <a:schemeClr val="tx1"/>
                </a:solidFill>
                <a:latin typeface="+mn-lt"/>
                <a:ea typeface="+mn-ea"/>
                <a:cs typeface="+mn-cs"/>
              </a:rPr>
              <a:t>algoritmos</a:t>
            </a:r>
            <a:r>
              <a:rPr lang="en-US" altLang="ko-KR" sz="1800" dirty="0">
                <a:solidFill>
                  <a:schemeClr val="tx1"/>
                </a:solidFill>
                <a:latin typeface="+mn-lt"/>
                <a:ea typeface="+mn-ea"/>
                <a:cs typeface="+mn-cs"/>
              </a:rPr>
              <a:t> de </a:t>
            </a:r>
            <a:r>
              <a:rPr lang="en-US" altLang="ko-KR" sz="1800" dirty="0" err="1">
                <a:solidFill>
                  <a:schemeClr val="tx1"/>
                </a:solidFill>
                <a:latin typeface="+mn-lt"/>
                <a:ea typeface="+mn-ea"/>
                <a:cs typeface="+mn-cs"/>
              </a:rPr>
              <a:t>búsqueda</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vienen</a:t>
            </a:r>
            <a:r>
              <a:rPr lang="en-US" altLang="ko-KR" sz="1800" dirty="0">
                <a:solidFill>
                  <a:schemeClr val="tx1"/>
                </a:solidFill>
                <a:latin typeface="+mn-lt"/>
                <a:ea typeface="+mn-ea"/>
                <a:cs typeface="+mn-cs"/>
              </a:rPr>
              <a:t> de </a:t>
            </a:r>
            <a:r>
              <a:rPr lang="en-US" altLang="ko-KR" sz="1800" dirty="0" err="1">
                <a:solidFill>
                  <a:schemeClr val="tx1"/>
                </a:solidFill>
                <a:latin typeface="+mn-lt"/>
                <a:ea typeface="+mn-ea"/>
                <a:cs typeface="+mn-cs"/>
              </a:rPr>
              <a:t>esos</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trabajos</a:t>
            </a:r>
            <a:r>
              <a:rPr lang="en-US" altLang="ko-KR" sz="1800" dirty="0">
                <a:solidFill>
                  <a:schemeClr val="tx1"/>
                </a:solidFill>
                <a:latin typeface="+mn-lt"/>
                <a:ea typeface="+mn-ea"/>
                <a:cs typeface="+mn-cs"/>
              </a:rPr>
              <a:t> (</a:t>
            </a:r>
            <a:r>
              <a:rPr lang="en-US" altLang="ko-KR" sz="1800" dirty="0" err="1">
                <a:solidFill>
                  <a:schemeClr val="tx1"/>
                </a:solidFill>
                <a:latin typeface="+mn-lt"/>
                <a:ea typeface="+mn-ea"/>
                <a:cs typeface="+mn-cs"/>
              </a:rPr>
              <a:t>curso</a:t>
            </a:r>
            <a:r>
              <a:rPr lang="en-US" altLang="ko-KR" sz="1800" dirty="0">
                <a:solidFill>
                  <a:schemeClr val="tx1"/>
                </a:solidFill>
                <a:latin typeface="+mn-lt"/>
                <a:ea typeface="+mn-ea"/>
                <a:cs typeface="+mn-cs"/>
              </a:rPr>
              <a:t> de </a:t>
            </a:r>
            <a:r>
              <a:rPr lang="en-US" altLang="ko-KR" sz="1800" dirty="0" err="1">
                <a:solidFill>
                  <a:schemeClr val="tx1"/>
                </a:solidFill>
                <a:latin typeface="+mn-lt"/>
                <a:ea typeface="+mn-ea"/>
                <a:cs typeface="+mn-cs"/>
              </a:rPr>
              <a:t>técnicas</a:t>
            </a:r>
            <a:r>
              <a:rPr lang="en-US" altLang="ko-KR" sz="1800" dirty="0">
                <a:solidFill>
                  <a:schemeClr val="tx1"/>
                </a:solidFill>
                <a:latin typeface="+mn-lt"/>
                <a:ea typeface="+mn-ea"/>
                <a:cs typeface="+mn-cs"/>
              </a:rPr>
              <a:t> de </a:t>
            </a:r>
            <a:r>
              <a:rPr lang="en-US" altLang="ko-KR" sz="1800" dirty="0" err="1">
                <a:solidFill>
                  <a:schemeClr val="tx1"/>
                </a:solidFill>
                <a:latin typeface="+mn-lt"/>
                <a:ea typeface="+mn-ea"/>
                <a:cs typeface="+mn-cs"/>
              </a:rPr>
              <a:t>búsqueda</a:t>
            </a:r>
            <a:r>
              <a:rPr lang="en-US" altLang="ko-KR" sz="1800" dirty="0">
                <a:solidFill>
                  <a:schemeClr val="tx1"/>
                </a:solidFill>
                <a:latin typeface="+mn-lt"/>
                <a:ea typeface="+mn-ea"/>
                <a:cs typeface="+mn-cs"/>
              </a:rPr>
              <a:t> y </a:t>
            </a:r>
            <a:r>
              <a:rPr lang="en-US" altLang="ko-KR" sz="1800" dirty="0" err="1">
                <a:solidFill>
                  <a:schemeClr val="tx1"/>
                </a:solidFill>
                <a:latin typeface="+mn-lt"/>
                <a:ea typeface="+mn-ea"/>
                <a:cs typeface="+mn-cs"/>
              </a:rPr>
              <a:t>heurísticas</a:t>
            </a:r>
            <a:r>
              <a:rPr lang="en-US" altLang="ko-KR" sz="18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altLang="ko-KR" sz="1800" dirty="0">
              <a:solidFill>
                <a:schemeClr val="tx1"/>
              </a:solidFill>
              <a:latin typeface="+mn-lt"/>
              <a:ea typeface="+mn-ea"/>
              <a:cs typeface="+mn-cs"/>
            </a:endParaRPr>
          </a:p>
        </p:txBody>
      </p:sp>
      <p:pic>
        <p:nvPicPr>
          <p:cNvPr id="3" name="Imagen 2" descr="Forma&#10;&#10;El contenido generado por IA puede ser incorrect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710" y="1199753"/>
            <a:ext cx="3181881" cy="1824498"/>
          </a:xfrm>
          <a:prstGeom prst="rect">
            <a:avLst/>
          </a:prstGeom>
        </p:spPr>
      </p:pic>
      <p:pic>
        <p:nvPicPr>
          <p:cNvPr id="2" name="Imagen 1" descr="Piezas de ajedrez negras dispuestas en un tablero de ajedrez">
            <a:extLst>
              <a:ext uri="{FF2B5EF4-FFF2-40B4-BE49-F238E27FC236}">
                <a16:creationId xmlns:a16="http://schemas.microsoft.com/office/drawing/2014/main" id="{F14F2E29-F22A-D927-30A6-2CBC4345D669}"/>
              </a:ext>
            </a:extLst>
          </p:cNvPr>
          <p:cNvPicPr>
            <a:picLocks noChangeAspect="1"/>
          </p:cNvPicPr>
          <p:nvPr/>
        </p:nvPicPr>
        <p:blipFill>
          <a:blip r:embed="rId4"/>
          <a:stretch>
            <a:fillRect/>
          </a:stretch>
        </p:blipFill>
        <p:spPr>
          <a:xfrm>
            <a:off x="6366710" y="4402851"/>
            <a:ext cx="3181881" cy="2107996"/>
          </a:xfrm>
          <a:prstGeom prst="rect">
            <a:avLst/>
          </a:prstGeom>
        </p:spPr>
      </p:pic>
      <p:sp>
        <p:nvSpPr>
          <p:cNvPr id="31746" name="Text Box 2"/>
          <p:cNvSpPr txBox="1">
            <a:spLocks noChangeArrowheads="1"/>
          </p:cNvSpPr>
          <p:nvPr/>
        </p:nvSpPr>
        <p:spPr bwMode="auto">
          <a:xfrm>
            <a:off x="280424" y="369681"/>
            <a:ext cx="9564615" cy="6696599"/>
          </a:xfrm>
          <a:prstGeom prst="rect">
            <a:avLst/>
          </a:prstGeom>
          <a:noFill/>
          <a:ln w="9525">
            <a:noFill/>
            <a:round/>
            <a:headEnd/>
            <a:tailEnd/>
          </a:ln>
          <a:effectLst/>
        </p:spPr>
        <p:txBody>
          <a:bodyPr lIns="99208" tIns="51588" rIns="99208" bIns="51588"/>
          <a:lstStyle/>
          <a:p>
            <a:pPr marL="367479" indent="-367479">
              <a:spcBef>
                <a:spcPts val="772"/>
              </a:spcBef>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s-CL" sz="2400" dirty="0"/>
              <a:t>		</a:t>
            </a:r>
          </a:p>
          <a:p>
            <a:pPr marL="367479" indent="-367479">
              <a:spcBef>
                <a:spcPts val="772"/>
              </a:spcBef>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s-CL" sz="2400" dirty="0"/>
              <a:t>		</a:t>
            </a:r>
          </a:p>
        </p:txBody>
      </p:sp>
    </p:spTree>
    <p:extLst>
      <p:ext uri="{BB962C8B-B14F-4D97-AF65-F5344CB8AC3E}">
        <p14:creationId xmlns:p14="http://schemas.microsoft.com/office/powerpoint/2010/main" val="103408857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7" name="Group 11"/>
          <p:cNvGrpSpPr>
            <a:grpSpLocks/>
          </p:cNvGrpSpPr>
          <p:nvPr/>
        </p:nvGrpSpPr>
        <p:grpSpPr bwMode="auto">
          <a:xfrm>
            <a:off x="3759065" y="2620564"/>
            <a:ext cx="5794000" cy="5178026"/>
            <a:chOff x="2109" y="1168"/>
            <a:chExt cx="3311" cy="2959"/>
          </a:xfrm>
        </p:grpSpPr>
        <p:sp>
          <p:nvSpPr>
            <p:cNvPr id="6150" name="Text Box 5"/>
            <p:cNvSpPr txBox="1">
              <a:spLocks noChangeArrowheads="1"/>
            </p:cNvSpPr>
            <p:nvPr/>
          </p:nvSpPr>
          <p:spPr bwMode="auto">
            <a:xfrm>
              <a:off x="2789" y="1168"/>
              <a:ext cx="2631" cy="2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defRPr kumimoji="1">
                  <a:solidFill>
                    <a:schemeClr val="tx1"/>
                  </a:solidFill>
                  <a:latin typeface="굴림" panose="020B0600000101010101" pitchFamily="34" charset="-127"/>
                  <a:ea typeface="굴림" panose="020B0600000101010101" pitchFamily="34" charset="-127"/>
                </a:defRPr>
              </a:lvl1pPr>
              <a:lvl2pPr marL="742950" indent="-285750" latinLnBrk="1">
                <a:defRPr kumimoji="1">
                  <a:solidFill>
                    <a:schemeClr val="tx1"/>
                  </a:solidFill>
                  <a:latin typeface="굴림" panose="020B0600000101010101" pitchFamily="34" charset="-127"/>
                  <a:ea typeface="굴림" panose="020B0600000101010101" pitchFamily="34" charset="-127"/>
                </a:defRPr>
              </a:lvl2pPr>
              <a:lvl3pPr marL="1143000" indent="-228600" latinLnBrk="1">
                <a:defRPr kumimoji="1">
                  <a:solidFill>
                    <a:schemeClr val="tx1"/>
                  </a:solidFill>
                  <a:latin typeface="굴림" panose="020B0600000101010101" pitchFamily="34" charset="-127"/>
                  <a:ea typeface="굴림" panose="020B0600000101010101" pitchFamily="34" charset="-127"/>
                </a:defRPr>
              </a:lvl3pPr>
              <a:lvl4pPr marL="1600200" indent="-228600" latinLnBrk="1">
                <a:defRPr kumimoji="1">
                  <a:solidFill>
                    <a:schemeClr val="tx1"/>
                  </a:solidFill>
                  <a:latin typeface="굴림" panose="020B0600000101010101" pitchFamily="34" charset="-127"/>
                  <a:ea typeface="굴림" panose="020B0600000101010101" pitchFamily="34" charset="-127"/>
                </a:defRPr>
              </a:lvl4pPr>
              <a:lvl5pPr marL="2057400" indent="-228600" latinLnBrk="1">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buFontTx/>
                <a:buChar char="•"/>
              </a:pPr>
              <a:r>
                <a:rPr lang="en-US" altLang="ko-KR" sz="2400" dirty="0">
                  <a:solidFill>
                    <a:srgbClr val="000000"/>
                  </a:solidFill>
                  <a:latin typeface="Arial"/>
                  <a:ea typeface="Arial"/>
                </a:rPr>
                <a:t>Visión*</a:t>
              </a:r>
            </a:p>
            <a:p>
              <a:pPr eaLnBrk="1" hangingPunct="1">
                <a:spcBef>
                  <a:spcPct val="50000"/>
                </a:spcBef>
                <a:buFontTx/>
                <a:buChar char="•"/>
              </a:pPr>
              <a:endParaRPr lang="en-US" altLang="ko-KR" sz="2646" b="1" dirty="0"/>
            </a:p>
            <a:p>
              <a:pPr eaLnBrk="1" hangingPunct="1">
                <a:spcBef>
                  <a:spcPct val="50000"/>
                </a:spcBef>
                <a:buFontTx/>
                <a:buChar char="•"/>
              </a:pPr>
              <a:r>
                <a:rPr lang="en-US" altLang="ko-KR" sz="2400" dirty="0" err="1">
                  <a:solidFill>
                    <a:srgbClr val="000000"/>
                  </a:solidFill>
                  <a:latin typeface="Arial"/>
                  <a:ea typeface="Arial"/>
                </a:rPr>
                <a:t>Lenguaje</a:t>
              </a:r>
              <a:r>
                <a:rPr lang="en-US" altLang="ko-KR" sz="2400" dirty="0">
                  <a:solidFill>
                    <a:srgbClr val="000000"/>
                  </a:solidFill>
                  <a:latin typeface="Arial"/>
                  <a:ea typeface="Arial"/>
                </a:rPr>
                <a:t> natural*</a:t>
              </a:r>
            </a:p>
            <a:p>
              <a:pPr eaLnBrk="1" hangingPunct="1">
                <a:spcBef>
                  <a:spcPct val="50000"/>
                </a:spcBef>
                <a:buFontTx/>
                <a:buChar char="•"/>
              </a:pPr>
              <a:endParaRPr lang="en-US" altLang="ko-KR" sz="2646" b="1" dirty="0"/>
            </a:p>
            <a:p>
              <a:pPr eaLnBrk="1" hangingPunct="1">
                <a:spcBef>
                  <a:spcPct val="50000"/>
                </a:spcBef>
                <a:buFontTx/>
                <a:buChar char="•"/>
              </a:pPr>
              <a:r>
                <a:rPr lang="en-US" altLang="ko-KR" sz="2400" dirty="0" err="1">
                  <a:solidFill>
                    <a:srgbClr val="000000"/>
                  </a:solidFill>
                  <a:latin typeface="Arial"/>
                  <a:ea typeface="Arial"/>
                </a:rPr>
                <a:t>Planificación</a:t>
              </a:r>
              <a:endParaRPr lang="en-US" altLang="ko-KR" sz="2400" dirty="0">
                <a:solidFill>
                  <a:srgbClr val="000000"/>
                </a:solidFill>
                <a:latin typeface="Arial"/>
                <a:ea typeface="Arial"/>
              </a:endParaRPr>
            </a:p>
            <a:p>
              <a:pPr eaLnBrk="1" hangingPunct="1">
                <a:spcBef>
                  <a:spcPct val="50000"/>
                </a:spcBef>
                <a:buFontTx/>
                <a:buChar char="•"/>
              </a:pPr>
              <a:endParaRPr lang="en-US" altLang="ko-KR" sz="2646" b="1" dirty="0"/>
            </a:p>
            <a:p>
              <a:pPr eaLnBrk="1" hangingPunct="1">
                <a:spcBef>
                  <a:spcPct val="50000"/>
                </a:spcBef>
                <a:buFontTx/>
                <a:buChar char="•"/>
              </a:pPr>
              <a:r>
                <a:rPr lang="en-US" altLang="ko-KR" sz="2400" dirty="0" err="1">
                  <a:solidFill>
                    <a:srgbClr val="000000"/>
                  </a:solidFill>
                  <a:latin typeface="Arial"/>
                  <a:ea typeface="Arial"/>
                </a:rPr>
                <a:t>Búsqueda</a:t>
              </a:r>
              <a:r>
                <a:rPr lang="en-US" altLang="ko-KR" sz="2400" dirty="0">
                  <a:solidFill>
                    <a:srgbClr val="000000"/>
                  </a:solidFill>
                  <a:latin typeface="Arial"/>
                  <a:ea typeface="Arial"/>
                </a:rPr>
                <a:t>*</a:t>
              </a:r>
            </a:p>
            <a:p>
              <a:pPr eaLnBrk="1" hangingPunct="1">
                <a:spcBef>
                  <a:spcPct val="50000"/>
                </a:spcBef>
              </a:pPr>
              <a:r>
                <a:rPr lang="en-US" altLang="ko-KR" sz="2646" b="1" dirty="0"/>
                <a:t>		</a:t>
              </a:r>
              <a:r>
                <a:rPr lang="en-US" altLang="ko-KR" sz="2400" dirty="0">
                  <a:solidFill>
                    <a:srgbClr val="000000"/>
                  </a:solidFill>
                  <a:latin typeface="Arial"/>
                  <a:ea typeface="Arial"/>
                </a:rPr>
                <a:t>Etc</a:t>
              </a:r>
              <a:r>
                <a:rPr lang="en-US" altLang="ko-KR" sz="2646" b="1" dirty="0"/>
                <a:t>.</a:t>
              </a:r>
            </a:p>
            <a:p>
              <a:pPr eaLnBrk="1" hangingPunct="1">
                <a:spcBef>
                  <a:spcPct val="50000"/>
                </a:spcBef>
                <a:buFontTx/>
                <a:buChar char="•"/>
              </a:pPr>
              <a:endParaRPr lang="en-US" altLang="ko-KR" sz="2646" b="1" dirty="0"/>
            </a:p>
          </p:txBody>
        </p:sp>
        <p:sp>
          <p:nvSpPr>
            <p:cNvPr id="6151" name="Line 6"/>
            <p:cNvSpPr>
              <a:spLocks noChangeShapeType="1"/>
            </p:cNvSpPr>
            <p:nvPr/>
          </p:nvSpPr>
          <p:spPr bwMode="auto">
            <a:xfrm flipV="1">
              <a:off x="2109" y="1434"/>
              <a:ext cx="635" cy="40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sz="1543"/>
            </a:p>
          </p:txBody>
        </p:sp>
        <p:sp>
          <p:nvSpPr>
            <p:cNvPr id="6152" name="Line 7"/>
            <p:cNvSpPr>
              <a:spLocks noChangeShapeType="1"/>
            </p:cNvSpPr>
            <p:nvPr/>
          </p:nvSpPr>
          <p:spPr bwMode="auto">
            <a:xfrm flipV="1">
              <a:off x="2109" y="1979"/>
              <a:ext cx="635" cy="4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sz="1543"/>
            </a:p>
          </p:txBody>
        </p:sp>
        <p:sp>
          <p:nvSpPr>
            <p:cNvPr id="6153" name="Line 8"/>
            <p:cNvSpPr>
              <a:spLocks noChangeShapeType="1"/>
            </p:cNvSpPr>
            <p:nvPr/>
          </p:nvSpPr>
          <p:spPr bwMode="auto">
            <a:xfrm>
              <a:off x="2154" y="2568"/>
              <a:ext cx="635" cy="46"/>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sz="1543"/>
            </a:p>
          </p:txBody>
        </p:sp>
        <p:sp>
          <p:nvSpPr>
            <p:cNvPr id="6154" name="Line 9"/>
            <p:cNvSpPr>
              <a:spLocks noChangeShapeType="1"/>
            </p:cNvSpPr>
            <p:nvPr/>
          </p:nvSpPr>
          <p:spPr bwMode="auto">
            <a:xfrm>
              <a:off x="2154" y="2840"/>
              <a:ext cx="590" cy="36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CL" sz="1543"/>
            </a:p>
          </p:txBody>
        </p:sp>
      </p:grpSp>
      <p:sp>
        <p:nvSpPr>
          <p:cNvPr id="6148" name="Text Box 12"/>
          <p:cNvSpPr txBox="1">
            <a:spLocks noChangeArrowheads="1"/>
          </p:cNvSpPr>
          <p:nvPr/>
        </p:nvSpPr>
        <p:spPr bwMode="auto">
          <a:xfrm>
            <a:off x="294074" y="1050040"/>
            <a:ext cx="936969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latinLnBrk="1">
              <a:defRPr kumimoji="1">
                <a:solidFill>
                  <a:schemeClr val="tx1"/>
                </a:solidFill>
                <a:latin typeface="굴림" panose="020B0600000101010101" pitchFamily="34" charset="-127"/>
                <a:ea typeface="굴림" panose="020B0600000101010101" pitchFamily="34" charset="-127"/>
              </a:defRPr>
            </a:lvl1pPr>
            <a:lvl2pPr marL="742950" indent="-285750" latinLnBrk="1">
              <a:defRPr kumimoji="1">
                <a:solidFill>
                  <a:schemeClr val="tx1"/>
                </a:solidFill>
                <a:latin typeface="굴림" panose="020B0600000101010101" pitchFamily="34" charset="-127"/>
                <a:ea typeface="굴림" panose="020B0600000101010101" pitchFamily="34" charset="-127"/>
              </a:defRPr>
            </a:lvl2pPr>
            <a:lvl3pPr marL="1143000" indent="-228600" latinLnBrk="1">
              <a:defRPr kumimoji="1">
                <a:solidFill>
                  <a:schemeClr val="tx1"/>
                </a:solidFill>
                <a:latin typeface="굴림" panose="020B0600000101010101" pitchFamily="34" charset="-127"/>
                <a:ea typeface="굴림" panose="020B0600000101010101" pitchFamily="34" charset="-127"/>
              </a:defRPr>
            </a:lvl3pPr>
            <a:lvl4pPr marL="1600200" indent="-228600" latinLnBrk="1">
              <a:defRPr kumimoji="1">
                <a:solidFill>
                  <a:schemeClr val="tx1"/>
                </a:solidFill>
                <a:latin typeface="굴림" panose="020B0600000101010101" pitchFamily="34" charset="-127"/>
                <a:ea typeface="굴림" panose="020B0600000101010101" pitchFamily="34" charset="-127"/>
              </a:defRPr>
            </a:lvl4pPr>
            <a:lvl5pPr marL="2057400" indent="-228600" latinLnBrk="1">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lvl="0" latinLnBrk="0"/>
            <a:r>
              <a:rPr kumimoji="0" lang="en-US" altLang="ko-KR" sz="2400" dirty="0">
                <a:solidFill>
                  <a:srgbClr val="000000"/>
                </a:solidFill>
                <a:latin typeface="Arial"/>
              </a:rPr>
              <a:t>El </a:t>
            </a:r>
            <a:r>
              <a:rPr kumimoji="0" lang="en-US" altLang="ko-KR" sz="2400" dirty="0" err="1">
                <a:solidFill>
                  <a:srgbClr val="000000"/>
                </a:solidFill>
                <a:latin typeface="Arial"/>
              </a:rPr>
              <a:t>objetivo</a:t>
            </a:r>
            <a:r>
              <a:rPr kumimoji="0" lang="en-US" altLang="ko-KR" sz="2400" dirty="0">
                <a:solidFill>
                  <a:srgbClr val="000000"/>
                </a:solidFill>
                <a:latin typeface="Arial"/>
              </a:rPr>
              <a:t> original de la IA era desarrollar </a:t>
            </a:r>
            <a:r>
              <a:rPr kumimoji="0" lang="en-US" altLang="ko-KR" sz="2400" dirty="0" err="1">
                <a:solidFill>
                  <a:srgbClr val="000000"/>
                </a:solidFill>
                <a:latin typeface="Arial"/>
              </a:rPr>
              <a:t>sistemas</a:t>
            </a:r>
            <a:r>
              <a:rPr kumimoji="0" lang="en-US" altLang="ko-KR" sz="2400" dirty="0">
                <a:solidFill>
                  <a:srgbClr val="000000"/>
                </a:solidFill>
                <a:latin typeface="Arial"/>
              </a:rPr>
              <a:t> que </a:t>
            </a:r>
            <a:r>
              <a:rPr kumimoji="0" lang="en-US" altLang="ko-KR" sz="2400" dirty="0" err="1">
                <a:solidFill>
                  <a:srgbClr val="000000"/>
                </a:solidFill>
                <a:latin typeface="Arial"/>
              </a:rPr>
              <a:t>tuvieran</a:t>
            </a:r>
            <a:r>
              <a:rPr kumimoji="0" lang="en-US" altLang="ko-KR" sz="2400" dirty="0">
                <a:solidFill>
                  <a:srgbClr val="000000"/>
                </a:solidFill>
                <a:latin typeface="Arial"/>
              </a:rPr>
              <a:t> la </a:t>
            </a:r>
            <a:r>
              <a:rPr kumimoji="0" lang="en-US" altLang="ko-KR" sz="2400" dirty="0" err="1">
                <a:solidFill>
                  <a:srgbClr val="000000"/>
                </a:solidFill>
                <a:latin typeface="Arial"/>
              </a:rPr>
              <a:t>misma</a:t>
            </a:r>
            <a:r>
              <a:rPr kumimoji="0" lang="en-US" altLang="ko-KR" sz="2400" dirty="0">
                <a:solidFill>
                  <a:srgbClr val="000000"/>
                </a:solidFill>
                <a:latin typeface="Arial"/>
              </a:rPr>
              <a:t> </a:t>
            </a:r>
            <a:r>
              <a:rPr kumimoji="0" lang="en-US" altLang="ko-KR" sz="2400" dirty="0" err="1">
                <a:solidFill>
                  <a:srgbClr val="000000"/>
                </a:solidFill>
                <a:latin typeface="Arial"/>
              </a:rPr>
              <a:t>capacidad</a:t>
            </a:r>
            <a:r>
              <a:rPr kumimoji="0" lang="en-US" altLang="ko-KR" sz="2400" dirty="0">
                <a:solidFill>
                  <a:srgbClr val="000000"/>
                </a:solidFill>
                <a:latin typeface="Arial"/>
              </a:rPr>
              <a:t> </a:t>
            </a:r>
            <a:r>
              <a:rPr kumimoji="0" lang="en-US" altLang="ko-KR" sz="2400" dirty="0" err="1">
                <a:solidFill>
                  <a:srgbClr val="000000"/>
                </a:solidFill>
                <a:latin typeface="Arial"/>
              </a:rPr>
              <a:t>intelectual</a:t>
            </a:r>
            <a:r>
              <a:rPr kumimoji="0" lang="en-US" altLang="ko-KR" sz="2400" dirty="0">
                <a:solidFill>
                  <a:srgbClr val="000000"/>
                </a:solidFill>
                <a:latin typeface="Arial"/>
              </a:rPr>
              <a:t> que los seres humanos. E</a:t>
            </a:r>
            <a:r>
              <a:rPr lang="en-US" altLang="ko-KR" sz="2400" dirty="0">
                <a:solidFill>
                  <a:srgbClr val="000000"/>
                </a:solidFill>
                <a:latin typeface="Arial"/>
                <a:ea typeface="Arial"/>
              </a:rPr>
              <a:t>n cambio, en la IA contemporánea, hay campos </a:t>
            </a:r>
            <a:r>
              <a:rPr lang="en-US" altLang="ko-KR" sz="2400" dirty="0" err="1">
                <a:solidFill>
                  <a:srgbClr val="000000"/>
                </a:solidFill>
                <a:latin typeface="Arial"/>
                <a:ea typeface="Arial"/>
              </a:rPr>
              <a:t>fragmentados</a:t>
            </a:r>
            <a:r>
              <a:rPr lang="en-US" altLang="ko-KR" sz="2400" dirty="0">
                <a:solidFill>
                  <a:srgbClr val="000000"/>
                </a:solidFill>
                <a:latin typeface="Arial"/>
                <a:ea typeface="Arial"/>
              </a:rPr>
              <a:t> (con </a:t>
            </a:r>
            <a:r>
              <a:rPr lang="en-US" altLang="ko-KR" sz="2400" dirty="0" err="1">
                <a:solidFill>
                  <a:srgbClr val="000000"/>
                </a:solidFill>
                <a:latin typeface="Arial"/>
                <a:ea typeface="Arial"/>
              </a:rPr>
              <a:t>asteriscos</a:t>
            </a:r>
            <a:r>
              <a:rPr lang="en-US" altLang="ko-KR" sz="2400" dirty="0">
                <a:solidFill>
                  <a:srgbClr val="000000"/>
                </a:solidFill>
                <a:latin typeface="Arial"/>
                <a:ea typeface="Arial"/>
              </a:rPr>
              <a:t>, </a:t>
            </a:r>
            <a:r>
              <a:rPr lang="en-US" altLang="ko-KR" sz="2400" dirty="0" err="1">
                <a:solidFill>
                  <a:srgbClr val="000000"/>
                </a:solidFill>
                <a:latin typeface="Arial"/>
                <a:ea typeface="Arial"/>
              </a:rPr>
              <a:t>indicados</a:t>
            </a:r>
            <a:r>
              <a:rPr lang="en-US" altLang="ko-KR" sz="2400" dirty="0">
                <a:solidFill>
                  <a:srgbClr val="000000"/>
                </a:solidFill>
                <a:latin typeface="Arial"/>
                <a:ea typeface="Arial"/>
              </a:rPr>
              <a:t> </a:t>
            </a:r>
            <a:r>
              <a:rPr lang="en-US" altLang="ko-KR" sz="2400" dirty="0" err="1">
                <a:solidFill>
                  <a:srgbClr val="000000"/>
                </a:solidFill>
                <a:latin typeface="Arial"/>
                <a:ea typeface="Arial"/>
              </a:rPr>
              <a:t>cursos</a:t>
            </a:r>
            <a:r>
              <a:rPr lang="en-US" altLang="ko-KR" sz="2400" dirty="0">
                <a:solidFill>
                  <a:srgbClr val="000000"/>
                </a:solidFill>
                <a:latin typeface="Arial"/>
                <a:ea typeface="Arial"/>
              </a:rPr>
              <a:t> del </a:t>
            </a:r>
            <a:r>
              <a:rPr lang="en-US" altLang="ko-KR" sz="2400" dirty="0" err="1">
                <a:solidFill>
                  <a:srgbClr val="000000"/>
                </a:solidFill>
                <a:latin typeface="Arial"/>
                <a:ea typeface="Arial"/>
              </a:rPr>
              <a:t>Diplomado</a:t>
            </a:r>
            <a:r>
              <a:rPr lang="en-US" altLang="ko-KR" sz="2400" dirty="0">
                <a:solidFill>
                  <a:srgbClr val="000000"/>
                </a:solidFill>
                <a:latin typeface="Arial"/>
                <a:ea typeface="Arial"/>
              </a:rPr>
              <a:t>).</a:t>
            </a:r>
          </a:p>
        </p:txBody>
      </p:sp>
      <p:sp>
        <p:nvSpPr>
          <p:cNvPr id="12" name="Text Box 1"/>
          <p:cNvSpPr txBox="1">
            <a:spLocks noChangeArrowheads="1"/>
          </p:cNvSpPr>
          <p:nvPr/>
        </p:nvSpPr>
        <p:spPr bwMode="auto">
          <a:xfrm>
            <a:off x="416859" y="82247"/>
            <a:ext cx="9071610" cy="1256446"/>
          </a:xfrm>
          <a:prstGeom prst="rect">
            <a:avLst/>
          </a:prstGeom>
          <a:noFill/>
          <a:ln w="9525">
            <a:noFill/>
            <a:round/>
            <a:headEnd/>
            <a:tailEnd/>
          </a:ln>
          <a:effectLst/>
        </p:spPr>
        <p:txBody>
          <a:bodyPr lIns="99208" tIns="51588" rIns="99208" bIns="51588" anchor="ctr" anchorCtr="1"/>
          <a:lstStyle/>
          <a:p>
            <a:pPr algn="ctr">
              <a:buClr>
                <a:srgbClr val="000000"/>
              </a:buClr>
              <a:buSzPct val="100000"/>
              <a:tabLst>
                <a:tab pos="0" algn="l"/>
                <a:tab pos="503972" algn="l"/>
                <a:tab pos="1007943" algn="l"/>
                <a:tab pos="1511915" algn="l"/>
                <a:tab pos="2015886" algn="l"/>
                <a:tab pos="2519858" algn="l"/>
                <a:tab pos="3023829" algn="l"/>
                <a:tab pos="3527801" algn="l"/>
                <a:tab pos="4031772" algn="l"/>
                <a:tab pos="4535744" algn="l"/>
                <a:tab pos="5039716" algn="l"/>
                <a:tab pos="5543687" algn="l"/>
                <a:tab pos="6047659" algn="l"/>
                <a:tab pos="6551630" algn="l"/>
                <a:tab pos="7055602" algn="l"/>
                <a:tab pos="7559573" algn="l"/>
                <a:tab pos="8063545" algn="l"/>
                <a:tab pos="8567517" algn="l"/>
                <a:tab pos="9071488" algn="l"/>
                <a:tab pos="9575460" algn="l"/>
                <a:tab pos="10079431" algn="l"/>
              </a:tabLst>
              <a:defRPr/>
            </a:pPr>
            <a:r>
              <a:rPr lang="es-CL" sz="3200" b="1" dirty="0">
                <a:solidFill>
                  <a:schemeClr val="dk1"/>
                </a:solidFill>
              </a:rPr>
              <a:t>Objetivos de la Inteligencia Artificial</a:t>
            </a:r>
            <a:endParaRPr lang="tr-TR" sz="3200" b="1" dirty="0">
              <a:solidFill>
                <a:schemeClr val="dk1"/>
              </a:solidFill>
            </a:endParaRPr>
          </a:p>
        </p:txBody>
      </p:sp>
      <p:graphicFrame>
        <p:nvGraphicFramePr>
          <p:cNvPr id="11" name="Object 3"/>
          <p:cNvGraphicFramePr>
            <a:graphicFrameLocks noChangeAspect="1"/>
          </p:cNvGraphicFramePr>
          <p:nvPr>
            <p:extLst>
              <p:ext uri="{D42A27DB-BD31-4B8C-83A1-F6EECF244321}">
                <p14:modId xmlns:p14="http://schemas.microsoft.com/office/powerpoint/2010/main" val="703278325"/>
              </p:ext>
            </p:extLst>
          </p:nvPr>
        </p:nvGraphicFramePr>
        <p:xfrm>
          <a:off x="1682930" y="3824859"/>
          <a:ext cx="1763924" cy="1493180"/>
        </p:xfrm>
        <a:graphic>
          <a:graphicData uri="http://schemas.openxmlformats.org/presentationml/2006/ole">
            <mc:AlternateContent xmlns:mc="http://schemas.openxmlformats.org/markup-compatibility/2006">
              <mc:Choice xmlns:v="urn:schemas-microsoft-com:vml" Requires="v">
                <p:oleObj name="비트맵 이미지" r:id="rId3" imgW="1600000" imgH="1552792" progId="PBrush">
                  <p:embed/>
                </p:oleObj>
              </mc:Choice>
              <mc:Fallback>
                <p:oleObj name="비트맵 이미지" r:id="rId3" imgW="1600000" imgH="1552792" progId="PBrush">
                  <p:embed/>
                  <p:pic>
                    <p:nvPicPr>
                      <p:cNvPr id="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2930" y="3824859"/>
                        <a:ext cx="1763924" cy="149318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80807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0" name="Rectangle 3686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72" name="Right Triangle 3687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91428" y="3677175"/>
            <a:ext cx="2721769" cy="3527848"/>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874" name="Rectangle 3687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633" y="687045"/>
            <a:ext cx="9016548" cy="618165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1"/>
          <p:cNvSpPr txBox="1">
            <a:spLocks noChangeArrowheads="1"/>
          </p:cNvSpPr>
          <p:nvPr/>
        </p:nvSpPr>
        <p:spPr bwMode="auto">
          <a:xfrm>
            <a:off x="925505" y="751686"/>
            <a:ext cx="6676442" cy="1784084"/>
          </a:xfrm>
          <a:prstGeom prst="rect">
            <a:avLst/>
          </a:prstGeom>
        </p:spPr>
        <p:txBody>
          <a:bodyPr vert="horz" lIns="91440" tIns="45720" rIns="91440" bIns="45720" rtlCol="0" anchor="ctr" anchorCtr="1">
            <a:normAutofit/>
          </a:bodyPr>
          <a:lstStyle/>
          <a:p>
            <a:pPr>
              <a:lnSpc>
                <a:spcPct val="90000"/>
              </a:lnSpc>
              <a:spcBef>
                <a:spcPct val="0"/>
              </a:spcBef>
              <a:spcAft>
                <a:spcPts val="600"/>
              </a:spcAft>
              <a:buClr>
                <a:srgbClr val="000000"/>
              </a:buClr>
              <a:buSzPct val="100000"/>
              <a:tabLst>
                <a:tab pos="0" algn="l"/>
                <a:tab pos="503972" algn="l"/>
                <a:tab pos="1007943" algn="l"/>
                <a:tab pos="1511915" algn="l"/>
                <a:tab pos="2015886" algn="l"/>
                <a:tab pos="2519858" algn="l"/>
                <a:tab pos="3023829" algn="l"/>
                <a:tab pos="3527801" algn="l"/>
                <a:tab pos="4031772" algn="l"/>
                <a:tab pos="4535744" algn="l"/>
                <a:tab pos="5039716" algn="l"/>
                <a:tab pos="5543687" algn="l"/>
                <a:tab pos="6047659" algn="l"/>
                <a:tab pos="6551630" algn="l"/>
                <a:tab pos="7055602" algn="l"/>
                <a:tab pos="7559573" algn="l"/>
                <a:tab pos="8063545" algn="l"/>
                <a:tab pos="8567517" algn="l"/>
                <a:tab pos="9071488" algn="l"/>
                <a:tab pos="9575460" algn="l"/>
                <a:tab pos="10079431" algn="l"/>
              </a:tabLst>
              <a:defRPr/>
            </a:pPr>
            <a:r>
              <a:rPr lang="en-US" sz="5900" b="1" kern="1200" dirty="0" err="1">
                <a:solidFill>
                  <a:schemeClr val="tx1"/>
                </a:solidFill>
                <a:latin typeface="+mj-lt"/>
                <a:ea typeface="+mj-ea"/>
                <a:cs typeface="+mj-cs"/>
              </a:rPr>
              <a:t>Objetivos</a:t>
            </a:r>
            <a:r>
              <a:rPr lang="en-US" sz="5900" b="1" kern="1200" dirty="0">
                <a:solidFill>
                  <a:schemeClr val="tx1"/>
                </a:solidFill>
                <a:latin typeface="+mj-lt"/>
                <a:ea typeface="+mj-ea"/>
                <a:cs typeface="+mj-cs"/>
              </a:rPr>
              <a:t> de la </a:t>
            </a:r>
            <a:r>
              <a:rPr lang="en-US" sz="5900" b="1" kern="1200" dirty="0" err="1">
                <a:solidFill>
                  <a:schemeClr val="tx1"/>
                </a:solidFill>
                <a:latin typeface="+mj-lt"/>
                <a:ea typeface="+mj-ea"/>
                <a:cs typeface="+mj-cs"/>
              </a:rPr>
              <a:t>Inteligencia</a:t>
            </a:r>
            <a:r>
              <a:rPr lang="en-US" sz="5900" b="1" kern="1200" dirty="0">
                <a:solidFill>
                  <a:schemeClr val="tx1"/>
                </a:solidFill>
                <a:latin typeface="+mj-lt"/>
                <a:ea typeface="+mj-ea"/>
                <a:cs typeface="+mj-cs"/>
              </a:rPr>
              <a:t> Artificial</a:t>
            </a:r>
          </a:p>
        </p:txBody>
      </p:sp>
      <p:sp>
        <p:nvSpPr>
          <p:cNvPr id="36865" name="Text Box 1"/>
          <p:cNvSpPr txBox="1">
            <a:spLocks noChangeArrowheads="1"/>
          </p:cNvSpPr>
          <p:nvPr/>
        </p:nvSpPr>
        <p:spPr bwMode="auto">
          <a:xfrm>
            <a:off x="1062664" y="2600411"/>
            <a:ext cx="7075495" cy="4207578"/>
          </a:xfrm>
          <a:prstGeom prst="rect">
            <a:avLst/>
          </a:prstGeom>
        </p:spPr>
        <p:txBody>
          <a:bodyPr vert="horz" lIns="91440" tIns="45720" rIns="91440" bIns="45720" rtlCol="0" anchor="t">
            <a:normAutofit lnSpcReduction="10000"/>
          </a:bodyPr>
          <a:lstStyle/>
          <a:p>
            <a:pPr indent="-228600">
              <a:lnSpc>
                <a:spcPct val="90000"/>
              </a:lnSpc>
              <a:spcBef>
                <a:spcPts val="772"/>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En </a:t>
            </a:r>
            <a:r>
              <a:rPr lang="en-US" sz="2400" dirty="0" err="1"/>
              <a:t>contraste</a:t>
            </a:r>
            <a:r>
              <a:rPr lang="en-US" sz="2400" dirty="0"/>
              <a:t> con </a:t>
            </a:r>
            <a:r>
              <a:rPr lang="en-US" sz="2400" dirty="0" err="1"/>
              <a:t>los</a:t>
            </a:r>
            <a:r>
              <a:rPr lang="en-US" sz="2400" dirty="0"/>
              <a:t> </a:t>
            </a:r>
            <a:r>
              <a:rPr lang="en-US" sz="2400" dirty="0" err="1"/>
              <a:t>objetivos</a:t>
            </a:r>
            <a:r>
              <a:rPr lang="en-US" sz="2400" dirty="0"/>
              <a:t> </a:t>
            </a:r>
            <a:r>
              <a:rPr lang="en-US" sz="2400" dirty="0" err="1"/>
              <a:t>originales</a:t>
            </a:r>
            <a:r>
              <a:rPr lang="en-US" sz="2400" dirty="0"/>
              <a:t>:</a:t>
            </a:r>
          </a:p>
          <a:p>
            <a:pPr indent="-228600">
              <a:lnSpc>
                <a:spcPct val="90000"/>
              </a:lnSpc>
              <a:spcBef>
                <a:spcPts val="772"/>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indent="-228600">
              <a:lnSpc>
                <a:spcPct val="90000"/>
              </a:lnSpc>
              <a:spcBef>
                <a:spcPts val="772"/>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En </a:t>
            </a:r>
            <a:r>
              <a:rPr lang="en-US" sz="2400" dirty="0" err="1"/>
              <a:t>contraste</a:t>
            </a:r>
            <a:r>
              <a:rPr lang="en-US" sz="2400" dirty="0"/>
              <a:t> a la IA </a:t>
            </a:r>
            <a:r>
              <a:rPr lang="en-US" sz="2400" dirty="0" err="1"/>
              <a:t>fuerte</a:t>
            </a:r>
            <a:r>
              <a:rPr lang="en-US" sz="2400" dirty="0"/>
              <a:t> original (</a:t>
            </a:r>
            <a:r>
              <a:rPr lang="en-US" sz="2400" dirty="0" err="1"/>
              <a:t>duplicar</a:t>
            </a:r>
            <a:r>
              <a:rPr lang="en-US" sz="2400" dirty="0"/>
              <a:t> la </a:t>
            </a:r>
            <a:r>
              <a:rPr lang="en-US" sz="2400" dirty="0" err="1"/>
              <a:t>mente</a:t>
            </a:r>
            <a:r>
              <a:rPr lang="en-US" sz="2400" dirty="0"/>
              <a:t> </a:t>
            </a:r>
            <a:r>
              <a:rPr lang="en-US" sz="2400" dirty="0" err="1"/>
              <a:t>usando</a:t>
            </a:r>
            <a:r>
              <a:rPr lang="en-US" sz="2400" dirty="0"/>
              <a:t> </a:t>
            </a:r>
            <a:r>
              <a:rPr lang="en-US" sz="2400" dirty="0" err="1"/>
              <a:t>el</a:t>
            </a:r>
            <a:r>
              <a:rPr lang="en-US" sz="2400" dirty="0"/>
              <a:t> </a:t>
            </a:r>
            <a:r>
              <a:rPr lang="en-US" sz="2400" dirty="0" err="1"/>
              <a:t>programa</a:t>
            </a:r>
            <a:r>
              <a:rPr lang="en-US" sz="2400" dirty="0"/>
              <a:t> </a:t>
            </a:r>
            <a:r>
              <a:rPr lang="en-US" sz="2400" dirty="0" err="1"/>
              <a:t>apropiado</a:t>
            </a:r>
            <a:r>
              <a:rPr lang="en-US" sz="2400" dirty="0"/>
              <a:t>), </a:t>
            </a:r>
            <a:r>
              <a:rPr lang="en-US" sz="2400" dirty="0" err="1"/>
              <a:t>está</a:t>
            </a:r>
            <a:r>
              <a:rPr lang="en-US" sz="2400" dirty="0"/>
              <a:t> la </a:t>
            </a:r>
            <a:r>
              <a:rPr lang="en-US" sz="2400" dirty="0" err="1"/>
              <a:t>más</a:t>
            </a:r>
            <a:r>
              <a:rPr lang="en-US" sz="2400" dirty="0"/>
              <a:t> </a:t>
            </a:r>
            <a:r>
              <a:rPr lang="en-US" sz="2400" dirty="0" err="1"/>
              <a:t>débil</a:t>
            </a:r>
            <a:r>
              <a:rPr lang="en-US" sz="2400" dirty="0"/>
              <a:t> y actual IA (</a:t>
            </a:r>
            <a:r>
              <a:rPr lang="en-US" sz="2400" dirty="0" err="1"/>
              <a:t>máquinas</a:t>
            </a:r>
            <a:r>
              <a:rPr lang="en-US" sz="2400" dirty="0"/>
              <a:t> que </a:t>
            </a:r>
            <a:r>
              <a:rPr lang="en-US" sz="2400" dirty="0" err="1"/>
              <a:t>actúan</a:t>
            </a:r>
            <a:r>
              <a:rPr lang="en-US" sz="2400" dirty="0"/>
              <a:t> </a:t>
            </a:r>
            <a:r>
              <a:rPr lang="en-US" sz="2400" dirty="0" err="1"/>
              <a:t>como</a:t>
            </a:r>
            <a:r>
              <a:rPr lang="en-US" sz="2400" dirty="0"/>
              <a:t> </a:t>
            </a:r>
            <a:r>
              <a:rPr lang="en-US" sz="2400" dirty="0" err="1"/>
              <a:t>si</a:t>
            </a:r>
            <a:r>
              <a:rPr lang="en-US" sz="2400" dirty="0"/>
              <a:t> </a:t>
            </a:r>
            <a:r>
              <a:rPr lang="en-US" sz="2400" dirty="0" err="1"/>
              <a:t>fueran</a:t>
            </a:r>
            <a:r>
              <a:rPr lang="en-US" sz="2400" dirty="0"/>
              <a:t> </a:t>
            </a:r>
            <a:r>
              <a:rPr lang="en-US" sz="2400" dirty="0" err="1"/>
              <a:t>inteligentes</a:t>
            </a:r>
            <a:r>
              <a:rPr lang="en-US" sz="2400" dirty="0"/>
              <a:t>, </a:t>
            </a:r>
            <a:r>
              <a:rPr lang="en-US" sz="2400" dirty="0" err="1"/>
              <a:t>pero</a:t>
            </a:r>
            <a:r>
              <a:rPr lang="en-US" sz="2400" dirty="0"/>
              <a:t> no </a:t>
            </a:r>
            <a:r>
              <a:rPr lang="en-US" sz="2400" dirty="0" err="1"/>
              <a:t>necesariamente</a:t>
            </a:r>
            <a:r>
              <a:rPr lang="en-US" sz="2400" dirty="0"/>
              <a:t> </a:t>
            </a:r>
            <a:r>
              <a:rPr lang="en-US" sz="2400" dirty="0" err="1"/>
              <a:t>como</a:t>
            </a:r>
            <a:r>
              <a:rPr lang="en-US" sz="2400" dirty="0"/>
              <a:t> lo </a:t>
            </a:r>
            <a:r>
              <a:rPr lang="en-US" sz="2400" dirty="0" err="1"/>
              <a:t>haría</a:t>
            </a:r>
            <a:r>
              <a:rPr lang="en-US" sz="2400" dirty="0"/>
              <a:t> un ser </a:t>
            </a:r>
            <a:r>
              <a:rPr lang="en-US" sz="2400" dirty="0" err="1"/>
              <a:t>humano</a:t>
            </a:r>
            <a:r>
              <a:rPr lang="en-US" sz="2400" dirty="0"/>
              <a:t>).</a:t>
            </a:r>
          </a:p>
          <a:p>
            <a:pPr indent="-228600">
              <a:lnSpc>
                <a:spcPct val="90000"/>
              </a:lnSpc>
              <a:spcBef>
                <a:spcPts val="772"/>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sz="2400" dirty="0"/>
          </a:p>
          <a:p>
            <a:pPr indent="-228600">
              <a:lnSpc>
                <a:spcPct val="90000"/>
              </a:lnSpc>
              <a:spcBef>
                <a:spcPts val="772"/>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r>
              <a:rPr lang="en-US" sz="2400" dirty="0"/>
              <a:t>En </a:t>
            </a:r>
            <a:r>
              <a:rPr lang="en-US" sz="2400" dirty="0" err="1"/>
              <a:t>contraste</a:t>
            </a:r>
            <a:r>
              <a:rPr lang="en-US" sz="2400" dirty="0"/>
              <a:t> a la IA </a:t>
            </a:r>
            <a:r>
              <a:rPr lang="en-US" sz="2400" dirty="0" err="1"/>
              <a:t>como</a:t>
            </a:r>
            <a:r>
              <a:rPr lang="en-US" sz="2400" dirty="0"/>
              <a:t> </a:t>
            </a:r>
            <a:r>
              <a:rPr lang="en-US" sz="2400" dirty="0" err="1"/>
              <a:t>el</a:t>
            </a:r>
            <a:r>
              <a:rPr lang="en-US" sz="2400" dirty="0"/>
              <a:t> </a:t>
            </a:r>
            <a:r>
              <a:rPr lang="en-US" sz="2400" dirty="0" err="1"/>
              <a:t>estudio</a:t>
            </a:r>
            <a:r>
              <a:rPr lang="en-US" sz="2400" dirty="0"/>
              <a:t> de la </a:t>
            </a:r>
            <a:r>
              <a:rPr lang="en-US" sz="2400" dirty="0" err="1"/>
              <a:t>inteligencia</a:t>
            </a:r>
            <a:r>
              <a:rPr lang="en-US" sz="2400" dirty="0"/>
              <a:t> </a:t>
            </a:r>
            <a:r>
              <a:rPr lang="en-US" sz="2400" dirty="0" err="1"/>
              <a:t>usando</a:t>
            </a:r>
            <a:r>
              <a:rPr lang="en-US" sz="2400" dirty="0"/>
              <a:t> </a:t>
            </a:r>
            <a:r>
              <a:rPr lang="en-US" sz="2400" dirty="0" err="1"/>
              <a:t>computadores</a:t>
            </a:r>
            <a:r>
              <a:rPr lang="en-US" sz="2400" dirty="0"/>
              <a:t> </a:t>
            </a:r>
            <a:r>
              <a:rPr lang="en-US" sz="2400" dirty="0" err="1"/>
              <a:t>como</a:t>
            </a:r>
            <a:r>
              <a:rPr lang="en-US" sz="2400" dirty="0"/>
              <a:t> </a:t>
            </a:r>
            <a:r>
              <a:rPr lang="en-US" sz="2400" dirty="0" err="1"/>
              <a:t>herramientas</a:t>
            </a:r>
            <a:r>
              <a:rPr lang="en-US" sz="2400" dirty="0"/>
              <a:t>, </a:t>
            </a:r>
            <a:r>
              <a:rPr lang="en-US" sz="2400" dirty="0" err="1"/>
              <a:t>está</a:t>
            </a:r>
            <a:r>
              <a:rPr lang="en-US" sz="2400" dirty="0"/>
              <a:t> </a:t>
            </a:r>
            <a:r>
              <a:rPr lang="en-US" sz="2400" dirty="0" err="1"/>
              <a:t>el</a:t>
            </a:r>
            <a:r>
              <a:rPr lang="en-US" sz="2400" dirty="0"/>
              <a:t> </a:t>
            </a:r>
            <a:r>
              <a:rPr lang="en-US" sz="2400" dirty="0" err="1"/>
              <a:t>uso</a:t>
            </a:r>
            <a:r>
              <a:rPr lang="en-US" sz="2400" dirty="0"/>
              <a:t> de </a:t>
            </a:r>
            <a:r>
              <a:rPr lang="en-US" sz="2400" dirty="0" err="1"/>
              <a:t>herramientas</a:t>
            </a:r>
            <a:r>
              <a:rPr lang="en-US" sz="2400" dirty="0"/>
              <a:t> de IA </a:t>
            </a:r>
            <a:r>
              <a:rPr lang="en-US" sz="2400" dirty="0" err="1"/>
              <a:t>como</a:t>
            </a:r>
            <a:r>
              <a:rPr lang="en-US" sz="2400" dirty="0"/>
              <a:t> </a:t>
            </a:r>
            <a:r>
              <a:rPr lang="en-US" sz="2400" dirty="0" err="1"/>
              <a:t>apoyo</a:t>
            </a:r>
            <a:r>
              <a:rPr lang="en-US" sz="2400" dirty="0"/>
              <a:t> a la </a:t>
            </a:r>
            <a:r>
              <a:rPr lang="en-US" sz="2400" dirty="0" err="1"/>
              <a:t>inteligencia</a:t>
            </a:r>
            <a:r>
              <a:rPr lang="en-US" sz="2400" dirty="0"/>
              <a:t> </a:t>
            </a:r>
            <a:r>
              <a:rPr lang="en-US" sz="2400" dirty="0" err="1"/>
              <a:t>humana</a:t>
            </a:r>
            <a:r>
              <a:rPr lang="en-US" sz="2400" dirty="0"/>
              <a:t>.</a:t>
            </a:r>
          </a:p>
          <a:p>
            <a:pPr indent="-228600">
              <a:lnSpc>
                <a:spcPct val="90000"/>
              </a:lnSpc>
              <a:spcBef>
                <a:spcPts val="772"/>
              </a:spcBef>
              <a:buClr>
                <a:srgbClr val="FFFFCC"/>
              </a:buClr>
              <a:buSzPct val="60000"/>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dirty="0"/>
          </a:p>
          <a:p>
            <a:pPr marL="367479" indent="-228600">
              <a:lnSpc>
                <a:spcPct val="90000"/>
              </a:lnSpc>
              <a:spcBef>
                <a:spcPts val="661"/>
              </a:spcBef>
              <a:buFont typeface="Arial" panose="020B0604020202020204" pitchFamily="34" charset="0"/>
              <a:buChar char="•"/>
              <a:tabLst>
                <a:tab pos="367479" algn="l"/>
                <a:tab pos="871451" algn="l"/>
                <a:tab pos="1375422" algn="l"/>
                <a:tab pos="1879394" algn="l"/>
                <a:tab pos="2383366" algn="l"/>
                <a:tab pos="2887337" algn="l"/>
                <a:tab pos="3391309" algn="l"/>
                <a:tab pos="3895280" algn="l"/>
                <a:tab pos="4399252" algn="l"/>
                <a:tab pos="4903223" algn="l"/>
                <a:tab pos="5407195" algn="l"/>
                <a:tab pos="5911166" algn="l"/>
                <a:tab pos="6415138" algn="l"/>
                <a:tab pos="6919110" algn="l"/>
                <a:tab pos="7423081" algn="l"/>
                <a:tab pos="7927053" algn="l"/>
                <a:tab pos="8431024" algn="l"/>
                <a:tab pos="8934996" algn="l"/>
                <a:tab pos="9438967" algn="l"/>
                <a:tab pos="9942939" algn="l"/>
                <a:tab pos="10446910" algn="l"/>
              </a:tabLst>
              <a:defRPr/>
            </a:pPr>
            <a:endParaRPr lang="en-US" dirty="0">
              <a:effectLst>
                <a:outerShdw blurRad="38100" dist="38100" dir="2700000" algn="tl">
                  <a:srgbClr val="000000"/>
                </a:outerShdw>
              </a:effectLst>
            </a:endParaRPr>
          </a:p>
        </p:txBody>
      </p:sp>
    </p:spTree>
    <p:extLst>
      <p:ext uri="{BB962C8B-B14F-4D97-AF65-F5344CB8AC3E}">
        <p14:creationId xmlns:p14="http://schemas.microsoft.com/office/powerpoint/2010/main" val="171528629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half" idx="1"/>
          </p:nvPr>
        </p:nvSpPr>
        <p:spPr>
          <a:xfrm>
            <a:off x="504507" y="1338693"/>
            <a:ext cx="8583382" cy="1443688"/>
          </a:xfrm>
        </p:spPr>
        <p:txBody>
          <a:bodyPr/>
          <a:lstStyle/>
          <a:p>
            <a:pPr eaLnBrk="1" hangingPunct="1">
              <a:lnSpc>
                <a:spcPct val="90000"/>
              </a:lnSpc>
            </a:pPr>
            <a:r>
              <a:rPr lang="en-US" altLang="ko-KR" sz="2400" dirty="0"/>
              <a:t>La crítica de Allen Newell (1973) a la IA era que se </a:t>
            </a:r>
            <a:r>
              <a:rPr lang="en-US" altLang="ko-KR" sz="2400" dirty="0" err="1"/>
              <a:t>estudiaban</a:t>
            </a:r>
            <a:r>
              <a:rPr lang="en-US" altLang="ko-KR" sz="2400" dirty="0"/>
              <a:t> aspectos aislados de la inteligencia, sin considerar sus interacciones.</a:t>
            </a:r>
          </a:p>
        </p:txBody>
      </p:sp>
      <p:sp>
        <p:nvSpPr>
          <p:cNvPr id="7173" name="Rectangle 22"/>
          <p:cNvSpPr>
            <a:spLocks noChangeArrowheads="1"/>
          </p:cNvSpPr>
          <p:nvPr/>
        </p:nvSpPr>
        <p:spPr bwMode="auto">
          <a:xfrm>
            <a:off x="516757" y="6089227"/>
            <a:ext cx="9048860" cy="109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latinLnBrk="1">
              <a:spcBef>
                <a:spcPct val="20000"/>
              </a:spcBef>
              <a:buClr>
                <a:schemeClr val="accent1"/>
              </a:buClr>
              <a:buSzPct val="70000"/>
              <a:buFont typeface="Wingdings 2" panose="05020102010507070707" pitchFamily="18" charset="2"/>
              <a:buChar char="±"/>
              <a:defRPr kumimoji="1" sz="3200">
                <a:solidFill>
                  <a:schemeClr val="tx1"/>
                </a:solidFill>
                <a:latin typeface="굴림" panose="020B0600000101010101" pitchFamily="34" charset="-127"/>
                <a:ea typeface="굴림" panose="020B0600000101010101" pitchFamily="34" charset="-127"/>
                <a:cs typeface="Arial" panose="020B0604020202020204" pitchFamily="34" charset="0"/>
              </a:defRPr>
            </a:lvl1pPr>
            <a:lvl2pPr marL="889000" indent="-439738" latinLnBrk="1">
              <a:spcBef>
                <a:spcPct val="20000"/>
              </a:spcBef>
              <a:buClr>
                <a:schemeClr val="hlink"/>
              </a:buClr>
              <a:buSzPct val="90000"/>
              <a:buFont typeface="Wingdings 2" panose="05020102010507070707" pitchFamily="18" charset="2"/>
              <a:buChar char="®"/>
              <a:defRPr kumimoji="1" sz="2800">
                <a:solidFill>
                  <a:schemeClr val="tx1"/>
                </a:solidFill>
                <a:latin typeface="굴림" panose="020B0600000101010101" pitchFamily="34" charset="-127"/>
                <a:ea typeface="굴림" panose="020B0600000101010101" pitchFamily="34" charset="-127"/>
                <a:cs typeface="Arial" panose="020B0604020202020204" pitchFamily="34" charset="0"/>
              </a:defRPr>
            </a:lvl2pPr>
            <a:lvl3pPr marL="1293813" indent="-403225" latinLnBrk="1">
              <a:spcBef>
                <a:spcPct val="20000"/>
              </a:spcBef>
              <a:buClr>
                <a:schemeClr val="accent1"/>
              </a:buClr>
              <a:buSzPct val="80000"/>
              <a:buFont typeface="Wingdings 2" panose="05020102010507070707" pitchFamily="18" charset="2"/>
              <a:buChar char="®"/>
              <a:defRPr kumimoji="1" sz="2400">
                <a:solidFill>
                  <a:schemeClr val="tx1"/>
                </a:solidFill>
                <a:latin typeface="굴림" panose="020B0600000101010101" pitchFamily="34" charset="-127"/>
                <a:ea typeface="굴림" panose="020B0600000101010101" pitchFamily="34" charset="-127"/>
                <a:cs typeface="Arial" panose="020B0604020202020204" pitchFamily="34" charset="0"/>
              </a:defRPr>
            </a:lvl3pPr>
            <a:lvl4pPr marL="1681163" indent="-385763" latinLnBrk="1">
              <a:spcBef>
                <a:spcPct val="20000"/>
              </a:spcBef>
              <a:buClr>
                <a:schemeClr val="hlink"/>
              </a:buClr>
              <a:buSzPct val="80000"/>
              <a:buFont typeface="Wingdings 2" panose="05020102010507070707" pitchFamily="18" charset="2"/>
              <a:buChar char="®"/>
              <a:defRPr kumimoji="1" sz="2000">
                <a:solidFill>
                  <a:schemeClr val="tx1"/>
                </a:solidFill>
                <a:latin typeface="굴림" panose="020B0600000101010101" pitchFamily="34" charset="-127"/>
                <a:ea typeface="굴림" panose="020B0600000101010101" pitchFamily="34" charset="-127"/>
                <a:cs typeface="Arial" panose="020B0604020202020204" pitchFamily="34" charset="0"/>
              </a:defRPr>
            </a:lvl4pPr>
            <a:lvl5pPr marL="2070100" indent="-387350" latinLnBrk="1">
              <a:spcBef>
                <a:spcPct val="20000"/>
              </a:spcBef>
              <a:buClr>
                <a:schemeClr val="accent1"/>
              </a:buClr>
              <a:buSzPct val="70000"/>
              <a:buFont typeface="Wingdings 2" panose="05020102010507070707" pitchFamily="18" charset="2"/>
              <a:buChar char="®"/>
              <a:defRPr kumimoji="1" sz="2000">
                <a:solidFill>
                  <a:schemeClr val="tx1"/>
                </a:solidFill>
                <a:latin typeface="굴림" panose="020B0600000101010101" pitchFamily="34" charset="-127"/>
                <a:ea typeface="굴림" panose="020B0600000101010101" pitchFamily="34" charset="-127"/>
                <a:cs typeface="Arial" panose="020B0604020202020204" pitchFamily="34" charset="0"/>
              </a:defRPr>
            </a:lvl5pPr>
            <a:lvl6pPr marL="2527300" indent="-387350" eaLnBrk="0" fontAlgn="base" latinLnBrk="1" hangingPunct="0">
              <a:spcBef>
                <a:spcPct val="20000"/>
              </a:spcBef>
              <a:spcAft>
                <a:spcPct val="0"/>
              </a:spcAft>
              <a:buClr>
                <a:schemeClr val="accent1"/>
              </a:buClr>
              <a:buSzPct val="70000"/>
              <a:buFont typeface="Wingdings 2" panose="05020102010507070707" pitchFamily="18" charset="2"/>
              <a:buChar char="®"/>
              <a:defRPr kumimoji="1" sz="2000">
                <a:solidFill>
                  <a:schemeClr val="tx1"/>
                </a:solidFill>
                <a:latin typeface="굴림" panose="020B0600000101010101" pitchFamily="34" charset="-127"/>
                <a:ea typeface="굴림" panose="020B0600000101010101" pitchFamily="34" charset="-127"/>
                <a:cs typeface="Arial" panose="020B0604020202020204" pitchFamily="34" charset="0"/>
              </a:defRPr>
            </a:lvl6pPr>
            <a:lvl7pPr marL="2984500" indent="-387350" eaLnBrk="0" fontAlgn="base" latinLnBrk="1" hangingPunct="0">
              <a:spcBef>
                <a:spcPct val="20000"/>
              </a:spcBef>
              <a:spcAft>
                <a:spcPct val="0"/>
              </a:spcAft>
              <a:buClr>
                <a:schemeClr val="accent1"/>
              </a:buClr>
              <a:buSzPct val="70000"/>
              <a:buFont typeface="Wingdings 2" panose="05020102010507070707" pitchFamily="18" charset="2"/>
              <a:buChar char="®"/>
              <a:defRPr kumimoji="1" sz="2000">
                <a:solidFill>
                  <a:schemeClr val="tx1"/>
                </a:solidFill>
                <a:latin typeface="굴림" panose="020B0600000101010101" pitchFamily="34" charset="-127"/>
                <a:ea typeface="굴림" panose="020B0600000101010101" pitchFamily="34" charset="-127"/>
                <a:cs typeface="Arial" panose="020B0604020202020204" pitchFamily="34" charset="0"/>
              </a:defRPr>
            </a:lvl7pPr>
            <a:lvl8pPr marL="3441700" indent="-387350" eaLnBrk="0" fontAlgn="base" latinLnBrk="1" hangingPunct="0">
              <a:spcBef>
                <a:spcPct val="20000"/>
              </a:spcBef>
              <a:spcAft>
                <a:spcPct val="0"/>
              </a:spcAft>
              <a:buClr>
                <a:schemeClr val="accent1"/>
              </a:buClr>
              <a:buSzPct val="70000"/>
              <a:buFont typeface="Wingdings 2" panose="05020102010507070707" pitchFamily="18" charset="2"/>
              <a:buChar char="®"/>
              <a:defRPr kumimoji="1" sz="2000">
                <a:solidFill>
                  <a:schemeClr val="tx1"/>
                </a:solidFill>
                <a:latin typeface="굴림" panose="020B0600000101010101" pitchFamily="34" charset="-127"/>
                <a:ea typeface="굴림" panose="020B0600000101010101" pitchFamily="34" charset="-127"/>
                <a:cs typeface="Arial" panose="020B0604020202020204" pitchFamily="34" charset="0"/>
              </a:defRPr>
            </a:lvl8pPr>
            <a:lvl9pPr marL="3898900" indent="-387350" eaLnBrk="0" fontAlgn="base" latinLnBrk="1" hangingPunct="0">
              <a:spcBef>
                <a:spcPct val="20000"/>
              </a:spcBef>
              <a:spcAft>
                <a:spcPct val="0"/>
              </a:spcAft>
              <a:buClr>
                <a:schemeClr val="accent1"/>
              </a:buClr>
              <a:buSzPct val="70000"/>
              <a:buFont typeface="Wingdings 2" panose="05020102010507070707" pitchFamily="18" charset="2"/>
              <a:buChar char="®"/>
              <a:defRPr kumimoji="1" sz="2000">
                <a:solidFill>
                  <a:schemeClr val="tx1"/>
                </a:solidFill>
                <a:latin typeface="굴림" panose="020B0600000101010101" pitchFamily="34" charset="-127"/>
                <a:ea typeface="굴림" panose="020B0600000101010101" pitchFamily="34" charset="-127"/>
                <a:cs typeface="Arial" panose="020B0604020202020204" pitchFamily="34" charset="0"/>
              </a:defRPr>
            </a:lvl9pPr>
          </a:lstStyle>
          <a:p>
            <a:pPr marL="0" indent="0" eaLnBrk="1" hangingPunct="1">
              <a:lnSpc>
                <a:spcPct val="90000"/>
              </a:lnSpc>
              <a:buNone/>
            </a:pPr>
            <a:r>
              <a:rPr lang="en-US" altLang="ko-KR" sz="2400" dirty="0">
                <a:solidFill>
                  <a:srgbClr val="000000"/>
                </a:solidFill>
                <a:latin typeface="Arial"/>
                <a:ea typeface="Arial"/>
                <a:cs typeface="Arial"/>
              </a:rPr>
              <a:t>Según Newell, la IA debería ser evaluada por su generalidad y flexibilidad, más que por su éxito en un dominio restringido.</a:t>
            </a:r>
          </a:p>
          <a:p>
            <a:pPr marL="0" indent="0">
              <a:lnSpc>
                <a:spcPct val="90000"/>
              </a:lnSpc>
              <a:buNone/>
            </a:pPr>
            <a:endParaRPr lang="en-US" altLang="ko-KR" sz="1200" dirty="0"/>
          </a:p>
          <a:p>
            <a:pPr marL="0" indent="0" eaLnBrk="1" hangingPunct="1">
              <a:lnSpc>
                <a:spcPct val="90000"/>
              </a:lnSpc>
              <a:buNone/>
            </a:pPr>
            <a:endParaRPr lang="en-US" altLang="ko-KR" sz="2400" dirty="0">
              <a:solidFill>
                <a:srgbClr val="000000"/>
              </a:solidFill>
              <a:latin typeface="Arial"/>
              <a:ea typeface="Arial"/>
              <a:cs typeface="Arial"/>
            </a:endParaRPr>
          </a:p>
        </p:txBody>
      </p:sp>
      <p:sp>
        <p:nvSpPr>
          <p:cNvPr id="21" name="Text Box 1"/>
          <p:cNvSpPr txBox="1">
            <a:spLocks noChangeArrowheads="1"/>
          </p:cNvSpPr>
          <p:nvPr/>
        </p:nvSpPr>
        <p:spPr bwMode="auto">
          <a:xfrm>
            <a:off x="416859" y="82247"/>
            <a:ext cx="9071610" cy="1256446"/>
          </a:xfrm>
          <a:prstGeom prst="rect">
            <a:avLst/>
          </a:prstGeom>
          <a:noFill/>
          <a:ln w="9525">
            <a:noFill/>
            <a:round/>
            <a:headEnd/>
            <a:tailEnd/>
          </a:ln>
          <a:effectLst/>
        </p:spPr>
        <p:txBody>
          <a:bodyPr lIns="99208" tIns="51588" rIns="99208" bIns="51588" anchor="ctr" anchorCtr="1"/>
          <a:lstStyle/>
          <a:p>
            <a:pPr algn="ctr">
              <a:buClr>
                <a:srgbClr val="000000"/>
              </a:buClr>
              <a:buSzPct val="100000"/>
              <a:tabLst>
                <a:tab pos="0" algn="l"/>
                <a:tab pos="503972" algn="l"/>
                <a:tab pos="1007943" algn="l"/>
                <a:tab pos="1511915" algn="l"/>
                <a:tab pos="2015886" algn="l"/>
                <a:tab pos="2519858" algn="l"/>
                <a:tab pos="3023829" algn="l"/>
                <a:tab pos="3527801" algn="l"/>
                <a:tab pos="4031772" algn="l"/>
                <a:tab pos="4535744" algn="l"/>
                <a:tab pos="5039716" algn="l"/>
                <a:tab pos="5543687" algn="l"/>
                <a:tab pos="6047659" algn="l"/>
                <a:tab pos="6551630" algn="l"/>
                <a:tab pos="7055602" algn="l"/>
                <a:tab pos="7559573" algn="l"/>
                <a:tab pos="8063545" algn="l"/>
                <a:tab pos="8567517" algn="l"/>
                <a:tab pos="9071488" algn="l"/>
                <a:tab pos="9575460" algn="l"/>
                <a:tab pos="10079431" algn="l"/>
              </a:tabLst>
              <a:defRPr/>
            </a:pPr>
            <a:r>
              <a:rPr lang="es-CL" sz="3200" b="1" dirty="0">
                <a:solidFill>
                  <a:schemeClr val="dk1"/>
                </a:solidFill>
              </a:rPr>
              <a:t>Objetivos de la Inteligencia Artificial</a:t>
            </a:r>
            <a:endParaRPr lang="tr-TR" sz="3200" b="1" dirty="0">
              <a:solidFill>
                <a:schemeClr val="dk1"/>
              </a:solidFill>
            </a:endParaRPr>
          </a:p>
        </p:txBody>
      </p:sp>
      <p:sp>
        <p:nvSpPr>
          <p:cNvPr id="24" name="Text Box 5"/>
          <p:cNvSpPr txBox="1">
            <a:spLocks noChangeArrowheads="1"/>
          </p:cNvSpPr>
          <p:nvPr/>
        </p:nvSpPr>
        <p:spPr bwMode="auto">
          <a:xfrm>
            <a:off x="4884418" y="3013982"/>
            <a:ext cx="4604052" cy="3344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defRPr kumimoji="1">
                <a:solidFill>
                  <a:schemeClr val="tx1"/>
                </a:solidFill>
                <a:latin typeface="굴림" panose="020B0600000101010101" pitchFamily="34" charset="-127"/>
                <a:ea typeface="굴림" panose="020B0600000101010101" pitchFamily="34" charset="-127"/>
              </a:defRPr>
            </a:lvl1pPr>
            <a:lvl2pPr marL="742950" indent="-285750" latinLnBrk="1">
              <a:defRPr kumimoji="1">
                <a:solidFill>
                  <a:schemeClr val="tx1"/>
                </a:solidFill>
                <a:latin typeface="굴림" panose="020B0600000101010101" pitchFamily="34" charset="-127"/>
                <a:ea typeface="굴림" panose="020B0600000101010101" pitchFamily="34" charset="-127"/>
              </a:defRPr>
            </a:lvl2pPr>
            <a:lvl3pPr marL="1143000" indent="-228600" latinLnBrk="1">
              <a:defRPr kumimoji="1">
                <a:solidFill>
                  <a:schemeClr val="tx1"/>
                </a:solidFill>
                <a:latin typeface="굴림" panose="020B0600000101010101" pitchFamily="34" charset="-127"/>
                <a:ea typeface="굴림" panose="020B0600000101010101" pitchFamily="34" charset="-127"/>
              </a:defRPr>
            </a:lvl3pPr>
            <a:lvl4pPr marL="1600200" indent="-228600" latinLnBrk="1">
              <a:defRPr kumimoji="1">
                <a:solidFill>
                  <a:schemeClr val="tx1"/>
                </a:solidFill>
                <a:latin typeface="굴림" panose="020B0600000101010101" pitchFamily="34" charset="-127"/>
                <a:ea typeface="굴림" panose="020B0600000101010101" pitchFamily="34" charset="-127"/>
              </a:defRPr>
            </a:lvl4pPr>
            <a:lvl5pPr marL="2057400" indent="-228600" latinLnBrk="1">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endParaRPr lang="en-US" altLang="ko-KR" sz="2400" dirty="0">
              <a:solidFill>
                <a:srgbClr val="000000"/>
              </a:solidFill>
              <a:latin typeface="Arial"/>
              <a:ea typeface="Arial"/>
            </a:endParaRPr>
          </a:p>
          <a:p>
            <a:pPr eaLnBrk="1" hangingPunct="1">
              <a:spcBef>
                <a:spcPct val="50000"/>
              </a:spcBef>
              <a:buFontTx/>
              <a:buChar char="•"/>
            </a:pPr>
            <a:r>
              <a:rPr lang="en-US" altLang="ko-KR" sz="2400" dirty="0">
                <a:solidFill>
                  <a:srgbClr val="000000"/>
                </a:solidFill>
                <a:latin typeface="Arial"/>
                <a:ea typeface="Arial"/>
              </a:rPr>
              <a:t>Lenguaje</a:t>
            </a:r>
          </a:p>
          <a:p>
            <a:pPr eaLnBrk="1" hangingPunct="1">
              <a:spcBef>
                <a:spcPct val="50000"/>
              </a:spcBef>
              <a:buFontTx/>
              <a:buChar char="•"/>
            </a:pPr>
            <a:endParaRPr lang="en-US" altLang="ko-KR" sz="2400" dirty="0">
              <a:solidFill>
                <a:srgbClr val="000000"/>
              </a:solidFill>
              <a:latin typeface="Arial"/>
              <a:ea typeface="Arial"/>
            </a:endParaRPr>
          </a:p>
          <a:p>
            <a:pPr eaLnBrk="1" hangingPunct="1">
              <a:spcBef>
                <a:spcPct val="50000"/>
              </a:spcBef>
              <a:buFontTx/>
              <a:buChar char="•"/>
            </a:pPr>
            <a:r>
              <a:rPr lang="en-US" altLang="ko-KR" sz="2400" dirty="0">
                <a:solidFill>
                  <a:srgbClr val="000000"/>
                </a:solidFill>
                <a:latin typeface="Arial"/>
                <a:ea typeface="Arial"/>
              </a:rPr>
              <a:t>Planificación</a:t>
            </a:r>
          </a:p>
          <a:p>
            <a:pPr eaLnBrk="1" hangingPunct="1">
              <a:spcBef>
                <a:spcPct val="50000"/>
              </a:spcBef>
            </a:pPr>
            <a:r>
              <a:rPr lang="en-US" altLang="ko-KR" sz="2646" b="1" dirty="0"/>
              <a:t>				</a:t>
            </a:r>
          </a:p>
          <a:p>
            <a:pPr eaLnBrk="1" hangingPunct="1">
              <a:spcBef>
                <a:spcPct val="50000"/>
              </a:spcBef>
              <a:buFontTx/>
              <a:buChar char="•"/>
            </a:pPr>
            <a:endParaRPr lang="en-US" altLang="ko-KR" sz="2646" b="1" dirty="0"/>
          </a:p>
        </p:txBody>
      </p:sp>
      <p:sp>
        <p:nvSpPr>
          <p:cNvPr id="20" name="Flecha curvada hacia la izquierda 19"/>
          <p:cNvSpPr/>
          <p:nvPr/>
        </p:nvSpPr>
        <p:spPr>
          <a:xfrm>
            <a:off x="7020234" y="3798623"/>
            <a:ext cx="464572" cy="116751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solidFill>
                <a:schemeClr val="tx1"/>
              </a:solidFill>
            </a:endParaRPr>
          </a:p>
        </p:txBody>
      </p:sp>
      <p:sp>
        <p:nvSpPr>
          <p:cNvPr id="47" name="Flecha curvada hacia la izquierda 46"/>
          <p:cNvSpPr/>
          <p:nvPr/>
        </p:nvSpPr>
        <p:spPr>
          <a:xfrm rot="10800000">
            <a:off x="3994842" y="3810065"/>
            <a:ext cx="473918" cy="108639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solidFill>
                <a:schemeClr val="tx1"/>
              </a:solidFill>
            </a:endParaRPr>
          </a:p>
        </p:txBody>
      </p:sp>
      <p:graphicFrame>
        <p:nvGraphicFramePr>
          <p:cNvPr id="2" name="1 Objeto"/>
          <p:cNvGraphicFramePr>
            <a:graphicFrameLocks noChangeAspect="1"/>
          </p:cNvGraphicFramePr>
          <p:nvPr>
            <p:extLst>
              <p:ext uri="{D42A27DB-BD31-4B8C-83A1-F6EECF244321}">
                <p14:modId xmlns:p14="http://schemas.microsoft.com/office/powerpoint/2010/main" val="2875278487"/>
              </p:ext>
            </p:extLst>
          </p:nvPr>
        </p:nvGraphicFramePr>
        <p:xfrm>
          <a:off x="1862138" y="3773488"/>
          <a:ext cx="1763712" cy="1492250"/>
        </p:xfrm>
        <a:graphic>
          <a:graphicData uri="http://schemas.openxmlformats.org/presentationml/2006/ole">
            <mc:AlternateContent xmlns:mc="http://schemas.openxmlformats.org/markup-compatibility/2006">
              <mc:Choice xmlns:v="urn:schemas-microsoft-com:vml" Requires="v">
                <p:oleObj name="비트맵 이미지" r:id="rId3" imgW="1600000" imgH="1552792" progId="PBrush">
                  <p:embed/>
                </p:oleObj>
              </mc:Choice>
              <mc:Fallback>
                <p:oleObj name="비트맵 이미지" r:id="rId3" imgW="1600000" imgH="1552792" progId="PBrush">
                  <p:embed/>
                  <p:pic>
                    <p:nvPicPr>
                      <p:cNvPr id="2"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2138" y="3773488"/>
                        <a:ext cx="1763712"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73662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03" name="Rectangle 310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5" name="Rectangle 310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0080624" cy="1737198"/>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7" name="Rectangle 310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21125" y="0"/>
            <a:ext cx="3359500" cy="173770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9" name="Rectangle 310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71443" y="-4171443"/>
            <a:ext cx="1737740" cy="10080627"/>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4" name="Rectangle 2">
            <a:extLst>
              <a:ext uri="{FF2B5EF4-FFF2-40B4-BE49-F238E27FC236}">
                <a16:creationId xmlns:a16="http://schemas.microsoft.com/office/drawing/2014/main" id="{5F2D629E-F520-46B8-871B-E344A236CC24}"/>
              </a:ext>
            </a:extLst>
          </p:cNvPr>
          <p:cNvSpPr>
            <a:spLocks noGrp="1" noChangeArrowheads="1"/>
          </p:cNvSpPr>
          <p:nvPr>
            <p:ph type="title"/>
          </p:nvPr>
        </p:nvSpPr>
        <p:spPr>
          <a:xfrm>
            <a:off x="1134067" y="384559"/>
            <a:ext cx="8304629" cy="967533"/>
          </a:xfrm>
        </p:spPr>
        <p:txBody>
          <a:bodyPr anchor="ctr">
            <a:normAutofit/>
          </a:bodyPr>
          <a:lstStyle/>
          <a:p>
            <a:r>
              <a:rPr lang="en-US" altLang="es-CL" sz="3800">
                <a:solidFill>
                  <a:srgbClr val="FFFFFF"/>
                </a:solidFill>
              </a:rPr>
              <a:t>Definiciones de IA</a:t>
            </a:r>
          </a:p>
        </p:txBody>
      </p:sp>
      <p:graphicFrame>
        <p:nvGraphicFramePr>
          <p:cNvPr id="3099" name="Rectangle 3">
            <a:extLst>
              <a:ext uri="{FF2B5EF4-FFF2-40B4-BE49-F238E27FC236}">
                <a16:creationId xmlns:a16="http://schemas.microsoft.com/office/drawing/2014/main" id="{38F2F2C0-4FAD-4C77-6EF0-5231131E03EA}"/>
              </a:ext>
            </a:extLst>
          </p:cNvPr>
          <p:cNvGraphicFramePr>
            <a:graphicFrameLocks noGrp="1"/>
          </p:cNvGraphicFramePr>
          <p:nvPr>
            <p:ph idx="1"/>
            <p:extLst>
              <p:ext uri="{D42A27DB-BD31-4B8C-83A1-F6EECF244321}">
                <p14:modId xmlns:p14="http://schemas.microsoft.com/office/powerpoint/2010/main" val="953413395"/>
              </p:ext>
            </p:extLst>
          </p:nvPr>
        </p:nvGraphicFramePr>
        <p:xfrm>
          <a:off x="532520" y="2328727"/>
          <a:ext cx="9035379" cy="46217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6" name="Rectangle 3277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8" name="Freeform: Shape 3277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45595" cy="7559675"/>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0" name="Rectangle 2">
            <a:extLst>
              <a:ext uri="{FF2B5EF4-FFF2-40B4-BE49-F238E27FC236}">
                <a16:creationId xmlns:a16="http://schemas.microsoft.com/office/drawing/2014/main" id="{D7D964D1-DD8D-4A11-8AD2-E7337AC24AA2}"/>
              </a:ext>
            </a:extLst>
          </p:cNvPr>
          <p:cNvSpPr>
            <a:spLocks noGrp="1" noChangeArrowheads="1"/>
          </p:cNvSpPr>
          <p:nvPr>
            <p:ph type="title"/>
          </p:nvPr>
        </p:nvSpPr>
        <p:spPr>
          <a:xfrm>
            <a:off x="567890" y="1271599"/>
            <a:ext cx="2646164" cy="4917606"/>
          </a:xfrm>
        </p:spPr>
        <p:txBody>
          <a:bodyPr>
            <a:normAutofit/>
          </a:bodyPr>
          <a:lstStyle/>
          <a:p>
            <a:r>
              <a:rPr lang="en-US" altLang="es-CL">
                <a:solidFill>
                  <a:srgbClr val="FFFFFF"/>
                </a:solidFill>
              </a:rPr>
              <a:t>Una breve historia de la IA:  1950s</a:t>
            </a:r>
          </a:p>
        </p:txBody>
      </p:sp>
      <p:sp>
        <p:nvSpPr>
          <p:cNvPr id="32780" name="Arc 3277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42845" y="2706710"/>
            <a:ext cx="3376276" cy="4501229"/>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71" name="Rectangle 3">
            <a:extLst>
              <a:ext uri="{FF2B5EF4-FFF2-40B4-BE49-F238E27FC236}">
                <a16:creationId xmlns:a16="http://schemas.microsoft.com/office/drawing/2014/main" id="{758F7C78-D99D-44FA-B556-C9083699C076}"/>
              </a:ext>
            </a:extLst>
          </p:cNvPr>
          <p:cNvSpPr>
            <a:spLocks noGrp="1" noChangeArrowheads="1"/>
          </p:cNvSpPr>
          <p:nvPr>
            <p:ph type="body" idx="1"/>
          </p:nvPr>
        </p:nvSpPr>
        <p:spPr>
          <a:xfrm>
            <a:off x="3677136" y="651847"/>
            <a:ext cx="5710445" cy="6157110"/>
          </a:xfrm>
        </p:spPr>
        <p:txBody>
          <a:bodyPr anchor="ctr">
            <a:normAutofit/>
          </a:bodyPr>
          <a:lstStyle/>
          <a:p>
            <a:r>
              <a:rPr lang="en-US" altLang="es-CL"/>
              <a:t>John McCarthy introduce el </a:t>
            </a:r>
            <a:r>
              <a:rPr lang="en-US" altLang="es-CL" err="1"/>
              <a:t>término</a:t>
            </a:r>
            <a:r>
              <a:rPr lang="en-US" altLang="es-CL"/>
              <a:t> “</a:t>
            </a:r>
            <a:r>
              <a:rPr lang="en-US" altLang="es-CL" err="1"/>
              <a:t>Inteligencia</a:t>
            </a:r>
            <a:r>
              <a:rPr lang="en-US" altLang="es-CL"/>
              <a:t> Artificial”, </a:t>
            </a:r>
            <a:r>
              <a:rPr lang="en-US" altLang="es-CL" err="1"/>
              <a:t>junto</a:t>
            </a:r>
            <a:r>
              <a:rPr lang="en-US" altLang="es-CL"/>
              <a:t> con </a:t>
            </a:r>
            <a:r>
              <a:rPr lang="en-US" altLang="es-CL" err="1"/>
              <a:t>uno</a:t>
            </a:r>
            <a:r>
              <a:rPr lang="en-US" altLang="es-CL"/>
              <a:t> de los </a:t>
            </a:r>
            <a:r>
              <a:rPr lang="en-US" altLang="es-CL" err="1"/>
              <a:t>primeros</a:t>
            </a:r>
            <a:r>
              <a:rPr lang="en-US" altLang="es-CL"/>
              <a:t> </a:t>
            </a:r>
            <a:r>
              <a:rPr lang="en-US" altLang="es-CL" err="1"/>
              <a:t>lenguajes</a:t>
            </a:r>
            <a:r>
              <a:rPr lang="en-US" altLang="es-CL"/>
              <a:t> </a:t>
            </a:r>
            <a:r>
              <a:rPr lang="en-US" altLang="es-CL" err="1"/>
              <a:t>usados</a:t>
            </a:r>
            <a:r>
              <a:rPr lang="en-US" altLang="es-CL"/>
              <a:t> para </a:t>
            </a:r>
            <a:r>
              <a:rPr lang="en-US" altLang="es-CL" err="1"/>
              <a:t>desarrollar</a:t>
            </a:r>
            <a:r>
              <a:rPr lang="en-US" altLang="es-CL"/>
              <a:t> </a:t>
            </a:r>
            <a:r>
              <a:rPr lang="en-US" altLang="es-CL" err="1"/>
              <a:t>programas</a:t>
            </a:r>
            <a:r>
              <a:rPr lang="en-US" altLang="es-CL"/>
              <a:t> </a:t>
            </a:r>
            <a:r>
              <a:rPr lang="en-US" altLang="es-CL" err="1"/>
              <a:t>inteligentes</a:t>
            </a:r>
            <a:r>
              <a:rPr lang="en-US" altLang="es-CL"/>
              <a:t> (LISP)</a:t>
            </a:r>
          </a:p>
          <a:p>
            <a:r>
              <a:rPr lang="en-US" altLang="es-CL"/>
              <a:t>Alan Turing propone el Test de Turing</a:t>
            </a:r>
          </a:p>
          <a:p>
            <a:r>
              <a:rPr lang="en-US" altLang="es-CL"/>
              <a:t>La IA </a:t>
            </a:r>
            <a:r>
              <a:rPr lang="en-US" altLang="es-CL" err="1"/>
              <a:t>trata</a:t>
            </a:r>
            <a:r>
              <a:rPr lang="en-US" altLang="es-CL"/>
              <a:t> </a:t>
            </a:r>
            <a:r>
              <a:rPr lang="en-US" altLang="es-CL" err="1"/>
              <a:t>principalmente</a:t>
            </a:r>
            <a:r>
              <a:rPr lang="en-US" altLang="es-CL"/>
              <a:t> con “</a:t>
            </a:r>
            <a:r>
              <a:rPr lang="en-US" altLang="es-CL" err="1"/>
              <a:t>ejemplos</a:t>
            </a:r>
            <a:r>
              <a:rPr lang="en-US" altLang="es-CL"/>
              <a:t> de </a:t>
            </a:r>
            <a:r>
              <a:rPr lang="en-US" altLang="es-CL" err="1"/>
              <a:t>juguete</a:t>
            </a:r>
            <a:r>
              <a:rPr lang="en-US" altLang="es-CL"/>
              <a:t>”</a:t>
            </a:r>
          </a:p>
          <a:p>
            <a:pPr lvl="1"/>
            <a:r>
              <a:rPr lang="en-US" altLang="es-CL"/>
              <a:t>Las </a:t>
            </a:r>
            <a:r>
              <a:rPr lang="en-US" altLang="es-CL" err="1"/>
              <a:t>computadoras</a:t>
            </a:r>
            <a:r>
              <a:rPr lang="en-US" altLang="es-CL"/>
              <a:t> no </a:t>
            </a:r>
            <a:r>
              <a:rPr lang="en-US" altLang="es-CL" err="1"/>
              <a:t>tiene</a:t>
            </a:r>
            <a:r>
              <a:rPr lang="en-US" altLang="es-CL"/>
              <a:t> </a:t>
            </a:r>
            <a:r>
              <a:rPr lang="en-US" altLang="es-CL" err="1"/>
              <a:t>suficiente</a:t>
            </a:r>
            <a:r>
              <a:rPr lang="en-US" altLang="es-CL"/>
              <a:t> </a:t>
            </a:r>
            <a:r>
              <a:rPr lang="en-US" altLang="es-CL" err="1"/>
              <a:t>poder</a:t>
            </a:r>
            <a:r>
              <a:rPr lang="en-US" altLang="es-CL"/>
              <a:t> de </a:t>
            </a:r>
            <a:r>
              <a:rPr lang="en-US" altLang="es-CL" err="1"/>
              <a:t>procesamiento</a:t>
            </a:r>
            <a:endParaRPr lang="en-US" altLang="es-CL"/>
          </a:p>
          <a:p>
            <a:pPr lvl="1"/>
            <a:r>
              <a:rPr lang="en-US" altLang="es-CL" err="1"/>
              <a:t>Algunos</a:t>
            </a:r>
            <a:r>
              <a:rPr lang="en-US" altLang="es-CL"/>
              <a:t> </a:t>
            </a:r>
            <a:r>
              <a:rPr lang="en-US" altLang="es-CL" err="1"/>
              <a:t>problemas</a:t>
            </a:r>
            <a:r>
              <a:rPr lang="en-US" altLang="es-CL"/>
              <a:t> </a:t>
            </a:r>
            <a:r>
              <a:rPr lang="en-US" altLang="es-CL" err="1"/>
              <a:t>investigados</a:t>
            </a:r>
            <a:r>
              <a:rPr lang="en-US" altLang="es-CL"/>
              <a:t> son</a:t>
            </a:r>
          </a:p>
          <a:p>
            <a:pPr lvl="2"/>
            <a:r>
              <a:rPr lang="en-US" altLang="es-CL" err="1"/>
              <a:t>Juegos</a:t>
            </a:r>
            <a:r>
              <a:rPr lang="en-US" altLang="es-CL"/>
              <a:t> </a:t>
            </a:r>
            <a:r>
              <a:rPr lang="en-US" altLang="es-CL" err="1"/>
              <a:t>como</a:t>
            </a:r>
            <a:r>
              <a:rPr lang="en-US" altLang="es-CL"/>
              <a:t> el </a:t>
            </a:r>
            <a:r>
              <a:rPr lang="en-US" altLang="es-CL" err="1"/>
              <a:t>ajedrez</a:t>
            </a:r>
            <a:r>
              <a:rPr lang="en-US" altLang="es-CL"/>
              <a:t> </a:t>
            </a:r>
          </a:p>
          <a:p>
            <a:pPr lvl="2"/>
            <a:r>
              <a:rPr lang="en-US" altLang="es-CL" err="1"/>
              <a:t>Sistemas</a:t>
            </a:r>
            <a:r>
              <a:rPr lang="en-US" altLang="es-CL"/>
              <a:t> </a:t>
            </a:r>
            <a:r>
              <a:rPr lang="en-US" altLang="es-CL" err="1"/>
              <a:t>primitivos</a:t>
            </a:r>
            <a:r>
              <a:rPr lang="en-US" altLang="es-CL"/>
              <a:t> de </a:t>
            </a:r>
            <a:r>
              <a:rPr lang="en-US" altLang="es-CL" err="1"/>
              <a:t>traducción</a:t>
            </a:r>
            <a:r>
              <a:rPr lang="en-US" altLang="es-CL"/>
              <a:t> de </a:t>
            </a:r>
            <a:r>
              <a:rPr lang="en-US" altLang="es-CL" err="1"/>
              <a:t>lenguaje</a:t>
            </a:r>
            <a:endParaRPr lang="en-US" altLang="es-CL"/>
          </a:p>
          <a:p>
            <a:pPr lvl="2"/>
            <a:r>
              <a:rPr lang="en-US" altLang="es-CL" err="1"/>
              <a:t>Planificación</a:t>
            </a:r>
            <a:r>
              <a:rPr lang="en-US" altLang="es-CL"/>
              <a:t> y </a:t>
            </a:r>
            <a:r>
              <a:rPr lang="en-US" altLang="es-CL" err="1"/>
              <a:t>comprensión</a:t>
            </a:r>
            <a:r>
              <a:rPr lang="en-US" altLang="es-CL"/>
              <a:t> de </a:t>
            </a:r>
            <a:r>
              <a:rPr lang="en-US" altLang="es-CL" err="1"/>
              <a:t>lenguaje</a:t>
            </a:r>
            <a:r>
              <a:rPr lang="en-US" altLang="es-CL"/>
              <a:t> natural en </a:t>
            </a:r>
            <a:r>
              <a:rPr lang="en-US" altLang="es-CL" err="1"/>
              <a:t>mundos</a:t>
            </a:r>
            <a:r>
              <a:rPr lang="en-US" altLang="es-CL"/>
              <a:t> de </a:t>
            </a:r>
            <a:r>
              <a:rPr lang="en-US" altLang="es-CL" err="1"/>
              <a:t>juguete</a:t>
            </a:r>
            <a:r>
              <a:rPr lang="en-US" altLang="es-CL"/>
              <a:t> (e.g., </a:t>
            </a:r>
            <a:r>
              <a:rPr lang="en-US" altLang="es-CL" err="1"/>
              <a:t>poner</a:t>
            </a:r>
            <a:r>
              <a:rPr lang="en-US" altLang="es-CL"/>
              <a:t> el </a:t>
            </a:r>
            <a:r>
              <a:rPr lang="en-US" altLang="es-CL" err="1"/>
              <a:t>bloque</a:t>
            </a:r>
            <a:r>
              <a:rPr lang="en-US" altLang="es-CL"/>
              <a:t> </a:t>
            </a:r>
            <a:r>
              <a:rPr lang="en-US" altLang="es-CL" err="1"/>
              <a:t>azul</a:t>
            </a:r>
            <a:r>
              <a:rPr lang="en-US" altLang="es-CL"/>
              <a:t> </a:t>
            </a:r>
            <a:r>
              <a:rPr lang="en-US" altLang="es-CL" err="1"/>
              <a:t>sobre</a:t>
            </a:r>
            <a:r>
              <a:rPr lang="en-US" altLang="es-CL"/>
              <a:t> el </a:t>
            </a:r>
            <a:r>
              <a:rPr lang="en-US" altLang="es-CL" err="1"/>
              <a:t>bloque</a:t>
            </a:r>
            <a:r>
              <a:rPr lang="en-US" altLang="es-CL"/>
              <a:t> </a:t>
            </a:r>
            <a:r>
              <a:rPr lang="en-US" altLang="es-CL" err="1"/>
              <a:t>amarillo</a:t>
            </a:r>
            <a:r>
              <a:rPr lang="en-US" altLang="es-CL"/>
              <a:t>)</a:t>
            </a:r>
          </a:p>
          <a:p>
            <a:pPr lvl="2"/>
            <a:r>
              <a:rPr lang="en-US" altLang="es-CL"/>
              <a:t>Las </a:t>
            </a:r>
            <a:r>
              <a:rPr lang="en-US" altLang="es-CL" err="1"/>
              <a:t>primeras</a:t>
            </a:r>
            <a:r>
              <a:rPr lang="en-US" altLang="es-CL"/>
              <a:t> </a:t>
            </a:r>
            <a:r>
              <a:rPr lang="en-US" altLang="es-CL" err="1"/>
              <a:t>redes</a:t>
            </a:r>
            <a:r>
              <a:rPr lang="en-US" altLang="es-CL"/>
              <a:t> </a:t>
            </a:r>
            <a:r>
              <a:rPr lang="en-US" altLang="es-CL" err="1"/>
              <a:t>neuronales</a:t>
            </a:r>
            <a:r>
              <a:rPr lang="en-US" altLang="es-CL"/>
              <a:t> (</a:t>
            </a:r>
            <a:r>
              <a:rPr lang="en-US" altLang="es-CL" err="1"/>
              <a:t>perceptrón</a:t>
            </a:r>
            <a:r>
              <a:rPr lang="en-US" altLang="es-CL"/>
              <a:t>)</a:t>
            </a:r>
          </a:p>
          <a:p>
            <a:pPr lvl="2"/>
            <a:r>
              <a:rPr lang="en-US" altLang="es-CL"/>
              <a:t>El General Problem Solver (Newell) era </a:t>
            </a:r>
            <a:r>
              <a:rPr lang="en-US" altLang="es-CL" err="1"/>
              <a:t>capaz</a:t>
            </a:r>
            <a:r>
              <a:rPr lang="en-US" altLang="es-CL"/>
              <a:t> de </a:t>
            </a:r>
            <a:r>
              <a:rPr lang="en-US" altLang="es-CL" err="1"/>
              <a:t>demostrar</a:t>
            </a:r>
            <a:r>
              <a:rPr lang="en-US" altLang="es-CL"/>
              <a:t> </a:t>
            </a:r>
            <a:r>
              <a:rPr lang="en-US" altLang="es-CL" err="1"/>
              <a:t>teoremas</a:t>
            </a:r>
            <a:r>
              <a:rPr lang="en-US" altLang="es-CL"/>
              <a:t> </a:t>
            </a:r>
            <a:r>
              <a:rPr lang="en-US" altLang="es-CL" err="1"/>
              <a:t>matemáticos</a:t>
            </a:r>
            <a:endParaRPr lang="en-US" altLang="es-CL"/>
          </a:p>
        </p:txBody>
      </p:sp>
    </p:spTree>
    <p:extLst>
      <p:ext uri="{BB962C8B-B14F-4D97-AF65-F5344CB8AC3E}">
        <p14:creationId xmlns:p14="http://schemas.microsoft.com/office/powerpoint/2010/main" val="312793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77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77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7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7162BD-E324-3CBE-09EC-739D4941B853}"/>
            </a:ext>
          </a:extLst>
        </p:cNvPr>
        <p:cNvGrpSpPr/>
        <p:nvPr/>
      </p:nvGrpSpPr>
      <p:grpSpPr>
        <a:xfrm>
          <a:off x="0" y="0"/>
          <a:ext cx="0" cy="0"/>
          <a:chOff x="0" y="0"/>
          <a:chExt cx="0" cy="0"/>
        </a:xfrm>
      </p:grpSpPr>
      <p:sp useBgFill="1">
        <p:nvSpPr>
          <p:cNvPr id="32776" name="Rectangle 32775">
            <a:extLst>
              <a:ext uri="{FF2B5EF4-FFF2-40B4-BE49-F238E27FC236}">
                <a16:creationId xmlns:a16="http://schemas.microsoft.com/office/drawing/2014/main" id="{D410CA5D-FA1F-A9B3-1AA8-857A4AE0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8" name="Freeform: Shape 32777">
            <a:extLst>
              <a:ext uri="{FF2B5EF4-FFF2-40B4-BE49-F238E27FC236}">
                <a16:creationId xmlns:a16="http://schemas.microsoft.com/office/drawing/2014/main" id="{F4742576-8830-2FB1-4DA8-9DD7CC46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45595" cy="7559675"/>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0" name="Rectangle 2">
            <a:extLst>
              <a:ext uri="{FF2B5EF4-FFF2-40B4-BE49-F238E27FC236}">
                <a16:creationId xmlns:a16="http://schemas.microsoft.com/office/drawing/2014/main" id="{044CFC57-EB28-0900-C4A3-3B6427E0D16F}"/>
              </a:ext>
            </a:extLst>
          </p:cNvPr>
          <p:cNvSpPr>
            <a:spLocks noGrp="1" noChangeArrowheads="1"/>
          </p:cNvSpPr>
          <p:nvPr>
            <p:ph type="title"/>
          </p:nvPr>
        </p:nvSpPr>
        <p:spPr>
          <a:xfrm>
            <a:off x="567890" y="1271599"/>
            <a:ext cx="2646164" cy="4917606"/>
          </a:xfrm>
        </p:spPr>
        <p:txBody>
          <a:bodyPr>
            <a:normAutofit/>
          </a:bodyPr>
          <a:lstStyle/>
          <a:p>
            <a:r>
              <a:rPr lang="en-US" altLang="es-CL">
                <a:solidFill>
                  <a:srgbClr val="FFFFFF"/>
                </a:solidFill>
              </a:rPr>
              <a:t>Una breve historia de la IA:  1950s</a:t>
            </a:r>
          </a:p>
        </p:txBody>
      </p:sp>
      <p:sp>
        <p:nvSpPr>
          <p:cNvPr id="32780" name="Arc 32779">
            <a:extLst>
              <a:ext uri="{FF2B5EF4-FFF2-40B4-BE49-F238E27FC236}">
                <a16:creationId xmlns:a16="http://schemas.microsoft.com/office/drawing/2014/main" id="{DB6EEDFD-2B24-8EBB-7B34-D3CD45759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42845" y="2706710"/>
            <a:ext cx="3376276" cy="4501229"/>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71" name="Rectangle 3">
            <a:extLst>
              <a:ext uri="{FF2B5EF4-FFF2-40B4-BE49-F238E27FC236}">
                <a16:creationId xmlns:a16="http://schemas.microsoft.com/office/drawing/2014/main" id="{A9ACC2C6-130D-2CC9-B5E9-9548CFE70ADD}"/>
              </a:ext>
            </a:extLst>
          </p:cNvPr>
          <p:cNvSpPr>
            <a:spLocks noGrp="1" noChangeArrowheads="1"/>
          </p:cNvSpPr>
          <p:nvPr>
            <p:ph type="body" idx="1"/>
          </p:nvPr>
        </p:nvSpPr>
        <p:spPr>
          <a:xfrm>
            <a:off x="3677136" y="651847"/>
            <a:ext cx="5710445" cy="6157110"/>
          </a:xfrm>
        </p:spPr>
        <p:txBody>
          <a:bodyPr anchor="ctr">
            <a:normAutofit/>
          </a:bodyPr>
          <a:lstStyle/>
          <a:p>
            <a:r>
              <a:rPr lang="en-US" altLang="es-CL" b="1" dirty="0" err="1"/>
              <a:t>Muchas</a:t>
            </a:r>
            <a:r>
              <a:rPr lang="en-US" altLang="es-CL" b="1" dirty="0"/>
              <a:t> ideas </a:t>
            </a:r>
            <a:r>
              <a:rPr lang="en-US" altLang="es-CL" b="1" dirty="0" err="1"/>
              <a:t>en</a:t>
            </a:r>
            <a:r>
              <a:rPr lang="en-US" altLang="es-CL" b="1" dirty="0"/>
              <a:t> la IA actual </a:t>
            </a:r>
            <a:r>
              <a:rPr lang="en-US" altLang="es-CL" b="1" dirty="0" err="1"/>
              <a:t>provienen</a:t>
            </a:r>
            <a:r>
              <a:rPr lang="en-US" altLang="es-CL" b="1" dirty="0"/>
              <a:t> de </a:t>
            </a:r>
            <a:r>
              <a:rPr lang="en-US" altLang="es-CL" b="1" dirty="0" err="1"/>
              <a:t>trabajos</a:t>
            </a:r>
            <a:r>
              <a:rPr lang="en-US" altLang="es-CL" b="1" dirty="0"/>
              <a:t> de </a:t>
            </a:r>
            <a:r>
              <a:rPr lang="en-US" altLang="es-CL" b="1" dirty="0" err="1"/>
              <a:t>esa</a:t>
            </a:r>
            <a:r>
              <a:rPr lang="en-US" altLang="es-CL" b="1" dirty="0"/>
              <a:t> </a:t>
            </a:r>
            <a:r>
              <a:rPr lang="en-US" altLang="es-CL" b="1" dirty="0" err="1"/>
              <a:t>época</a:t>
            </a:r>
            <a:r>
              <a:rPr lang="en-US" altLang="es-CL" b="1" dirty="0"/>
              <a:t> </a:t>
            </a:r>
            <a:r>
              <a:rPr lang="en-US" altLang="es-CL" b="1" dirty="0" err="1"/>
              <a:t>inicial</a:t>
            </a:r>
            <a:r>
              <a:rPr lang="en-US" altLang="es-CL" b="1" dirty="0"/>
              <a:t>. </a:t>
            </a:r>
          </a:p>
          <a:p>
            <a:pPr marL="0" indent="0">
              <a:buNone/>
            </a:pPr>
            <a:r>
              <a:rPr lang="es-CL" sz="2400" dirty="0"/>
              <a:t>La idea de George Miller en los 50: </a:t>
            </a:r>
          </a:p>
          <a:p>
            <a:pPr marL="0" indent="0">
              <a:buNone/>
            </a:pPr>
            <a:r>
              <a:rPr lang="es-CL" sz="2400" dirty="0"/>
              <a:t>Lenguaje = Probabilidades</a:t>
            </a:r>
          </a:p>
          <a:p>
            <a:pPr marL="0" indent="0">
              <a:buNone/>
            </a:pPr>
            <a:r>
              <a:rPr lang="es-CL" sz="2400" dirty="0"/>
              <a:t>En su trabajo </a:t>
            </a:r>
            <a:r>
              <a:rPr lang="es-CL" sz="2400" i="1" dirty="0"/>
              <a:t>"</a:t>
            </a:r>
            <a:r>
              <a:rPr lang="es-CL" sz="2400" i="1" dirty="0" err="1"/>
              <a:t>Language</a:t>
            </a:r>
            <a:r>
              <a:rPr lang="es-CL" sz="2400" i="1" dirty="0"/>
              <a:t> and </a:t>
            </a:r>
            <a:r>
              <a:rPr lang="es-CL" sz="2400" i="1" dirty="0" err="1"/>
              <a:t>Communication</a:t>
            </a:r>
            <a:r>
              <a:rPr lang="es-CL" sz="2400" i="1" dirty="0"/>
              <a:t>"</a:t>
            </a:r>
            <a:r>
              <a:rPr lang="es-CL" sz="2400" dirty="0"/>
              <a:t> (1951) y estudios posteriores, Miller propuso que:</a:t>
            </a:r>
          </a:p>
          <a:p>
            <a:pPr marL="0" lvl="0" indent="0">
              <a:buNone/>
            </a:pPr>
            <a:r>
              <a:rPr lang="es-CL" sz="2400" dirty="0"/>
              <a:t>El lenguaje sigue patrones estadísticos: La probabilidad de que aparezca una palabra o letra depende del contexto previo.</a:t>
            </a:r>
          </a:p>
          <a:p>
            <a:pPr marL="0" lvl="0" indent="0">
              <a:buNone/>
            </a:pPr>
            <a:endParaRPr lang="es-CL" sz="2400" dirty="0"/>
          </a:p>
          <a:p>
            <a:pPr lvl="1"/>
            <a:r>
              <a:rPr lang="es-CL" sz="2000" dirty="0"/>
              <a:t>Ejemplo: Tras </a:t>
            </a:r>
            <a:r>
              <a:rPr lang="es-CL" sz="2000" i="1" dirty="0"/>
              <a:t>"El gato está en el..."</a:t>
            </a:r>
            <a:r>
              <a:rPr lang="es-CL" sz="2000" dirty="0"/>
              <a:t>, la palabra </a:t>
            </a:r>
            <a:r>
              <a:rPr lang="es-CL" sz="2000" i="1" dirty="0"/>
              <a:t>"tejado"</a:t>
            </a:r>
            <a:r>
              <a:rPr lang="es-CL" sz="2000" dirty="0"/>
              <a:t> es más probable que </a:t>
            </a:r>
            <a:r>
              <a:rPr lang="es-CL" sz="2000" i="1" dirty="0"/>
              <a:t>"banana"</a:t>
            </a:r>
            <a:r>
              <a:rPr lang="es-CL" sz="2000" dirty="0"/>
              <a:t>.</a:t>
            </a:r>
          </a:p>
          <a:p>
            <a:pPr marL="0" lvl="0" indent="0">
              <a:buNone/>
            </a:pPr>
            <a:r>
              <a:rPr lang="es-CL" sz="2400" dirty="0"/>
              <a:t>Las máquinas podrían "aprender" lenguaje previendo secuencias (letras → palabras → oraciones).</a:t>
            </a:r>
          </a:p>
          <a:p>
            <a:endParaRPr lang="en-US" altLang="es-CL" dirty="0"/>
          </a:p>
          <a:p>
            <a:endParaRPr lang="en-US" altLang="es-CL" dirty="0"/>
          </a:p>
        </p:txBody>
      </p:sp>
    </p:spTree>
    <p:extLst>
      <p:ext uri="{BB962C8B-B14F-4D97-AF65-F5344CB8AC3E}">
        <p14:creationId xmlns:p14="http://schemas.microsoft.com/office/powerpoint/2010/main" val="140323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C19423-3AEE-2D74-C0BF-4E089F1897E2}"/>
            </a:ext>
          </a:extLst>
        </p:cNvPr>
        <p:cNvGrpSpPr/>
        <p:nvPr/>
      </p:nvGrpSpPr>
      <p:grpSpPr>
        <a:xfrm>
          <a:off x="0" y="0"/>
          <a:ext cx="0" cy="0"/>
          <a:chOff x="0" y="0"/>
          <a:chExt cx="0" cy="0"/>
        </a:xfrm>
      </p:grpSpPr>
      <p:sp useBgFill="1">
        <p:nvSpPr>
          <p:cNvPr id="32776" name="Rectangle 32775">
            <a:extLst>
              <a:ext uri="{FF2B5EF4-FFF2-40B4-BE49-F238E27FC236}">
                <a16:creationId xmlns:a16="http://schemas.microsoft.com/office/drawing/2014/main" id="{BC19813B-333C-62F6-A8B8-50966E923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8" name="Freeform: Shape 32777">
            <a:extLst>
              <a:ext uri="{FF2B5EF4-FFF2-40B4-BE49-F238E27FC236}">
                <a16:creationId xmlns:a16="http://schemas.microsoft.com/office/drawing/2014/main" id="{F615DE86-C278-0A08-0F9C-E2DB49205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45595" cy="7559675"/>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0" name="Rectangle 2">
            <a:extLst>
              <a:ext uri="{FF2B5EF4-FFF2-40B4-BE49-F238E27FC236}">
                <a16:creationId xmlns:a16="http://schemas.microsoft.com/office/drawing/2014/main" id="{4BD916D8-929B-7A7A-3978-9316FC51A50B}"/>
              </a:ext>
            </a:extLst>
          </p:cNvPr>
          <p:cNvSpPr>
            <a:spLocks noGrp="1" noChangeArrowheads="1"/>
          </p:cNvSpPr>
          <p:nvPr>
            <p:ph type="title"/>
          </p:nvPr>
        </p:nvSpPr>
        <p:spPr>
          <a:xfrm>
            <a:off x="567890" y="1271599"/>
            <a:ext cx="2646164" cy="4917606"/>
          </a:xfrm>
        </p:spPr>
        <p:txBody>
          <a:bodyPr>
            <a:normAutofit/>
          </a:bodyPr>
          <a:lstStyle/>
          <a:p>
            <a:r>
              <a:rPr lang="en-US" altLang="es-CL">
                <a:solidFill>
                  <a:srgbClr val="FFFFFF"/>
                </a:solidFill>
              </a:rPr>
              <a:t>Una breve historia de la IA:  1950s</a:t>
            </a:r>
          </a:p>
        </p:txBody>
      </p:sp>
      <p:sp>
        <p:nvSpPr>
          <p:cNvPr id="32780" name="Arc 32779">
            <a:extLst>
              <a:ext uri="{FF2B5EF4-FFF2-40B4-BE49-F238E27FC236}">
                <a16:creationId xmlns:a16="http://schemas.microsoft.com/office/drawing/2014/main" id="{107DA458-B674-5432-227B-115EB5AF34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42845" y="2706710"/>
            <a:ext cx="3376276" cy="4501229"/>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71" name="Rectangle 3">
            <a:extLst>
              <a:ext uri="{FF2B5EF4-FFF2-40B4-BE49-F238E27FC236}">
                <a16:creationId xmlns:a16="http://schemas.microsoft.com/office/drawing/2014/main" id="{8616DE67-DF8B-50AA-4E88-9A206B4E8B8F}"/>
              </a:ext>
            </a:extLst>
          </p:cNvPr>
          <p:cNvSpPr>
            <a:spLocks noGrp="1" noChangeArrowheads="1"/>
          </p:cNvSpPr>
          <p:nvPr>
            <p:ph type="body" idx="1"/>
          </p:nvPr>
        </p:nvSpPr>
        <p:spPr>
          <a:xfrm>
            <a:off x="3677136" y="651846"/>
            <a:ext cx="5710445" cy="6383953"/>
          </a:xfrm>
        </p:spPr>
        <p:txBody>
          <a:bodyPr anchor="ctr">
            <a:normAutofit/>
          </a:bodyPr>
          <a:lstStyle/>
          <a:p>
            <a:pPr marL="0" indent="0">
              <a:buNone/>
            </a:pPr>
            <a:r>
              <a:rPr lang="es-CL" dirty="0"/>
              <a:t>¿Cómo se materializó esta idea?</a:t>
            </a:r>
          </a:p>
          <a:p>
            <a:r>
              <a:rPr lang="es-CL" dirty="0"/>
              <a:t>a) Modelos de n-gramas (1950s-1990s)</a:t>
            </a:r>
          </a:p>
          <a:p>
            <a:pPr marL="0" lvl="0" indent="0">
              <a:buNone/>
            </a:pPr>
            <a:r>
              <a:rPr lang="es-CL" dirty="0"/>
              <a:t>Técnica: Contar frecuencias de secuencias de palabras (</a:t>
            </a:r>
            <a:r>
              <a:rPr lang="es-CL" dirty="0" err="1"/>
              <a:t>ej</a:t>
            </a:r>
            <a:r>
              <a:rPr lang="es-CL" dirty="0"/>
              <a:t>: </a:t>
            </a:r>
            <a:r>
              <a:rPr lang="es-CL" dirty="0" err="1"/>
              <a:t>bigramas</a:t>
            </a:r>
            <a:r>
              <a:rPr lang="es-CL" dirty="0"/>
              <a:t> </a:t>
            </a:r>
            <a:r>
              <a:rPr lang="es-CL" i="1" dirty="0"/>
              <a:t>"casa grande"</a:t>
            </a:r>
            <a:r>
              <a:rPr lang="es-CL" dirty="0"/>
              <a:t> vs. </a:t>
            </a:r>
            <a:r>
              <a:rPr lang="es-CL" i="1" dirty="0"/>
              <a:t>"casa azul"</a:t>
            </a:r>
            <a:r>
              <a:rPr lang="es-CL" dirty="0"/>
              <a:t>).</a:t>
            </a:r>
          </a:p>
          <a:p>
            <a:pPr marL="0" lvl="0" indent="0">
              <a:buNone/>
            </a:pPr>
            <a:r>
              <a:rPr lang="es-CL" dirty="0"/>
              <a:t>Limitación: No capturaba contextos largos ni significado.</a:t>
            </a:r>
          </a:p>
          <a:p>
            <a:endParaRPr lang="en-US" altLang="es-CL" dirty="0"/>
          </a:p>
          <a:p>
            <a:pPr marL="0" indent="0">
              <a:buNone/>
            </a:pPr>
            <a:endParaRPr lang="en-US" altLang="es-CL" dirty="0"/>
          </a:p>
        </p:txBody>
      </p:sp>
    </p:spTree>
    <p:extLst>
      <p:ext uri="{BB962C8B-B14F-4D97-AF65-F5344CB8AC3E}">
        <p14:creationId xmlns:p14="http://schemas.microsoft.com/office/powerpoint/2010/main" val="533885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3127AE-2F4B-E923-0723-C437A604B969}"/>
            </a:ext>
          </a:extLst>
        </p:cNvPr>
        <p:cNvGrpSpPr/>
        <p:nvPr/>
      </p:nvGrpSpPr>
      <p:grpSpPr>
        <a:xfrm>
          <a:off x="0" y="0"/>
          <a:ext cx="0" cy="0"/>
          <a:chOff x="0" y="0"/>
          <a:chExt cx="0" cy="0"/>
        </a:xfrm>
      </p:grpSpPr>
      <p:sp useBgFill="1">
        <p:nvSpPr>
          <p:cNvPr id="32776" name="Rectangle 32775">
            <a:extLst>
              <a:ext uri="{FF2B5EF4-FFF2-40B4-BE49-F238E27FC236}">
                <a16:creationId xmlns:a16="http://schemas.microsoft.com/office/drawing/2014/main" id="{AA25D468-D31C-83A3-67E1-08A7547A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8" name="Freeform: Shape 32777">
            <a:extLst>
              <a:ext uri="{FF2B5EF4-FFF2-40B4-BE49-F238E27FC236}">
                <a16:creationId xmlns:a16="http://schemas.microsoft.com/office/drawing/2014/main" id="{300AC10F-2393-8DFE-A802-6755A0247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45595" cy="7559675"/>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0" name="Rectangle 2">
            <a:extLst>
              <a:ext uri="{FF2B5EF4-FFF2-40B4-BE49-F238E27FC236}">
                <a16:creationId xmlns:a16="http://schemas.microsoft.com/office/drawing/2014/main" id="{2BE54ABD-C429-9079-26EB-024D53F9318B}"/>
              </a:ext>
            </a:extLst>
          </p:cNvPr>
          <p:cNvSpPr>
            <a:spLocks noGrp="1" noChangeArrowheads="1"/>
          </p:cNvSpPr>
          <p:nvPr>
            <p:ph type="title"/>
          </p:nvPr>
        </p:nvSpPr>
        <p:spPr>
          <a:xfrm>
            <a:off x="567890" y="1271599"/>
            <a:ext cx="2646164" cy="4917606"/>
          </a:xfrm>
        </p:spPr>
        <p:txBody>
          <a:bodyPr>
            <a:normAutofit/>
          </a:bodyPr>
          <a:lstStyle/>
          <a:p>
            <a:r>
              <a:rPr lang="en-US" altLang="es-CL">
                <a:solidFill>
                  <a:srgbClr val="FFFFFF"/>
                </a:solidFill>
              </a:rPr>
              <a:t>Una breve historia de la IA:  1950s</a:t>
            </a:r>
          </a:p>
        </p:txBody>
      </p:sp>
      <p:sp>
        <p:nvSpPr>
          <p:cNvPr id="32780" name="Arc 32779">
            <a:extLst>
              <a:ext uri="{FF2B5EF4-FFF2-40B4-BE49-F238E27FC236}">
                <a16:creationId xmlns:a16="http://schemas.microsoft.com/office/drawing/2014/main" id="{DCADBF37-0ACF-5C05-91EB-A84BE8A0E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42845" y="2706710"/>
            <a:ext cx="3376276" cy="4501229"/>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71" name="Rectangle 3">
            <a:extLst>
              <a:ext uri="{FF2B5EF4-FFF2-40B4-BE49-F238E27FC236}">
                <a16:creationId xmlns:a16="http://schemas.microsoft.com/office/drawing/2014/main" id="{ADF7825F-F782-B88C-F435-BD082D1628D1}"/>
              </a:ext>
            </a:extLst>
          </p:cNvPr>
          <p:cNvSpPr>
            <a:spLocks noGrp="1" noChangeArrowheads="1"/>
          </p:cNvSpPr>
          <p:nvPr>
            <p:ph type="body" idx="1"/>
          </p:nvPr>
        </p:nvSpPr>
        <p:spPr>
          <a:xfrm>
            <a:off x="3677136" y="651846"/>
            <a:ext cx="5710445" cy="6383953"/>
          </a:xfrm>
        </p:spPr>
        <p:txBody>
          <a:bodyPr anchor="ctr">
            <a:normAutofit/>
          </a:bodyPr>
          <a:lstStyle/>
          <a:p>
            <a:pPr marL="0" indent="0">
              <a:buNone/>
            </a:pPr>
            <a:r>
              <a:rPr lang="es-ES" altLang="es-CL" dirty="0"/>
              <a:t>b) Redes Neuronales Recurrentes (1990s-2010s)</a:t>
            </a:r>
          </a:p>
          <a:p>
            <a:pPr marL="0" indent="0">
              <a:buNone/>
            </a:pPr>
            <a:r>
              <a:rPr lang="es-ES" altLang="es-CL" dirty="0"/>
              <a:t>Avance: Modelos como </a:t>
            </a:r>
            <a:r>
              <a:rPr lang="es-ES" altLang="es-CL" dirty="0" err="1"/>
              <a:t>ELMo</a:t>
            </a:r>
            <a:r>
              <a:rPr lang="es-ES" altLang="es-CL" dirty="0"/>
              <a:t> (una red neural recurrente) usaban redes para predecir palabras en contexto.</a:t>
            </a:r>
          </a:p>
          <a:p>
            <a:pPr marL="0" indent="0">
              <a:buNone/>
            </a:pPr>
            <a:r>
              <a:rPr lang="es-ES" altLang="es-CL" dirty="0"/>
              <a:t>c) Transformers (2017-actualidad)</a:t>
            </a:r>
          </a:p>
          <a:p>
            <a:pPr marL="0" indent="0">
              <a:buNone/>
            </a:pPr>
            <a:r>
              <a:rPr lang="es-ES" altLang="es-CL" dirty="0"/>
              <a:t>Revolución: Modelos como GPT y BERT aplican la idea de Miller a escala masiva:</a:t>
            </a:r>
          </a:p>
          <a:p>
            <a:r>
              <a:rPr lang="es-ES" altLang="es-CL" dirty="0"/>
              <a:t>Entrenamiento: Predecir la siguiente palabra (o letra) en billones de textos.</a:t>
            </a:r>
          </a:p>
          <a:p>
            <a:r>
              <a:rPr lang="es-ES" altLang="es-CL" dirty="0"/>
              <a:t>Resultado: "Aprenden" gramática, semántica e incluso razonamiento.</a:t>
            </a:r>
          </a:p>
          <a:p>
            <a:endParaRPr lang="en-US" altLang="es-CL" dirty="0"/>
          </a:p>
          <a:p>
            <a:pPr marL="0" indent="0">
              <a:buNone/>
            </a:pPr>
            <a:endParaRPr lang="en-US" altLang="es-CL" dirty="0"/>
          </a:p>
        </p:txBody>
      </p:sp>
    </p:spTree>
    <p:extLst>
      <p:ext uri="{BB962C8B-B14F-4D97-AF65-F5344CB8AC3E}">
        <p14:creationId xmlns:p14="http://schemas.microsoft.com/office/powerpoint/2010/main" val="1733227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6" name="Rectangle 32775">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70" name="Rectangle 2">
            <a:extLst>
              <a:ext uri="{FF2B5EF4-FFF2-40B4-BE49-F238E27FC236}">
                <a16:creationId xmlns:a16="http://schemas.microsoft.com/office/drawing/2014/main" id="{D7D964D1-DD8D-4A11-8AD2-E7337AC24AA2}"/>
              </a:ext>
            </a:extLst>
          </p:cNvPr>
          <p:cNvSpPr>
            <a:spLocks noGrp="1" noChangeArrowheads="1"/>
          </p:cNvSpPr>
          <p:nvPr>
            <p:ph type="title"/>
          </p:nvPr>
        </p:nvSpPr>
        <p:spPr>
          <a:xfrm>
            <a:off x="521672" y="706388"/>
            <a:ext cx="2827615" cy="6154387"/>
          </a:xfrm>
        </p:spPr>
        <p:txBody>
          <a:bodyPr anchor="ctr">
            <a:normAutofit/>
          </a:bodyPr>
          <a:lstStyle/>
          <a:p>
            <a:r>
              <a:rPr lang="en-US" altLang="es-CL" sz="5200"/>
              <a:t>Una breve historia de la IA:  1950s</a:t>
            </a:r>
          </a:p>
        </p:txBody>
      </p:sp>
      <p:sp>
        <p:nvSpPr>
          <p:cNvPr id="32778"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528218" y="695490"/>
            <a:ext cx="15121" cy="6162359"/>
          </a:xfrm>
          <a:custGeom>
            <a:avLst/>
            <a:gdLst>
              <a:gd name="connsiteX0" fmla="*/ 0 w 15121"/>
              <a:gd name="connsiteY0" fmla="*/ 0 h 6162359"/>
              <a:gd name="connsiteX1" fmla="*/ 15121 w 15121"/>
              <a:gd name="connsiteY1" fmla="*/ 0 h 6162359"/>
              <a:gd name="connsiteX2" fmla="*/ 15121 w 15121"/>
              <a:gd name="connsiteY2" fmla="*/ 499836 h 6162359"/>
              <a:gd name="connsiteX3" fmla="*/ 15121 w 15121"/>
              <a:gd name="connsiteY3" fmla="*/ 1122919 h 6162359"/>
              <a:gd name="connsiteX4" fmla="*/ 15121 w 15121"/>
              <a:gd name="connsiteY4" fmla="*/ 1622755 h 6162359"/>
              <a:gd name="connsiteX5" fmla="*/ 15121 w 15121"/>
              <a:gd name="connsiteY5" fmla="*/ 2369085 h 6162359"/>
              <a:gd name="connsiteX6" fmla="*/ 15121 w 15121"/>
              <a:gd name="connsiteY6" fmla="*/ 2992168 h 6162359"/>
              <a:gd name="connsiteX7" fmla="*/ 15121 w 15121"/>
              <a:gd name="connsiteY7" fmla="*/ 3738498 h 6162359"/>
              <a:gd name="connsiteX8" fmla="*/ 15121 w 15121"/>
              <a:gd name="connsiteY8" fmla="*/ 4423204 h 6162359"/>
              <a:gd name="connsiteX9" fmla="*/ 15121 w 15121"/>
              <a:gd name="connsiteY9" fmla="*/ 4984664 h 6162359"/>
              <a:gd name="connsiteX10" fmla="*/ 15121 w 15121"/>
              <a:gd name="connsiteY10" fmla="*/ 6162359 h 6162359"/>
              <a:gd name="connsiteX11" fmla="*/ 0 w 15121"/>
              <a:gd name="connsiteY11" fmla="*/ 6162359 h 6162359"/>
              <a:gd name="connsiteX12" fmla="*/ 0 w 15121"/>
              <a:gd name="connsiteY12" fmla="*/ 5354405 h 6162359"/>
              <a:gd name="connsiteX13" fmla="*/ 0 w 15121"/>
              <a:gd name="connsiteY13" fmla="*/ 4854569 h 6162359"/>
              <a:gd name="connsiteX14" fmla="*/ 0 w 15121"/>
              <a:gd name="connsiteY14" fmla="*/ 4354734 h 6162359"/>
              <a:gd name="connsiteX15" fmla="*/ 0 w 15121"/>
              <a:gd name="connsiteY15" fmla="*/ 3546780 h 6162359"/>
              <a:gd name="connsiteX16" fmla="*/ 0 w 15121"/>
              <a:gd name="connsiteY16" fmla="*/ 3046944 h 6162359"/>
              <a:gd name="connsiteX17" fmla="*/ 0 w 15121"/>
              <a:gd name="connsiteY17" fmla="*/ 2362238 h 6162359"/>
              <a:gd name="connsiteX18" fmla="*/ 0 w 15121"/>
              <a:gd name="connsiteY18" fmla="*/ 1739155 h 6162359"/>
              <a:gd name="connsiteX19" fmla="*/ 0 w 15121"/>
              <a:gd name="connsiteY19" fmla="*/ 931201 h 6162359"/>
              <a:gd name="connsiteX20" fmla="*/ 0 w 15121"/>
              <a:gd name="connsiteY20" fmla="*/ 0 h 6162359"/>
              <a:gd name="connsiteX0" fmla="*/ 0 w 15121"/>
              <a:gd name="connsiteY0" fmla="*/ 0 h 6162359"/>
              <a:gd name="connsiteX1" fmla="*/ 15121 w 15121"/>
              <a:gd name="connsiteY1" fmla="*/ 0 h 6162359"/>
              <a:gd name="connsiteX2" fmla="*/ 15121 w 15121"/>
              <a:gd name="connsiteY2" fmla="*/ 684707 h 6162359"/>
              <a:gd name="connsiteX3" fmla="*/ 15121 w 15121"/>
              <a:gd name="connsiteY3" fmla="*/ 1369413 h 6162359"/>
              <a:gd name="connsiteX4" fmla="*/ 15121 w 15121"/>
              <a:gd name="connsiteY4" fmla="*/ 2115743 h 6162359"/>
              <a:gd name="connsiteX5" fmla="*/ 15121 w 15121"/>
              <a:gd name="connsiteY5" fmla="*/ 2677203 h 6162359"/>
              <a:gd name="connsiteX6" fmla="*/ 15121 w 15121"/>
              <a:gd name="connsiteY6" fmla="*/ 3423533 h 6162359"/>
              <a:gd name="connsiteX7" fmla="*/ 15121 w 15121"/>
              <a:gd name="connsiteY7" fmla="*/ 4231487 h 6162359"/>
              <a:gd name="connsiteX8" fmla="*/ 15121 w 15121"/>
              <a:gd name="connsiteY8" fmla="*/ 4916193 h 6162359"/>
              <a:gd name="connsiteX9" fmla="*/ 15121 w 15121"/>
              <a:gd name="connsiteY9" fmla="*/ 6162359 h 6162359"/>
              <a:gd name="connsiteX10" fmla="*/ 0 w 15121"/>
              <a:gd name="connsiteY10" fmla="*/ 6162359 h 6162359"/>
              <a:gd name="connsiteX11" fmla="*/ 0 w 15121"/>
              <a:gd name="connsiteY11" fmla="*/ 5662523 h 6162359"/>
              <a:gd name="connsiteX12" fmla="*/ 0 w 15121"/>
              <a:gd name="connsiteY12" fmla="*/ 5101064 h 6162359"/>
              <a:gd name="connsiteX13" fmla="*/ 0 w 15121"/>
              <a:gd name="connsiteY13" fmla="*/ 4416357 h 6162359"/>
              <a:gd name="connsiteX14" fmla="*/ 0 w 15121"/>
              <a:gd name="connsiteY14" fmla="*/ 3854898 h 6162359"/>
              <a:gd name="connsiteX15" fmla="*/ 0 w 15121"/>
              <a:gd name="connsiteY15" fmla="*/ 3355062 h 6162359"/>
              <a:gd name="connsiteX16" fmla="*/ 0 w 15121"/>
              <a:gd name="connsiteY16" fmla="*/ 2731979 h 6162359"/>
              <a:gd name="connsiteX17" fmla="*/ 0 w 15121"/>
              <a:gd name="connsiteY17" fmla="*/ 2108896 h 6162359"/>
              <a:gd name="connsiteX18" fmla="*/ 0 w 15121"/>
              <a:gd name="connsiteY18" fmla="*/ 1485813 h 6162359"/>
              <a:gd name="connsiteX19" fmla="*/ 0 w 15121"/>
              <a:gd name="connsiteY19" fmla="*/ 985977 h 6162359"/>
              <a:gd name="connsiteX20" fmla="*/ 0 w 15121"/>
              <a:gd name="connsiteY20" fmla="*/ 0 h 616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21" h="6162359" fill="none" extrusionOk="0">
                <a:moveTo>
                  <a:pt x="0" y="0"/>
                </a:moveTo>
                <a:cubicBezTo>
                  <a:pt x="5336" y="-288"/>
                  <a:pt x="11764" y="575"/>
                  <a:pt x="15121" y="0"/>
                </a:cubicBezTo>
                <a:cubicBezTo>
                  <a:pt x="31986" y="149289"/>
                  <a:pt x="-1237" y="260134"/>
                  <a:pt x="15121" y="499836"/>
                </a:cubicBezTo>
                <a:cubicBezTo>
                  <a:pt x="-6436" y="682538"/>
                  <a:pt x="-27772" y="927057"/>
                  <a:pt x="15121" y="1122919"/>
                </a:cubicBezTo>
                <a:cubicBezTo>
                  <a:pt x="40548" y="1318656"/>
                  <a:pt x="1734" y="1417449"/>
                  <a:pt x="15121" y="1622755"/>
                </a:cubicBezTo>
                <a:cubicBezTo>
                  <a:pt x="37930" y="1816819"/>
                  <a:pt x="-17541" y="2148069"/>
                  <a:pt x="15121" y="2369085"/>
                </a:cubicBezTo>
                <a:cubicBezTo>
                  <a:pt x="45294" y="2615455"/>
                  <a:pt x="9992" y="2877595"/>
                  <a:pt x="15121" y="2992168"/>
                </a:cubicBezTo>
                <a:cubicBezTo>
                  <a:pt x="-38305" y="3114226"/>
                  <a:pt x="-13761" y="3539771"/>
                  <a:pt x="15121" y="3738498"/>
                </a:cubicBezTo>
                <a:cubicBezTo>
                  <a:pt x="52877" y="3888653"/>
                  <a:pt x="-18594" y="4055067"/>
                  <a:pt x="15121" y="4423204"/>
                </a:cubicBezTo>
                <a:cubicBezTo>
                  <a:pt x="35436" y="4759127"/>
                  <a:pt x="34966" y="4821556"/>
                  <a:pt x="15121" y="4984664"/>
                </a:cubicBezTo>
                <a:cubicBezTo>
                  <a:pt x="17803" y="5145268"/>
                  <a:pt x="11359" y="5828644"/>
                  <a:pt x="15121" y="6162359"/>
                </a:cubicBezTo>
                <a:cubicBezTo>
                  <a:pt x="11579" y="6162392"/>
                  <a:pt x="3276" y="6162491"/>
                  <a:pt x="0" y="6162359"/>
                </a:cubicBezTo>
                <a:cubicBezTo>
                  <a:pt x="-30872" y="5769546"/>
                  <a:pt x="-4493" y="5614340"/>
                  <a:pt x="0" y="5354405"/>
                </a:cubicBezTo>
                <a:cubicBezTo>
                  <a:pt x="13669" y="5070744"/>
                  <a:pt x="20179" y="4986769"/>
                  <a:pt x="0" y="4854569"/>
                </a:cubicBezTo>
                <a:cubicBezTo>
                  <a:pt x="177" y="4703135"/>
                  <a:pt x="35318" y="4605922"/>
                  <a:pt x="0" y="4354734"/>
                </a:cubicBezTo>
                <a:cubicBezTo>
                  <a:pt x="-44450" y="4142440"/>
                  <a:pt x="13426" y="3945307"/>
                  <a:pt x="0" y="3546780"/>
                </a:cubicBezTo>
                <a:cubicBezTo>
                  <a:pt x="-12661" y="3166423"/>
                  <a:pt x="-9372" y="3246408"/>
                  <a:pt x="0" y="3046944"/>
                </a:cubicBezTo>
                <a:cubicBezTo>
                  <a:pt x="32452" y="2866488"/>
                  <a:pt x="-33270" y="2644769"/>
                  <a:pt x="0" y="2362238"/>
                </a:cubicBezTo>
                <a:cubicBezTo>
                  <a:pt x="-9355" y="2051750"/>
                  <a:pt x="-8618" y="1968574"/>
                  <a:pt x="0" y="1739155"/>
                </a:cubicBezTo>
                <a:cubicBezTo>
                  <a:pt x="8264" y="1545991"/>
                  <a:pt x="-23523" y="1260252"/>
                  <a:pt x="0" y="931201"/>
                </a:cubicBezTo>
                <a:cubicBezTo>
                  <a:pt x="25408" y="564780"/>
                  <a:pt x="-29018" y="250915"/>
                  <a:pt x="0" y="0"/>
                </a:cubicBezTo>
                <a:close/>
              </a:path>
              <a:path w="15121" h="6162359" stroke="0" extrusionOk="0">
                <a:moveTo>
                  <a:pt x="0" y="0"/>
                </a:moveTo>
                <a:cubicBezTo>
                  <a:pt x="5208" y="-647"/>
                  <a:pt x="9392" y="-635"/>
                  <a:pt x="15121" y="0"/>
                </a:cubicBezTo>
                <a:cubicBezTo>
                  <a:pt x="44529" y="102791"/>
                  <a:pt x="-12578" y="465998"/>
                  <a:pt x="15121" y="684707"/>
                </a:cubicBezTo>
                <a:cubicBezTo>
                  <a:pt x="9355" y="956022"/>
                  <a:pt x="-37946" y="1051043"/>
                  <a:pt x="15121" y="1369413"/>
                </a:cubicBezTo>
                <a:cubicBezTo>
                  <a:pt x="61232" y="1665714"/>
                  <a:pt x="-6650" y="1848537"/>
                  <a:pt x="15121" y="2115743"/>
                </a:cubicBezTo>
                <a:cubicBezTo>
                  <a:pt x="7145" y="2380180"/>
                  <a:pt x="57379" y="2497361"/>
                  <a:pt x="15121" y="2677203"/>
                </a:cubicBezTo>
                <a:cubicBezTo>
                  <a:pt x="-55039" y="2850472"/>
                  <a:pt x="55314" y="3177329"/>
                  <a:pt x="15121" y="3423533"/>
                </a:cubicBezTo>
                <a:cubicBezTo>
                  <a:pt x="-40525" y="3705032"/>
                  <a:pt x="-21376" y="3963922"/>
                  <a:pt x="15121" y="4231487"/>
                </a:cubicBezTo>
                <a:cubicBezTo>
                  <a:pt x="31292" y="4455096"/>
                  <a:pt x="-39089" y="4724953"/>
                  <a:pt x="15121" y="4916193"/>
                </a:cubicBezTo>
                <a:cubicBezTo>
                  <a:pt x="3181" y="5175512"/>
                  <a:pt x="23316" y="5899042"/>
                  <a:pt x="15121" y="6162359"/>
                </a:cubicBezTo>
                <a:cubicBezTo>
                  <a:pt x="7924" y="6161801"/>
                  <a:pt x="4627" y="6162312"/>
                  <a:pt x="0" y="6162359"/>
                </a:cubicBezTo>
                <a:cubicBezTo>
                  <a:pt x="-28166" y="6010033"/>
                  <a:pt x="-6582" y="5865333"/>
                  <a:pt x="0" y="5662523"/>
                </a:cubicBezTo>
                <a:cubicBezTo>
                  <a:pt x="-14281" y="5482351"/>
                  <a:pt x="-51979" y="5313905"/>
                  <a:pt x="0" y="5101064"/>
                </a:cubicBezTo>
                <a:cubicBezTo>
                  <a:pt x="10910" y="4901251"/>
                  <a:pt x="10136" y="4737815"/>
                  <a:pt x="0" y="4416357"/>
                </a:cubicBezTo>
                <a:cubicBezTo>
                  <a:pt x="-10164" y="4087089"/>
                  <a:pt x="-13230" y="4061604"/>
                  <a:pt x="0" y="3854898"/>
                </a:cubicBezTo>
                <a:cubicBezTo>
                  <a:pt x="42204" y="3657061"/>
                  <a:pt x="-51708" y="3507541"/>
                  <a:pt x="0" y="3355062"/>
                </a:cubicBezTo>
                <a:cubicBezTo>
                  <a:pt x="18031" y="3179824"/>
                  <a:pt x="-8172" y="3024408"/>
                  <a:pt x="0" y="2731979"/>
                </a:cubicBezTo>
                <a:cubicBezTo>
                  <a:pt x="27959" y="2450873"/>
                  <a:pt x="12849" y="2333134"/>
                  <a:pt x="0" y="2108896"/>
                </a:cubicBezTo>
                <a:cubicBezTo>
                  <a:pt x="3752" y="1868789"/>
                  <a:pt x="-28056" y="1695307"/>
                  <a:pt x="0" y="1485813"/>
                </a:cubicBezTo>
                <a:cubicBezTo>
                  <a:pt x="-4923" y="1293784"/>
                  <a:pt x="-14303" y="1209452"/>
                  <a:pt x="0" y="985977"/>
                </a:cubicBezTo>
                <a:cubicBezTo>
                  <a:pt x="15602" y="753366"/>
                  <a:pt x="-58875" y="402010"/>
                  <a:pt x="0" y="0"/>
                </a:cubicBezTo>
                <a:close/>
              </a:path>
              <a:path w="15121" h="6162359" fill="none" stroke="0" extrusionOk="0">
                <a:moveTo>
                  <a:pt x="0" y="0"/>
                </a:moveTo>
                <a:cubicBezTo>
                  <a:pt x="5747" y="-161"/>
                  <a:pt x="11780" y="566"/>
                  <a:pt x="15121" y="0"/>
                </a:cubicBezTo>
                <a:cubicBezTo>
                  <a:pt x="32880" y="116461"/>
                  <a:pt x="15880" y="309192"/>
                  <a:pt x="15121" y="499836"/>
                </a:cubicBezTo>
                <a:cubicBezTo>
                  <a:pt x="2802" y="670276"/>
                  <a:pt x="-32051" y="953376"/>
                  <a:pt x="15121" y="1122919"/>
                </a:cubicBezTo>
                <a:cubicBezTo>
                  <a:pt x="43311" y="1316135"/>
                  <a:pt x="-24316" y="1423986"/>
                  <a:pt x="15121" y="1622755"/>
                </a:cubicBezTo>
                <a:cubicBezTo>
                  <a:pt x="85574" y="1807427"/>
                  <a:pt x="-3074" y="2148291"/>
                  <a:pt x="15121" y="2369085"/>
                </a:cubicBezTo>
                <a:cubicBezTo>
                  <a:pt x="54133" y="2587912"/>
                  <a:pt x="24319" y="2846275"/>
                  <a:pt x="15121" y="2992168"/>
                </a:cubicBezTo>
                <a:cubicBezTo>
                  <a:pt x="-24315" y="3090623"/>
                  <a:pt x="3433" y="3615899"/>
                  <a:pt x="15121" y="3738498"/>
                </a:cubicBezTo>
                <a:cubicBezTo>
                  <a:pt x="-8292" y="3883621"/>
                  <a:pt x="-20806" y="4072815"/>
                  <a:pt x="15121" y="4423204"/>
                </a:cubicBezTo>
                <a:cubicBezTo>
                  <a:pt x="48512" y="4742730"/>
                  <a:pt x="31025" y="4825045"/>
                  <a:pt x="15121" y="4984664"/>
                </a:cubicBezTo>
                <a:cubicBezTo>
                  <a:pt x="-36105" y="5146763"/>
                  <a:pt x="33522" y="5808312"/>
                  <a:pt x="15121" y="6162359"/>
                </a:cubicBezTo>
                <a:cubicBezTo>
                  <a:pt x="11610" y="6163249"/>
                  <a:pt x="2691" y="6162276"/>
                  <a:pt x="0" y="6162359"/>
                </a:cubicBezTo>
                <a:cubicBezTo>
                  <a:pt x="2222" y="5804227"/>
                  <a:pt x="-18752" y="5630069"/>
                  <a:pt x="0" y="5354405"/>
                </a:cubicBezTo>
                <a:cubicBezTo>
                  <a:pt x="27311" y="5074942"/>
                  <a:pt x="20009" y="4983925"/>
                  <a:pt x="0" y="4854569"/>
                </a:cubicBezTo>
                <a:cubicBezTo>
                  <a:pt x="-3888" y="4697561"/>
                  <a:pt x="10904" y="4602179"/>
                  <a:pt x="0" y="4354734"/>
                </a:cubicBezTo>
                <a:cubicBezTo>
                  <a:pt x="-26387" y="4124014"/>
                  <a:pt x="56106" y="3952012"/>
                  <a:pt x="0" y="3546780"/>
                </a:cubicBezTo>
                <a:cubicBezTo>
                  <a:pt x="-26367" y="3172044"/>
                  <a:pt x="-18547" y="3242994"/>
                  <a:pt x="0" y="3046944"/>
                </a:cubicBezTo>
                <a:cubicBezTo>
                  <a:pt x="25817" y="2842289"/>
                  <a:pt x="17591" y="2648608"/>
                  <a:pt x="0" y="2362238"/>
                </a:cubicBezTo>
                <a:cubicBezTo>
                  <a:pt x="-3384" y="2078510"/>
                  <a:pt x="-3082" y="1938386"/>
                  <a:pt x="0" y="1739155"/>
                </a:cubicBezTo>
                <a:cubicBezTo>
                  <a:pt x="-31304" y="1499130"/>
                  <a:pt x="-5547" y="1254197"/>
                  <a:pt x="0" y="931201"/>
                </a:cubicBezTo>
                <a:cubicBezTo>
                  <a:pt x="45451" y="617583"/>
                  <a:pt x="-68117" y="19846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custGeom>
                    <a:avLst/>
                    <a:gdLst>
                      <a:gd name="connsiteX0" fmla="*/ 0 w 15121"/>
                      <a:gd name="connsiteY0" fmla="*/ 0 h 6162359"/>
                      <a:gd name="connsiteX1" fmla="*/ 15121 w 15121"/>
                      <a:gd name="connsiteY1" fmla="*/ 0 h 6162359"/>
                      <a:gd name="connsiteX2" fmla="*/ 15121 w 15121"/>
                      <a:gd name="connsiteY2" fmla="*/ 499836 h 6162359"/>
                      <a:gd name="connsiteX3" fmla="*/ 15121 w 15121"/>
                      <a:gd name="connsiteY3" fmla="*/ 1122919 h 6162359"/>
                      <a:gd name="connsiteX4" fmla="*/ 15121 w 15121"/>
                      <a:gd name="connsiteY4" fmla="*/ 1622755 h 6162359"/>
                      <a:gd name="connsiteX5" fmla="*/ 15121 w 15121"/>
                      <a:gd name="connsiteY5" fmla="*/ 2369085 h 6162359"/>
                      <a:gd name="connsiteX6" fmla="*/ 15121 w 15121"/>
                      <a:gd name="connsiteY6" fmla="*/ 2992168 h 6162359"/>
                      <a:gd name="connsiteX7" fmla="*/ 15121 w 15121"/>
                      <a:gd name="connsiteY7" fmla="*/ 3738498 h 6162359"/>
                      <a:gd name="connsiteX8" fmla="*/ 15121 w 15121"/>
                      <a:gd name="connsiteY8" fmla="*/ 4423204 h 6162359"/>
                      <a:gd name="connsiteX9" fmla="*/ 15121 w 15121"/>
                      <a:gd name="connsiteY9" fmla="*/ 4984664 h 6162359"/>
                      <a:gd name="connsiteX10" fmla="*/ 15121 w 15121"/>
                      <a:gd name="connsiteY10" fmla="*/ 6162359 h 6162359"/>
                      <a:gd name="connsiteX11" fmla="*/ 0 w 15121"/>
                      <a:gd name="connsiteY11" fmla="*/ 6162359 h 6162359"/>
                      <a:gd name="connsiteX12" fmla="*/ 0 w 15121"/>
                      <a:gd name="connsiteY12" fmla="*/ 5354405 h 6162359"/>
                      <a:gd name="connsiteX13" fmla="*/ 0 w 15121"/>
                      <a:gd name="connsiteY13" fmla="*/ 4854569 h 6162359"/>
                      <a:gd name="connsiteX14" fmla="*/ 0 w 15121"/>
                      <a:gd name="connsiteY14" fmla="*/ 4354734 h 6162359"/>
                      <a:gd name="connsiteX15" fmla="*/ 0 w 15121"/>
                      <a:gd name="connsiteY15" fmla="*/ 3546780 h 6162359"/>
                      <a:gd name="connsiteX16" fmla="*/ 0 w 15121"/>
                      <a:gd name="connsiteY16" fmla="*/ 3046944 h 6162359"/>
                      <a:gd name="connsiteX17" fmla="*/ 0 w 15121"/>
                      <a:gd name="connsiteY17" fmla="*/ 2362238 h 6162359"/>
                      <a:gd name="connsiteX18" fmla="*/ 0 w 15121"/>
                      <a:gd name="connsiteY18" fmla="*/ 1739155 h 6162359"/>
                      <a:gd name="connsiteX19" fmla="*/ 0 w 15121"/>
                      <a:gd name="connsiteY19" fmla="*/ 931201 h 6162359"/>
                      <a:gd name="connsiteX20" fmla="*/ 0 w 15121"/>
                      <a:gd name="connsiteY20" fmla="*/ 0 h 616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21" h="6162359" fill="none" extrusionOk="0">
                        <a:moveTo>
                          <a:pt x="0" y="0"/>
                        </a:moveTo>
                        <a:cubicBezTo>
                          <a:pt x="5195" y="-257"/>
                          <a:pt x="11883" y="548"/>
                          <a:pt x="15121" y="0"/>
                        </a:cubicBezTo>
                        <a:cubicBezTo>
                          <a:pt x="35780" y="142803"/>
                          <a:pt x="15581" y="283295"/>
                          <a:pt x="15121" y="499836"/>
                        </a:cubicBezTo>
                        <a:cubicBezTo>
                          <a:pt x="14661" y="716377"/>
                          <a:pt x="-15027" y="926110"/>
                          <a:pt x="15121" y="1122919"/>
                        </a:cubicBezTo>
                        <a:cubicBezTo>
                          <a:pt x="45269" y="1319728"/>
                          <a:pt x="1189" y="1422277"/>
                          <a:pt x="15121" y="1622755"/>
                        </a:cubicBezTo>
                        <a:cubicBezTo>
                          <a:pt x="29053" y="1823233"/>
                          <a:pt x="-11011" y="2128878"/>
                          <a:pt x="15121" y="2369085"/>
                        </a:cubicBezTo>
                        <a:cubicBezTo>
                          <a:pt x="41253" y="2609292"/>
                          <a:pt x="27744" y="2867199"/>
                          <a:pt x="15121" y="2992168"/>
                        </a:cubicBezTo>
                        <a:cubicBezTo>
                          <a:pt x="2498" y="3117137"/>
                          <a:pt x="-2490" y="3575329"/>
                          <a:pt x="15121" y="3738498"/>
                        </a:cubicBezTo>
                        <a:cubicBezTo>
                          <a:pt x="32732" y="3901667"/>
                          <a:pt x="-17749" y="4088592"/>
                          <a:pt x="15121" y="4423204"/>
                        </a:cubicBezTo>
                        <a:cubicBezTo>
                          <a:pt x="47991" y="4757816"/>
                          <a:pt x="29646" y="4824155"/>
                          <a:pt x="15121" y="4984664"/>
                        </a:cubicBezTo>
                        <a:cubicBezTo>
                          <a:pt x="596" y="5145173"/>
                          <a:pt x="866" y="5819910"/>
                          <a:pt x="15121" y="6162359"/>
                        </a:cubicBezTo>
                        <a:cubicBezTo>
                          <a:pt x="11523" y="6162748"/>
                          <a:pt x="3306" y="6162771"/>
                          <a:pt x="0" y="6162359"/>
                        </a:cubicBezTo>
                        <a:cubicBezTo>
                          <a:pt x="4402" y="5774187"/>
                          <a:pt x="-21991" y="5627761"/>
                          <a:pt x="0" y="5354405"/>
                        </a:cubicBezTo>
                        <a:cubicBezTo>
                          <a:pt x="21991" y="5081049"/>
                          <a:pt x="16536" y="4984831"/>
                          <a:pt x="0" y="4854569"/>
                        </a:cubicBezTo>
                        <a:cubicBezTo>
                          <a:pt x="-16536" y="4724307"/>
                          <a:pt x="21635" y="4597866"/>
                          <a:pt x="0" y="4354734"/>
                        </a:cubicBezTo>
                        <a:cubicBezTo>
                          <a:pt x="-21635" y="4111603"/>
                          <a:pt x="15893" y="3935064"/>
                          <a:pt x="0" y="3546780"/>
                        </a:cubicBezTo>
                        <a:cubicBezTo>
                          <a:pt x="-15893" y="3158496"/>
                          <a:pt x="-21307" y="3238975"/>
                          <a:pt x="0" y="3046944"/>
                        </a:cubicBezTo>
                        <a:cubicBezTo>
                          <a:pt x="21307" y="2854913"/>
                          <a:pt x="8827" y="2646236"/>
                          <a:pt x="0" y="2362238"/>
                        </a:cubicBezTo>
                        <a:cubicBezTo>
                          <a:pt x="-8827" y="2078240"/>
                          <a:pt x="-24781" y="1951702"/>
                          <a:pt x="0" y="1739155"/>
                        </a:cubicBezTo>
                        <a:cubicBezTo>
                          <a:pt x="24781" y="1526608"/>
                          <a:pt x="-18612" y="1251237"/>
                          <a:pt x="0" y="931201"/>
                        </a:cubicBezTo>
                        <a:cubicBezTo>
                          <a:pt x="18612" y="611165"/>
                          <a:pt x="-43048" y="211882"/>
                          <a:pt x="0" y="0"/>
                        </a:cubicBezTo>
                        <a:close/>
                      </a:path>
                      <a:path w="15121" h="6162359" stroke="0" extrusionOk="0">
                        <a:moveTo>
                          <a:pt x="0" y="0"/>
                        </a:moveTo>
                        <a:cubicBezTo>
                          <a:pt x="4534" y="54"/>
                          <a:pt x="8673" y="-172"/>
                          <a:pt x="15121" y="0"/>
                        </a:cubicBezTo>
                        <a:cubicBezTo>
                          <a:pt x="-4083" y="138801"/>
                          <a:pt x="30424" y="427391"/>
                          <a:pt x="15121" y="684707"/>
                        </a:cubicBezTo>
                        <a:cubicBezTo>
                          <a:pt x="-182" y="942023"/>
                          <a:pt x="-10348" y="1054012"/>
                          <a:pt x="15121" y="1369413"/>
                        </a:cubicBezTo>
                        <a:cubicBezTo>
                          <a:pt x="40590" y="1684814"/>
                          <a:pt x="3012" y="1846194"/>
                          <a:pt x="15121" y="2115743"/>
                        </a:cubicBezTo>
                        <a:cubicBezTo>
                          <a:pt x="27231" y="2385292"/>
                          <a:pt x="35772" y="2501157"/>
                          <a:pt x="15121" y="2677203"/>
                        </a:cubicBezTo>
                        <a:cubicBezTo>
                          <a:pt x="-5530" y="2853249"/>
                          <a:pt x="40280" y="3160589"/>
                          <a:pt x="15121" y="3423533"/>
                        </a:cubicBezTo>
                        <a:cubicBezTo>
                          <a:pt x="-10038" y="3686477"/>
                          <a:pt x="-4756" y="3968535"/>
                          <a:pt x="15121" y="4231487"/>
                        </a:cubicBezTo>
                        <a:cubicBezTo>
                          <a:pt x="34998" y="4494439"/>
                          <a:pt x="-7133" y="4687795"/>
                          <a:pt x="15121" y="4916193"/>
                        </a:cubicBezTo>
                        <a:cubicBezTo>
                          <a:pt x="37375" y="5144591"/>
                          <a:pt x="35149" y="5903593"/>
                          <a:pt x="15121" y="6162359"/>
                        </a:cubicBezTo>
                        <a:cubicBezTo>
                          <a:pt x="8130" y="6161638"/>
                          <a:pt x="4938" y="6162756"/>
                          <a:pt x="0" y="6162359"/>
                        </a:cubicBezTo>
                        <a:cubicBezTo>
                          <a:pt x="-7008" y="6019602"/>
                          <a:pt x="-3151" y="5851579"/>
                          <a:pt x="0" y="5662523"/>
                        </a:cubicBezTo>
                        <a:cubicBezTo>
                          <a:pt x="3151" y="5473467"/>
                          <a:pt x="-20782" y="5330619"/>
                          <a:pt x="0" y="5101064"/>
                        </a:cubicBezTo>
                        <a:cubicBezTo>
                          <a:pt x="20782" y="4871509"/>
                          <a:pt x="14597" y="4737156"/>
                          <a:pt x="0" y="4416357"/>
                        </a:cubicBezTo>
                        <a:cubicBezTo>
                          <a:pt x="-14597" y="4095558"/>
                          <a:pt x="-18571" y="4055856"/>
                          <a:pt x="0" y="3854898"/>
                        </a:cubicBezTo>
                        <a:cubicBezTo>
                          <a:pt x="18571" y="3653940"/>
                          <a:pt x="-24764" y="3524577"/>
                          <a:pt x="0" y="3355062"/>
                        </a:cubicBezTo>
                        <a:cubicBezTo>
                          <a:pt x="24764" y="3185547"/>
                          <a:pt x="-8006" y="3012470"/>
                          <a:pt x="0" y="2731979"/>
                        </a:cubicBezTo>
                        <a:cubicBezTo>
                          <a:pt x="8006" y="2451488"/>
                          <a:pt x="25600" y="2332311"/>
                          <a:pt x="0" y="2108896"/>
                        </a:cubicBezTo>
                        <a:cubicBezTo>
                          <a:pt x="-25600" y="1885481"/>
                          <a:pt x="10493" y="1690326"/>
                          <a:pt x="0" y="1485813"/>
                        </a:cubicBezTo>
                        <a:cubicBezTo>
                          <a:pt x="-10493" y="1281300"/>
                          <a:pt x="-1697" y="1212980"/>
                          <a:pt x="0" y="985977"/>
                        </a:cubicBezTo>
                        <a:cubicBezTo>
                          <a:pt x="1697" y="758974"/>
                          <a:pt x="-19133" y="43172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848278" y="1790781"/>
            <a:ext cx="5700594" cy="2123471"/>
          </a:xfrm>
          <a:prstGeom prst="rect">
            <a:avLst/>
          </a:prstGeom>
          <a:noFill/>
          <a:extLst>
            <a:ext uri="{909E8E84-426E-40DD-AFC4-6F175D3DCCD1}">
              <a14:hiddenFill xmlns:a14="http://schemas.microsoft.com/office/drawing/2010/main">
                <a:solidFill>
                  <a:srgbClr val="FFFFFF"/>
                </a:solidFill>
              </a14:hiddenFill>
            </a:ext>
          </a:extLst>
        </p:spPr>
      </p:pic>
      <p:sp>
        <p:nvSpPr>
          <p:cNvPr id="32771" name="Rectangle 3">
            <a:extLst>
              <a:ext uri="{FF2B5EF4-FFF2-40B4-BE49-F238E27FC236}">
                <a16:creationId xmlns:a16="http://schemas.microsoft.com/office/drawing/2014/main" id="{758F7C78-D99D-44FA-B556-C9083699C076}"/>
              </a:ext>
            </a:extLst>
          </p:cNvPr>
          <p:cNvSpPr>
            <a:spLocks noGrp="1" noChangeArrowheads="1"/>
          </p:cNvSpPr>
          <p:nvPr>
            <p:ph type="body" idx="1"/>
          </p:nvPr>
        </p:nvSpPr>
        <p:spPr>
          <a:xfrm>
            <a:off x="3807637" y="4278622"/>
            <a:ext cx="5986721" cy="2858778"/>
          </a:xfrm>
        </p:spPr>
        <p:txBody>
          <a:bodyPr anchor="t">
            <a:normAutofit/>
          </a:bodyPr>
          <a:lstStyle/>
          <a:p>
            <a:r>
              <a:rPr lang="en-US" altLang="es-CL" sz="2400" dirty="0"/>
              <a:t>Se </a:t>
            </a:r>
            <a:r>
              <a:rPr lang="en-US" altLang="es-CL" sz="2400" dirty="0" err="1"/>
              <a:t>asumía</a:t>
            </a:r>
            <a:r>
              <a:rPr lang="en-US" altLang="es-CL" sz="2400" dirty="0"/>
              <a:t> que </a:t>
            </a:r>
            <a:r>
              <a:rPr lang="en-US" altLang="es-CL" sz="2400" dirty="0" err="1"/>
              <a:t>el</a:t>
            </a:r>
            <a:r>
              <a:rPr lang="en-US" altLang="es-CL" sz="2400" dirty="0"/>
              <a:t> </a:t>
            </a:r>
            <a:r>
              <a:rPr lang="en-US" altLang="es-CL" sz="2400" dirty="0" err="1"/>
              <a:t>cerebro</a:t>
            </a:r>
            <a:r>
              <a:rPr lang="en-US" altLang="es-CL" sz="2400" dirty="0"/>
              <a:t> </a:t>
            </a:r>
            <a:r>
              <a:rPr lang="en-US" altLang="es-CL" sz="2400" dirty="0" err="1"/>
              <a:t>operaba</a:t>
            </a:r>
            <a:r>
              <a:rPr lang="en-US" altLang="es-CL" sz="2400" dirty="0"/>
              <a:t> </a:t>
            </a:r>
            <a:r>
              <a:rPr lang="en-US" altLang="es-CL" sz="2400" dirty="0" err="1"/>
              <a:t>como</a:t>
            </a:r>
            <a:r>
              <a:rPr lang="en-US" altLang="es-CL" sz="2400" dirty="0"/>
              <a:t> un </a:t>
            </a:r>
            <a:r>
              <a:rPr lang="en-US" altLang="es-CL" sz="2400" dirty="0" err="1"/>
              <a:t>computador</a:t>
            </a:r>
            <a:r>
              <a:rPr lang="en-US" altLang="es-CL" sz="2400" dirty="0"/>
              <a:t>, y que </a:t>
            </a:r>
            <a:r>
              <a:rPr lang="en-US" altLang="es-CL" sz="2400" dirty="0" err="1"/>
              <a:t>el</a:t>
            </a:r>
            <a:r>
              <a:rPr lang="en-US" altLang="es-CL" sz="2400" dirty="0"/>
              <a:t> </a:t>
            </a:r>
            <a:r>
              <a:rPr lang="en-US" altLang="es-CL" sz="2400" dirty="0" err="1"/>
              <a:t>computador</a:t>
            </a:r>
            <a:r>
              <a:rPr lang="en-US" altLang="es-CL" sz="2400" dirty="0"/>
              <a:t> era un </a:t>
            </a:r>
            <a:r>
              <a:rPr lang="en-US" altLang="es-CL" sz="2400" dirty="0" err="1"/>
              <a:t>cerebro</a:t>
            </a:r>
            <a:r>
              <a:rPr lang="en-US" altLang="es-CL" sz="2400" dirty="0"/>
              <a:t> </a:t>
            </a:r>
            <a:r>
              <a:rPr lang="en-US" altLang="es-CL" sz="2400" dirty="0" err="1"/>
              <a:t>electrónico</a:t>
            </a:r>
            <a:endParaRPr lang="en-US" altLang="es-CL" sz="2400" dirty="0"/>
          </a:p>
          <a:p>
            <a:r>
              <a:rPr lang="es-ES" sz="2400" dirty="0"/>
              <a:t>El modelo en la figura siguiente es el modelo original de cognición humana como procesamiento de información (Atkinson y </a:t>
            </a:r>
            <a:r>
              <a:rPr lang="es-ES" sz="2400" dirty="0" err="1"/>
              <a:t>Shiffrin</a:t>
            </a:r>
            <a:r>
              <a:rPr lang="es-ES" sz="2400" dirty="0"/>
              <a:t>, 1968, 1971).</a:t>
            </a:r>
            <a:endParaRPr lang="es-CL" sz="2400" dirty="0"/>
          </a:p>
          <a:p>
            <a:endParaRPr lang="en-US" altLang="es-CL" sz="1800" dirty="0"/>
          </a:p>
          <a:p>
            <a:endParaRPr lang="en-US" altLang="es-CL" sz="1800" dirty="0"/>
          </a:p>
          <a:p>
            <a:endParaRPr lang="en-US" altLang="es-CL"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0">
          <a:fgClr>
            <a:schemeClr val="accent6">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E26DE9C-2486-429F-82C6-DCD2E9A946D3}"/>
              </a:ext>
            </a:extLst>
          </p:cNvPr>
          <p:cNvSpPr>
            <a:spLocks noGrp="1" noChangeArrowheads="1"/>
          </p:cNvSpPr>
          <p:nvPr>
            <p:ph type="title"/>
          </p:nvPr>
        </p:nvSpPr>
        <p:spPr>
          <a:xfrm>
            <a:off x="756496" y="-1"/>
            <a:ext cx="8567632" cy="1259946"/>
          </a:xfrm>
        </p:spPr>
        <p:txBody>
          <a:bodyPr/>
          <a:lstStyle/>
          <a:p>
            <a:r>
              <a:rPr lang="en-US" altLang="es-CL" dirty="0"/>
              <a:t>Test de Turing</a:t>
            </a:r>
          </a:p>
        </p:txBody>
      </p:sp>
      <p:sp>
        <p:nvSpPr>
          <p:cNvPr id="7171" name="Rectangle 3">
            <a:extLst>
              <a:ext uri="{FF2B5EF4-FFF2-40B4-BE49-F238E27FC236}">
                <a16:creationId xmlns:a16="http://schemas.microsoft.com/office/drawing/2014/main" id="{96A91865-D9EA-48E1-AE9B-F4613BD518BE}"/>
              </a:ext>
            </a:extLst>
          </p:cNvPr>
          <p:cNvSpPr>
            <a:spLocks noGrp="1" noChangeArrowheads="1"/>
          </p:cNvSpPr>
          <p:nvPr>
            <p:ph sz="half" idx="1"/>
          </p:nvPr>
        </p:nvSpPr>
        <p:spPr>
          <a:xfrm>
            <a:off x="529" y="1343942"/>
            <a:ext cx="4955787" cy="5963744"/>
          </a:xfrm>
        </p:spPr>
        <p:txBody>
          <a:bodyPr>
            <a:normAutofit/>
          </a:bodyPr>
          <a:lstStyle/>
          <a:p>
            <a:r>
              <a:rPr lang="en-US" altLang="es-CL" sz="2800" dirty="0"/>
              <a:t>1950 – Alan Turing </a:t>
            </a:r>
            <a:r>
              <a:rPr lang="en-US" altLang="es-CL" sz="2800" dirty="0" err="1"/>
              <a:t>diseñó</a:t>
            </a:r>
            <a:r>
              <a:rPr lang="en-US" altLang="es-CL" sz="2800" dirty="0"/>
              <a:t> un test </a:t>
            </a:r>
            <a:r>
              <a:rPr lang="en-US" altLang="es-CL" sz="2800" dirty="0" err="1"/>
              <a:t>llamado</a:t>
            </a:r>
            <a:r>
              <a:rPr lang="en-US" altLang="es-CL" sz="2800" dirty="0"/>
              <a:t> </a:t>
            </a:r>
            <a:r>
              <a:rPr lang="en-US" altLang="es-CL" sz="2800" dirty="0" err="1"/>
              <a:t>el</a:t>
            </a:r>
            <a:r>
              <a:rPr lang="en-US" altLang="es-CL" sz="2800" dirty="0"/>
              <a:t> </a:t>
            </a:r>
            <a:r>
              <a:rPr lang="en-US" altLang="es-CL" sz="2800" dirty="0" err="1"/>
              <a:t>Juego</a:t>
            </a:r>
            <a:r>
              <a:rPr lang="en-US" altLang="es-CL" sz="2800" dirty="0"/>
              <a:t> de </a:t>
            </a:r>
            <a:r>
              <a:rPr lang="en-US" altLang="es-CL" sz="2800" dirty="0" err="1"/>
              <a:t>Imitación</a:t>
            </a:r>
            <a:endParaRPr lang="en-US" altLang="es-CL" sz="2800" dirty="0"/>
          </a:p>
          <a:p>
            <a:pPr lvl="1"/>
            <a:r>
              <a:rPr lang="en-US" altLang="es-CL" sz="2400" dirty="0" err="1"/>
              <a:t>Hacer</a:t>
            </a:r>
            <a:r>
              <a:rPr lang="en-US" altLang="es-CL" sz="2400" dirty="0"/>
              <a:t> </a:t>
            </a:r>
            <a:r>
              <a:rPr lang="en-US" altLang="es-CL" sz="2400" dirty="0" err="1"/>
              <a:t>preguntas</a:t>
            </a:r>
            <a:r>
              <a:rPr lang="en-US" altLang="es-CL" sz="2400" dirty="0"/>
              <a:t> a dos “</a:t>
            </a:r>
            <a:r>
              <a:rPr lang="en-US" altLang="es-CL" sz="2400" dirty="0" err="1"/>
              <a:t>entes</a:t>
            </a:r>
            <a:r>
              <a:rPr lang="en-US" altLang="es-CL" sz="2400" dirty="0"/>
              <a:t>”, y </a:t>
            </a:r>
            <a:r>
              <a:rPr lang="en-US" altLang="es-CL" sz="2400" dirty="0" err="1"/>
              <a:t>esperar</a:t>
            </a:r>
            <a:r>
              <a:rPr lang="en-US" altLang="es-CL" sz="2400" dirty="0"/>
              <a:t> sus </a:t>
            </a:r>
            <a:r>
              <a:rPr lang="en-US" altLang="es-CL" sz="2400" dirty="0" err="1"/>
              <a:t>respuestas</a:t>
            </a:r>
            <a:r>
              <a:rPr lang="en-US" altLang="es-CL" sz="2400" dirty="0"/>
              <a:t>.</a:t>
            </a:r>
          </a:p>
          <a:p>
            <a:pPr lvl="1"/>
            <a:r>
              <a:rPr lang="en-US" altLang="es-CL" sz="2400" dirty="0"/>
              <a:t>Si uno no </a:t>
            </a:r>
            <a:r>
              <a:rPr lang="en-US" altLang="es-CL" sz="2400" dirty="0" err="1"/>
              <a:t>puede</a:t>
            </a:r>
            <a:r>
              <a:rPr lang="en-US" altLang="es-CL" sz="2400" dirty="0"/>
              <a:t> </a:t>
            </a:r>
            <a:r>
              <a:rPr lang="en-US" altLang="es-CL" sz="2400" dirty="0" err="1"/>
              <a:t>decidir</a:t>
            </a:r>
            <a:r>
              <a:rPr lang="en-US" altLang="es-CL" sz="2400" dirty="0"/>
              <a:t> </a:t>
            </a:r>
            <a:r>
              <a:rPr lang="en-US" altLang="es-CL" sz="2400" dirty="0" err="1"/>
              <a:t>cuál</a:t>
            </a:r>
            <a:r>
              <a:rPr lang="en-US" altLang="es-CL" sz="2400" dirty="0"/>
              <a:t> es </a:t>
            </a:r>
            <a:r>
              <a:rPr lang="en-US" altLang="es-CL" sz="2400" dirty="0" err="1"/>
              <a:t>el</a:t>
            </a:r>
            <a:r>
              <a:rPr lang="en-US" altLang="es-CL" sz="2400" dirty="0"/>
              <a:t> </a:t>
            </a:r>
            <a:r>
              <a:rPr lang="en-US" altLang="es-CL" sz="2400" dirty="0" err="1"/>
              <a:t>computador</a:t>
            </a:r>
            <a:r>
              <a:rPr lang="en-US" altLang="es-CL" sz="2400" dirty="0"/>
              <a:t> y </a:t>
            </a:r>
            <a:r>
              <a:rPr lang="en-US" altLang="es-CL" sz="2400" dirty="0" err="1"/>
              <a:t>cuál</a:t>
            </a:r>
            <a:r>
              <a:rPr lang="en-US" altLang="es-CL" sz="2400" dirty="0"/>
              <a:t> es la persona, </a:t>
            </a:r>
            <a:r>
              <a:rPr lang="en-US" altLang="es-CL" sz="2400" dirty="0" err="1"/>
              <a:t>entonces</a:t>
            </a:r>
            <a:r>
              <a:rPr lang="en-US" altLang="es-CL" sz="2400" dirty="0"/>
              <a:t> se </a:t>
            </a:r>
            <a:r>
              <a:rPr lang="en-US" altLang="es-CL" sz="2400" dirty="0" err="1"/>
              <a:t>puede</a:t>
            </a:r>
            <a:r>
              <a:rPr lang="en-US" altLang="es-CL" sz="2400" dirty="0"/>
              <a:t> </a:t>
            </a:r>
            <a:r>
              <a:rPr lang="en-US" altLang="es-CL" sz="2400" dirty="0" err="1"/>
              <a:t>considerar</a:t>
            </a:r>
            <a:r>
              <a:rPr lang="en-US" altLang="es-CL" sz="2400" dirty="0"/>
              <a:t> que </a:t>
            </a:r>
            <a:r>
              <a:rPr lang="en-US" altLang="es-CL" sz="2400" dirty="0" err="1"/>
              <a:t>el</a:t>
            </a:r>
            <a:r>
              <a:rPr lang="en-US" altLang="es-CL" sz="2400" dirty="0"/>
              <a:t> </a:t>
            </a:r>
            <a:r>
              <a:rPr lang="en-US" altLang="es-CL" sz="2400" dirty="0" err="1"/>
              <a:t>computador</a:t>
            </a:r>
            <a:r>
              <a:rPr lang="en-US" altLang="es-CL" sz="2400" dirty="0"/>
              <a:t> es </a:t>
            </a:r>
            <a:r>
              <a:rPr lang="en-US" altLang="es-CL" sz="2400" dirty="0" err="1"/>
              <a:t>inteligente</a:t>
            </a:r>
            <a:r>
              <a:rPr lang="en-US" altLang="es-CL" sz="2400" dirty="0"/>
              <a:t>.</a:t>
            </a:r>
          </a:p>
          <a:p>
            <a:pPr marL="378013" lvl="1" indent="0">
              <a:buNone/>
            </a:pPr>
            <a:endParaRPr lang="en-US" altLang="es-CL" sz="2400" dirty="0"/>
          </a:p>
        </p:txBody>
      </p:sp>
      <p:pic>
        <p:nvPicPr>
          <p:cNvPr id="7172" name="Picture 4" descr="bd06790_">
            <a:extLst>
              <a:ext uri="{FF2B5EF4-FFF2-40B4-BE49-F238E27FC236}">
                <a16:creationId xmlns:a16="http://schemas.microsoft.com/office/drawing/2014/main" id="{8CB3BCE5-ED3A-4F27-B689-F7B4DFC54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6316" y="2015913"/>
            <a:ext cx="1998414" cy="1651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5" descr="bs00580_">
            <a:extLst>
              <a:ext uri="{FF2B5EF4-FFF2-40B4-BE49-F238E27FC236}">
                <a16:creationId xmlns:a16="http://schemas.microsoft.com/office/drawing/2014/main" id="{71D133A5-53AD-461B-9FC6-99D7E716F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215" y="1847921"/>
            <a:ext cx="2488393" cy="209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Freeform 6">
            <a:extLst>
              <a:ext uri="{FF2B5EF4-FFF2-40B4-BE49-F238E27FC236}">
                <a16:creationId xmlns:a16="http://schemas.microsoft.com/office/drawing/2014/main" id="{E0C2C048-08F5-49D0-BF26-42D7D9D27A61}"/>
              </a:ext>
            </a:extLst>
          </p:cNvPr>
          <p:cNvSpPr>
            <a:spLocks noChangeAspect="1"/>
          </p:cNvSpPr>
          <p:nvPr/>
        </p:nvSpPr>
        <p:spPr bwMode="auto">
          <a:xfrm>
            <a:off x="6972229" y="5230525"/>
            <a:ext cx="1490936" cy="1448938"/>
          </a:xfrm>
          <a:custGeom>
            <a:avLst/>
            <a:gdLst>
              <a:gd name="T0" fmla="*/ 0 w 1490"/>
              <a:gd name="T1" fmla="*/ 2147483646 h 1448"/>
              <a:gd name="T2" fmla="*/ 2147483646 w 1490"/>
              <a:gd name="T3" fmla="*/ 2147483646 h 1448"/>
              <a:gd name="T4" fmla="*/ 2147483646 w 1490"/>
              <a:gd name="T5" fmla="*/ 2147483646 h 1448"/>
              <a:gd name="T6" fmla="*/ 2147483646 w 1490"/>
              <a:gd name="T7" fmla="*/ 0 h 1448"/>
              <a:gd name="T8" fmla="*/ 0 w 1490"/>
              <a:gd name="T9" fmla="*/ 2147483646 h 1448"/>
              <a:gd name="T10" fmla="*/ 0 w 1490"/>
              <a:gd name="T11" fmla="*/ 2147483646 h 1448"/>
              <a:gd name="T12" fmla="*/ 0 60000 65536"/>
              <a:gd name="T13" fmla="*/ 0 60000 65536"/>
              <a:gd name="T14" fmla="*/ 0 60000 65536"/>
              <a:gd name="T15" fmla="*/ 0 60000 65536"/>
              <a:gd name="T16" fmla="*/ 0 60000 65536"/>
              <a:gd name="T17" fmla="*/ 0 60000 65536"/>
              <a:gd name="T18" fmla="*/ 0 w 1490"/>
              <a:gd name="T19" fmla="*/ 0 h 1448"/>
              <a:gd name="T20" fmla="*/ 1490 w 1490"/>
              <a:gd name="T21" fmla="*/ 1448 h 1448"/>
            </a:gdLst>
            <a:ahLst/>
            <a:cxnLst>
              <a:cxn ang="T12">
                <a:pos x="T0" y="T1"/>
              </a:cxn>
              <a:cxn ang="T13">
                <a:pos x="T2" y="T3"/>
              </a:cxn>
              <a:cxn ang="T14">
                <a:pos x="T4" y="T5"/>
              </a:cxn>
              <a:cxn ang="T15">
                <a:pos x="T6" y="T7"/>
              </a:cxn>
              <a:cxn ang="T16">
                <a:pos x="T8" y="T9"/>
              </a:cxn>
              <a:cxn ang="T17">
                <a:pos x="T10" y="T11"/>
              </a:cxn>
            </a:cxnLst>
            <a:rect l="T18" t="T19" r="T20" b="T21"/>
            <a:pathLst>
              <a:path w="1490" h="1448">
                <a:moveTo>
                  <a:pt x="0" y="963"/>
                </a:moveTo>
                <a:lnTo>
                  <a:pt x="722" y="1448"/>
                </a:lnTo>
                <a:lnTo>
                  <a:pt x="1490" y="902"/>
                </a:lnTo>
                <a:lnTo>
                  <a:pt x="1036" y="0"/>
                </a:lnTo>
                <a:lnTo>
                  <a:pt x="0" y="963"/>
                </a:lnTo>
                <a:close/>
              </a:path>
            </a:pathLst>
          </a:custGeom>
          <a:solidFill>
            <a:srgbClr val="FFD9E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5" name="Freeform 7">
            <a:extLst>
              <a:ext uri="{FF2B5EF4-FFF2-40B4-BE49-F238E27FC236}">
                <a16:creationId xmlns:a16="http://schemas.microsoft.com/office/drawing/2014/main" id="{5BD70DF9-DBA9-428E-B6EE-031E2FE2C12D}"/>
              </a:ext>
            </a:extLst>
          </p:cNvPr>
          <p:cNvSpPr>
            <a:spLocks/>
          </p:cNvSpPr>
          <p:nvPr/>
        </p:nvSpPr>
        <p:spPr bwMode="auto">
          <a:xfrm>
            <a:off x="7143722" y="5886747"/>
            <a:ext cx="897712" cy="453231"/>
          </a:xfrm>
          <a:custGeom>
            <a:avLst/>
            <a:gdLst>
              <a:gd name="T0" fmla="*/ 2147483646 w 1026"/>
              <a:gd name="T1" fmla="*/ 2147483646 h 517"/>
              <a:gd name="T2" fmla="*/ 2147483646 w 1026"/>
              <a:gd name="T3" fmla="*/ 2147483646 h 517"/>
              <a:gd name="T4" fmla="*/ 2147483646 w 1026"/>
              <a:gd name="T5" fmla="*/ 2147483646 h 517"/>
              <a:gd name="T6" fmla="*/ 2147483646 w 1026"/>
              <a:gd name="T7" fmla="*/ 2147483646 h 517"/>
              <a:gd name="T8" fmla="*/ 2147483646 w 1026"/>
              <a:gd name="T9" fmla="*/ 2147483646 h 517"/>
              <a:gd name="T10" fmla="*/ 2147483646 w 1026"/>
              <a:gd name="T11" fmla="*/ 2147483646 h 517"/>
              <a:gd name="T12" fmla="*/ 2147483646 w 1026"/>
              <a:gd name="T13" fmla="*/ 2147483646 h 517"/>
              <a:gd name="T14" fmla="*/ 2147483646 w 1026"/>
              <a:gd name="T15" fmla="*/ 2147483646 h 517"/>
              <a:gd name="T16" fmla="*/ 2147483646 w 1026"/>
              <a:gd name="T17" fmla="*/ 2147483646 h 517"/>
              <a:gd name="T18" fmla="*/ 0 w 1026"/>
              <a:gd name="T19" fmla="*/ 2147483646 h 517"/>
              <a:gd name="T20" fmla="*/ 2147483646 w 1026"/>
              <a:gd name="T21" fmla="*/ 2147483646 h 517"/>
              <a:gd name="T22" fmla="*/ 2147483646 w 1026"/>
              <a:gd name="T23" fmla="*/ 2147483646 h 517"/>
              <a:gd name="T24" fmla="*/ 2147483646 w 1026"/>
              <a:gd name="T25" fmla="*/ 2147483646 h 517"/>
              <a:gd name="T26" fmla="*/ 2147483646 w 1026"/>
              <a:gd name="T27" fmla="*/ 2147483646 h 517"/>
              <a:gd name="T28" fmla="*/ 2147483646 w 1026"/>
              <a:gd name="T29" fmla="*/ 2147483646 h 517"/>
              <a:gd name="T30" fmla="*/ 2147483646 w 1026"/>
              <a:gd name="T31" fmla="*/ 2147483646 h 517"/>
              <a:gd name="T32" fmla="*/ 2147483646 w 1026"/>
              <a:gd name="T33" fmla="*/ 2147483646 h 517"/>
              <a:gd name="T34" fmla="*/ 2147483646 w 1026"/>
              <a:gd name="T35" fmla="*/ 2147483646 h 517"/>
              <a:gd name="T36" fmla="*/ 2147483646 w 1026"/>
              <a:gd name="T37" fmla="*/ 2147483646 h 517"/>
              <a:gd name="T38" fmla="*/ 2147483646 w 1026"/>
              <a:gd name="T39" fmla="*/ 2147483646 h 517"/>
              <a:gd name="T40" fmla="*/ 2147483646 w 1026"/>
              <a:gd name="T41" fmla="*/ 2147483646 h 517"/>
              <a:gd name="T42" fmla="*/ 2147483646 w 1026"/>
              <a:gd name="T43" fmla="*/ 2147483646 h 517"/>
              <a:gd name="T44" fmla="*/ 2147483646 w 1026"/>
              <a:gd name="T45" fmla="*/ 0 h 517"/>
              <a:gd name="T46" fmla="*/ 2147483646 w 1026"/>
              <a:gd name="T47" fmla="*/ 2147483646 h 517"/>
              <a:gd name="T48" fmla="*/ 2147483646 w 1026"/>
              <a:gd name="T49" fmla="*/ 2147483646 h 517"/>
              <a:gd name="T50" fmla="*/ 2147483646 w 1026"/>
              <a:gd name="T51" fmla="*/ 2147483646 h 517"/>
              <a:gd name="T52" fmla="*/ 2147483646 w 1026"/>
              <a:gd name="T53" fmla="*/ 2147483646 h 517"/>
              <a:gd name="T54" fmla="*/ 2147483646 w 1026"/>
              <a:gd name="T55" fmla="*/ 2147483646 h 517"/>
              <a:gd name="T56" fmla="*/ 2147483646 w 1026"/>
              <a:gd name="T57" fmla="*/ 2147483646 h 517"/>
              <a:gd name="T58" fmla="*/ 2147483646 w 1026"/>
              <a:gd name="T59" fmla="*/ 2147483646 h 517"/>
              <a:gd name="T60" fmla="*/ 2147483646 w 1026"/>
              <a:gd name="T61" fmla="*/ 2147483646 h 517"/>
              <a:gd name="T62" fmla="*/ 2147483646 w 1026"/>
              <a:gd name="T63" fmla="*/ 2147483646 h 517"/>
              <a:gd name="T64" fmla="*/ 2147483646 w 1026"/>
              <a:gd name="T65" fmla="*/ 2147483646 h 517"/>
              <a:gd name="T66" fmla="*/ 2147483646 w 1026"/>
              <a:gd name="T67" fmla="*/ 2147483646 h 517"/>
              <a:gd name="T68" fmla="*/ 2147483646 w 1026"/>
              <a:gd name="T69" fmla="*/ 2147483646 h 517"/>
              <a:gd name="T70" fmla="*/ 2147483646 w 1026"/>
              <a:gd name="T71" fmla="*/ 2147483646 h 517"/>
              <a:gd name="T72" fmla="*/ 2147483646 w 1026"/>
              <a:gd name="T73" fmla="*/ 2147483646 h 517"/>
              <a:gd name="T74" fmla="*/ 2147483646 w 1026"/>
              <a:gd name="T75" fmla="*/ 2147483646 h 517"/>
              <a:gd name="T76" fmla="*/ 2147483646 w 1026"/>
              <a:gd name="T77" fmla="*/ 2147483646 h 517"/>
              <a:gd name="T78" fmla="*/ 2147483646 w 1026"/>
              <a:gd name="T79" fmla="*/ 2147483646 h 517"/>
              <a:gd name="T80" fmla="*/ 2147483646 w 1026"/>
              <a:gd name="T81" fmla="*/ 2147483646 h 517"/>
              <a:gd name="T82" fmla="*/ 2147483646 w 1026"/>
              <a:gd name="T83" fmla="*/ 2147483646 h 517"/>
              <a:gd name="T84" fmla="*/ 2147483646 w 1026"/>
              <a:gd name="T85" fmla="*/ 2147483646 h 517"/>
              <a:gd name="T86" fmla="*/ 2147483646 w 1026"/>
              <a:gd name="T87" fmla="*/ 2147483646 h 517"/>
              <a:gd name="T88" fmla="*/ 2147483646 w 1026"/>
              <a:gd name="T89" fmla="*/ 2147483646 h 517"/>
              <a:gd name="T90" fmla="*/ 2147483646 w 1026"/>
              <a:gd name="T91" fmla="*/ 2147483646 h 517"/>
              <a:gd name="T92" fmla="*/ 2147483646 w 1026"/>
              <a:gd name="T93" fmla="*/ 2147483646 h 517"/>
              <a:gd name="T94" fmla="*/ 2147483646 w 1026"/>
              <a:gd name="T95" fmla="*/ 2147483646 h 5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026"/>
              <a:gd name="T145" fmla="*/ 0 h 517"/>
              <a:gd name="T146" fmla="*/ 1026 w 1026"/>
              <a:gd name="T147" fmla="*/ 517 h 5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026" h="517">
                <a:moveTo>
                  <a:pt x="59" y="479"/>
                </a:moveTo>
                <a:lnTo>
                  <a:pt x="43" y="428"/>
                </a:lnTo>
                <a:lnTo>
                  <a:pt x="24" y="394"/>
                </a:lnTo>
                <a:lnTo>
                  <a:pt x="30" y="365"/>
                </a:lnTo>
                <a:lnTo>
                  <a:pt x="40" y="333"/>
                </a:lnTo>
                <a:lnTo>
                  <a:pt x="21" y="308"/>
                </a:lnTo>
                <a:lnTo>
                  <a:pt x="21" y="286"/>
                </a:lnTo>
                <a:lnTo>
                  <a:pt x="26" y="272"/>
                </a:lnTo>
                <a:lnTo>
                  <a:pt x="7" y="251"/>
                </a:lnTo>
                <a:lnTo>
                  <a:pt x="0" y="213"/>
                </a:lnTo>
                <a:lnTo>
                  <a:pt x="15" y="185"/>
                </a:lnTo>
                <a:lnTo>
                  <a:pt x="17" y="156"/>
                </a:lnTo>
                <a:lnTo>
                  <a:pt x="40" y="130"/>
                </a:lnTo>
                <a:lnTo>
                  <a:pt x="74" y="137"/>
                </a:lnTo>
                <a:lnTo>
                  <a:pt x="129" y="143"/>
                </a:lnTo>
                <a:lnTo>
                  <a:pt x="175" y="147"/>
                </a:lnTo>
                <a:lnTo>
                  <a:pt x="230" y="143"/>
                </a:lnTo>
                <a:lnTo>
                  <a:pt x="279" y="124"/>
                </a:lnTo>
                <a:lnTo>
                  <a:pt x="475" y="73"/>
                </a:lnTo>
                <a:lnTo>
                  <a:pt x="517" y="57"/>
                </a:lnTo>
                <a:lnTo>
                  <a:pt x="545" y="42"/>
                </a:lnTo>
                <a:lnTo>
                  <a:pt x="574" y="19"/>
                </a:lnTo>
                <a:lnTo>
                  <a:pt x="602" y="0"/>
                </a:lnTo>
                <a:lnTo>
                  <a:pt x="629" y="14"/>
                </a:lnTo>
                <a:lnTo>
                  <a:pt x="661" y="38"/>
                </a:lnTo>
                <a:lnTo>
                  <a:pt x="671" y="76"/>
                </a:lnTo>
                <a:lnTo>
                  <a:pt x="690" y="105"/>
                </a:lnTo>
                <a:lnTo>
                  <a:pt x="749" y="128"/>
                </a:lnTo>
                <a:lnTo>
                  <a:pt x="872" y="143"/>
                </a:lnTo>
                <a:lnTo>
                  <a:pt x="910" y="166"/>
                </a:lnTo>
                <a:lnTo>
                  <a:pt x="935" y="175"/>
                </a:lnTo>
                <a:lnTo>
                  <a:pt x="961" y="187"/>
                </a:lnTo>
                <a:lnTo>
                  <a:pt x="977" y="200"/>
                </a:lnTo>
                <a:lnTo>
                  <a:pt x="980" y="225"/>
                </a:lnTo>
                <a:lnTo>
                  <a:pt x="977" y="253"/>
                </a:lnTo>
                <a:lnTo>
                  <a:pt x="971" y="289"/>
                </a:lnTo>
                <a:lnTo>
                  <a:pt x="961" y="314"/>
                </a:lnTo>
                <a:lnTo>
                  <a:pt x="963" y="346"/>
                </a:lnTo>
                <a:lnTo>
                  <a:pt x="992" y="405"/>
                </a:lnTo>
                <a:lnTo>
                  <a:pt x="1026" y="491"/>
                </a:lnTo>
                <a:lnTo>
                  <a:pt x="971" y="510"/>
                </a:lnTo>
                <a:lnTo>
                  <a:pt x="756" y="514"/>
                </a:lnTo>
                <a:lnTo>
                  <a:pt x="517" y="517"/>
                </a:lnTo>
                <a:lnTo>
                  <a:pt x="387" y="504"/>
                </a:lnTo>
                <a:lnTo>
                  <a:pt x="264" y="510"/>
                </a:lnTo>
                <a:lnTo>
                  <a:pt x="131" y="491"/>
                </a:lnTo>
                <a:lnTo>
                  <a:pt x="59" y="479"/>
                </a:lnTo>
                <a:close/>
              </a:path>
            </a:pathLst>
          </a:custGeom>
          <a:solidFill>
            <a:srgbClr val="3FA5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6" name="Freeform 8">
            <a:extLst>
              <a:ext uri="{FF2B5EF4-FFF2-40B4-BE49-F238E27FC236}">
                <a16:creationId xmlns:a16="http://schemas.microsoft.com/office/drawing/2014/main" id="{A36D3FE9-7299-4066-888A-A9377E472ED3}"/>
              </a:ext>
            </a:extLst>
          </p:cNvPr>
          <p:cNvSpPr>
            <a:spLocks/>
          </p:cNvSpPr>
          <p:nvPr/>
        </p:nvSpPr>
        <p:spPr bwMode="auto">
          <a:xfrm>
            <a:off x="7747447" y="5734504"/>
            <a:ext cx="430481" cy="334235"/>
          </a:xfrm>
          <a:custGeom>
            <a:avLst/>
            <a:gdLst>
              <a:gd name="T0" fmla="*/ 2147483646 w 492"/>
              <a:gd name="T1" fmla="*/ 2147483646 h 382"/>
              <a:gd name="T2" fmla="*/ 2147483646 w 492"/>
              <a:gd name="T3" fmla="*/ 2147483646 h 382"/>
              <a:gd name="T4" fmla="*/ 1500123206 w 492"/>
              <a:gd name="T5" fmla="*/ 2147483646 h 382"/>
              <a:gd name="T6" fmla="*/ 0 w 492"/>
              <a:gd name="T7" fmla="*/ 2147483646 h 382"/>
              <a:gd name="T8" fmla="*/ 2147483646 w 492"/>
              <a:gd name="T9" fmla="*/ 2147483646 h 382"/>
              <a:gd name="T10" fmla="*/ 2147483646 w 492"/>
              <a:gd name="T11" fmla="*/ 2147483646 h 382"/>
              <a:gd name="T12" fmla="*/ 2147483646 w 492"/>
              <a:gd name="T13" fmla="*/ 2147483646 h 382"/>
              <a:gd name="T14" fmla="*/ 2147483646 w 492"/>
              <a:gd name="T15" fmla="*/ 2147483646 h 382"/>
              <a:gd name="T16" fmla="*/ 2147483646 w 492"/>
              <a:gd name="T17" fmla="*/ 2147483646 h 382"/>
              <a:gd name="T18" fmla="*/ 2147483646 w 492"/>
              <a:gd name="T19" fmla="*/ 2147483646 h 382"/>
              <a:gd name="T20" fmla="*/ 2147483646 w 492"/>
              <a:gd name="T21" fmla="*/ 2147483646 h 382"/>
              <a:gd name="T22" fmla="*/ 2147483646 w 492"/>
              <a:gd name="T23" fmla="*/ 2147483646 h 382"/>
              <a:gd name="T24" fmla="*/ 2147483646 w 492"/>
              <a:gd name="T25" fmla="*/ 2147483646 h 382"/>
              <a:gd name="T26" fmla="*/ 2147483646 w 492"/>
              <a:gd name="T27" fmla="*/ 500249000 h 382"/>
              <a:gd name="T28" fmla="*/ 2147483646 w 492"/>
              <a:gd name="T29" fmla="*/ 0 h 382"/>
              <a:gd name="T30" fmla="*/ 2147483646 w 492"/>
              <a:gd name="T31" fmla="*/ 2147483646 h 382"/>
              <a:gd name="T32" fmla="*/ 2147483646 w 492"/>
              <a:gd name="T33" fmla="*/ 2147483646 h 382"/>
              <a:gd name="T34" fmla="*/ 2147483646 w 492"/>
              <a:gd name="T35" fmla="*/ 2147483646 h 382"/>
              <a:gd name="T36" fmla="*/ 2147483646 w 492"/>
              <a:gd name="T37" fmla="*/ 2147483646 h 382"/>
              <a:gd name="T38" fmla="*/ 2147483646 w 492"/>
              <a:gd name="T39" fmla="*/ 2147483646 h 382"/>
              <a:gd name="T40" fmla="*/ 2147483646 w 492"/>
              <a:gd name="T41" fmla="*/ 2147483646 h 382"/>
              <a:gd name="T42" fmla="*/ 2147483646 w 492"/>
              <a:gd name="T43" fmla="*/ 2147483646 h 382"/>
              <a:gd name="T44" fmla="*/ 2147483646 w 492"/>
              <a:gd name="T45" fmla="*/ 2147483646 h 382"/>
              <a:gd name="T46" fmla="*/ 2147483646 w 492"/>
              <a:gd name="T47" fmla="*/ 2147483646 h 382"/>
              <a:gd name="T48" fmla="*/ 2147483646 w 492"/>
              <a:gd name="T49" fmla="*/ 2147483646 h 382"/>
              <a:gd name="T50" fmla="*/ 2147483646 w 492"/>
              <a:gd name="T51" fmla="*/ 2147483646 h 382"/>
              <a:gd name="T52" fmla="*/ 2147483646 w 492"/>
              <a:gd name="T53" fmla="*/ 2147483646 h 382"/>
              <a:gd name="T54" fmla="*/ 2147483646 w 492"/>
              <a:gd name="T55" fmla="*/ 2147483646 h 382"/>
              <a:gd name="T56" fmla="*/ 2147483646 w 492"/>
              <a:gd name="T57" fmla="*/ 2147483646 h 382"/>
              <a:gd name="T58" fmla="*/ 2147483646 w 492"/>
              <a:gd name="T59" fmla="*/ 2147483646 h 382"/>
              <a:gd name="T60" fmla="*/ 2147483646 w 492"/>
              <a:gd name="T61" fmla="*/ 2147483646 h 382"/>
              <a:gd name="T62" fmla="*/ 2147483646 w 492"/>
              <a:gd name="T63" fmla="*/ 2147483646 h 382"/>
              <a:gd name="T64" fmla="*/ 2147483646 w 492"/>
              <a:gd name="T65" fmla="*/ 2147483646 h 382"/>
              <a:gd name="T66" fmla="*/ 2147483646 w 492"/>
              <a:gd name="T67" fmla="*/ 2147483646 h 382"/>
              <a:gd name="T68" fmla="*/ 2147483646 w 492"/>
              <a:gd name="T69" fmla="*/ 2147483646 h 382"/>
              <a:gd name="T70" fmla="*/ 2147483646 w 492"/>
              <a:gd name="T71" fmla="*/ 2147483646 h 382"/>
              <a:gd name="T72" fmla="*/ 2147483646 w 492"/>
              <a:gd name="T73" fmla="*/ 2147483646 h 382"/>
              <a:gd name="T74" fmla="*/ 2147483646 w 492"/>
              <a:gd name="T75" fmla="*/ 2147483646 h 382"/>
              <a:gd name="T76" fmla="*/ 2147483646 w 492"/>
              <a:gd name="T77" fmla="*/ 2147483646 h 38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92"/>
              <a:gd name="T118" fmla="*/ 0 h 382"/>
              <a:gd name="T119" fmla="*/ 492 w 492"/>
              <a:gd name="T120" fmla="*/ 382 h 38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92" h="382">
                <a:moveTo>
                  <a:pt x="19" y="300"/>
                </a:moveTo>
                <a:lnTo>
                  <a:pt x="9" y="254"/>
                </a:lnTo>
                <a:lnTo>
                  <a:pt x="3" y="218"/>
                </a:lnTo>
                <a:lnTo>
                  <a:pt x="0" y="173"/>
                </a:lnTo>
                <a:lnTo>
                  <a:pt x="5" y="155"/>
                </a:lnTo>
                <a:lnTo>
                  <a:pt x="19" y="144"/>
                </a:lnTo>
                <a:lnTo>
                  <a:pt x="51" y="133"/>
                </a:lnTo>
                <a:lnTo>
                  <a:pt x="97" y="123"/>
                </a:lnTo>
                <a:lnTo>
                  <a:pt x="180" y="117"/>
                </a:lnTo>
                <a:lnTo>
                  <a:pt x="245" y="116"/>
                </a:lnTo>
                <a:lnTo>
                  <a:pt x="266" y="108"/>
                </a:lnTo>
                <a:lnTo>
                  <a:pt x="308" y="51"/>
                </a:lnTo>
                <a:lnTo>
                  <a:pt x="340" y="24"/>
                </a:lnTo>
                <a:lnTo>
                  <a:pt x="372" y="1"/>
                </a:lnTo>
                <a:lnTo>
                  <a:pt x="395" y="0"/>
                </a:lnTo>
                <a:lnTo>
                  <a:pt x="406" y="9"/>
                </a:lnTo>
                <a:lnTo>
                  <a:pt x="431" y="9"/>
                </a:lnTo>
                <a:lnTo>
                  <a:pt x="452" y="20"/>
                </a:lnTo>
                <a:lnTo>
                  <a:pt x="479" y="24"/>
                </a:lnTo>
                <a:lnTo>
                  <a:pt x="492" y="32"/>
                </a:lnTo>
                <a:lnTo>
                  <a:pt x="488" y="49"/>
                </a:lnTo>
                <a:lnTo>
                  <a:pt x="471" y="72"/>
                </a:lnTo>
                <a:lnTo>
                  <a:pt x="448" y="93"/>
                </a:lnTo>
                <a:lnTo>
                  <a:pt x="423" y="119"/>
                </a:lnTo>
                <a:lnTo>
                  <a:pt x="403" y="144"/>
                </a:lnTo>
                <a:lnTo>
                  <a:pt x="385" y="173"/>
                </a:lnTo>
                <a:lnTo>
                  <a:pt x="370" y="190"/>
                </a:lnTo>
                <a:lnTo>
                  <a:pt x="349" y="199"/>
                </a:lnTo>
                <a:lnTo>
                  <a:pt x="319" y="199"/>
                </a:lnTo>
                <a:lnTo>
                  <a:pt x="268" y="212"/>
                </a:lnTo>
                <a:lnTo>
                  <a:pt x="205" y="230"/>
                </a:lnTo>
                <a:lnTo>
                  <a:pt x="150" y="249"/>
                </a:lnTo>
                <a:lnTo>
                  <a:pt x="154" y="269"/>
                </a:lnTo>
                <a:lnTo>
                  <a:pt x="165" y="306"/>
                </a:lnTo>
                <a:lnTo>
                  <a:pt x="184" y="372"/>
                </a:lnTo>
                <a:lnTo>
                  <a:pt x="144" y="382"/>
                </a:lnTo>
                <a:lnTo>
                  <a:pt x="36" y="338"/>
                </a:lnTo>
                <a:lnTo>
                  <a:pt x="19" y="300"/>
                </a:lnTo>
                <a:close/>
              </a:path>
            </a:pathLst>
          </a:custGeom>
          <a:solidFill>
            <a:srgbClr val="EBC5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7" name="Freeform 9">
            <a:extLst>
              <a:ext uri="{FF2B5EF4-FFF2-40B4-BE49-F238E27FC236}">
                <a16:creationId xmlns:a16="http://schemas.microsoft.com/office/drawing/2014/main" id="{16200102-B6A8-409B-9F93-23C512E4DAB1}"/>
              </a:ext>
            </a:extLst>
          </p:cNvPr>
          <p:cNvSpPr>
            <a:spLocks/>
          </p:cNvSpPr>
          <p:nvPr/>
        </p:nvSpPr>
        <p:spPr bwMode="auto">
          <a:xfrm>
            <a:off x="7201470" y="5158778"/>
            <a:ext cx="271238" cy="517978"/>
          </a:xfrm>
          <a:custGeom>
            <a:avLst/>
            <a:gdLst>
              <a:gd name="T0" fmla="*/ 2147483646 w 310"/>
              <a:gd name="T1" fmla="*/ 2147483646 h 593"/>
              <a:gd name="T2" fmla="*/ 2147483646 w 310"/>
              <a:gd name="T3" fmla="*/ 2147483646 h 593"/>
              <a:gd name="T4" fmla="*/ 2147483646 w 310"/>
              <a:gd name="T5" fmla="*/ 2147483646 h 593"/>
              <a:gd name="T6" fmla="*/ 2147483646 w 310"/>
              <a:gd name="T7" fmla="*/ 2147483646 h 593"/>
              <a:gd name="T8" fmla="*/ 2147483646 w 310"/>
              <a:gd name="T9" fmla="*/ 2147483646 h 593"/>
              <a:gd name="T10" fmla="*/ 2147483646 w 310"/>
              <a:gd name="T11" fmla="*/ 2147483646 h 593"/>
              <a:gd name="T12" fmla="*/ 2147483646 w 310"/>
              <a:gd name="T13" fmla="*/ 2147483646 h 593"/>
              <a:gd name="T14" fmla="*/ 2147483646 w 310"/>
              <a:gd name="T15" fmla="*/ 2147483646 h 593"/>
              <a:gd name="T16" fmla="*/ 0 w 310"/>
              <a:gd name="T17" fmla="*/ 2147483646 h 593"/>
              <a:gd name="T18" fmla="*/ 2147483646 w 310"/>
              <a:gd name="T19" fmla="*/ 2147483646 h 593"/>
              <a:gd name="T20" fmla="*/ 2147483646 w 310"/>
              <a:gd name="T21" fmla="*/ 2147483646 h 593"/>
              <a:gd name="T22" fmla="*/ 2147483646 w 310"/>
              <a:gd name="T23" fmla="*/ 2147483646 h 593"/>
              <a:gd name="T24" fmla="*/ 2147483646 w 310"/>
              <a:gd name="T25" fmla="*/ 2147483646 h 593"/>
              <a:gd name="T26" fmla="*/ 2147483646 w 310"/>
              <a:gd name="T27" fmla="*/ 2147483646 h 593"/>
              <a:gd name="T28" fmla="*/ 2147483646 w 310"/>
              <a:gd name="T29" fmla="*/ 2147483646 h 593"/>
              <a:gd name="T30" fmla="*/ 2147483646 w 310"/>
              <a:gd name="T31" fmla="*/ 2147483646 h 593"/>
              <a:gd name="T32" fmla="*/ 2147483646 w 310"/>
              <a:gd name="T33" fmla="*/ 2147483646 h 593"/>
              <a:gd name="T34" fmla="*/ 2147483646 w 310"/>
              <a:gd name="T35" fmla="*/ 0 h 593"/>
              <a:gd name="T36" fmla="*/ 2147483646 w 310"/>
              <a:gd name="T37" fmla="*/ 0 h 593"/>
              <a:gd name="T38" fmla="*/ 2147483646 w 310"/>
              <a:gd name="T39" fmla="*/ 2147483646 h 593"/>
              <a:gd name="T40" fmla="*/ 2147483646 w 310"/>
              <a:gd name="T41" fmla="*/ 2147483646 h 593"/>
              <a:gd name="T42" fmla="*/ 2147483646 w 310"/>
              <a:gd name="T43" fmla="*/ 2147483646 h 593"/>
              <a:gd name="T44" fmla="*/ 2147483646 w 310"/>
              <a:gd name="T45" fmla="*/ 2147483646 h 593"/>
              <a:gd name="T46" fmla="*/ 2147483646 w 310"/>
              <a:gd name="T47" fmla="*/ 2147483646 h 593"/>
              <a:gd name="T48" fmla="*/ 2147483646 w 310"/>
              <a:gd name="T49" fmla="*/ 2147483646 h 593"/>
              <a:gd name="T50" fmla="*/ 2147483646 w 310"/>
              <a:gd name="T51" fmla="*/ 2147483646 h 593"/>
              <a:gd name="T52" fmla="*/ 2147483646 w 310"/>
              <a:gd name="T53" fmla="*/ 2147483646 h 593"/>
              <a:gd name="T54" fmla="*/ 2147483646 w 310"/>
              <a:gd name="T55" fmla="*/ 2147483646 h 593"/>
              <a:gd name="T56" fmla="*/ 2147483646 w 310"/>
              <a:gd name="T57" fmla="*/ 2147483646 h 593"/>
              <a:gd name="T58" fmla="*/ 2147483646 w 310"/>
              <a:gd name="T59" fmla="*/ 2147483646 h 593"/>
              <a:gd name="T60" fmla="*/ 2147483646 w 310"/>
              <a:gd name="T61" fmla="*/ 2147483646 h 593"/>
              <a:gd name="T62" fmla="*/ 2147483646 w 310"/>
              <a:gd name="T63" fmla="*/ 2147483646 h 593"/>
              <a:gd name="T64" fmla="*/ 2147483646 w 310"/>
              <a:gd name="T65" fmla="*/ 2147483646 h 593"/>
              <a:gd name="T66" fmla="*/ 2147483646 w 310"/>
              <a:gd name="T67" fmla="*/ 2147483646 h 59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10"/>
              <a:gd name="T103" fmla="*/ 0 h 593"/>
              <a:gd name="T104" fmla="*/ 310 w 310"/>
              <a:gd name="T105" fmla="*/ 593 h 59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10" h="593">
                <a:moveTo>
                  <a:pt x="130" y="593"/>
                </a:moveTo>
                <a:lnTo>
                  <a:pt x="120" y="544"/>
                </a:lnTo>
                <a:lnTo>
                  <a:pt x="109" y="511"/>
                </a:lnTo>
                <a:lnTo>
                  <a:pt x="72" y="485"/>
                </a:lnTo>
                <a:lnTo>
                  <a:pt x="31" y="456"/>
                </a:lnTo>
                <a:lnTo>
                  <a:pt x="15" y="441"/>
                </a:lnTo>
                <a:lnTo>
                  <a:pt x="15" y="414"/>
                </a:lnTo>
                <a:lnTo>
                  <a:pt x="6" y="395"/>
                </a:lnTo>
                <a:lnTo>
                  <a:pt x="0" y="371"/>
                </a:lnTo>
                <a:lnTo>
                  <a:pt x="17" y="342"/>
                </a:lnTo>
                <a:lnTo>
                  <a:pt x="38" y="314"/>
                </a:lnTo>
                <a:lnTo>
                  <a:pt x="8" y="283"/>
                </a:lnTo>
                <a:lnTo>
                  <a:pt x="6" y="245"/>
                </a:lnTo>
                <a:lnTo>
                  <a:pt x="17" y="186"/>
                </a:lnTo>
                <a:lnTo>
                  <a:pt x="44" y="125"/>
                </a:lnTo>
                <a:lnTo>
                  <a:pt x="78" y="59"/>
                </a:lnTo>
                <a:lnTo>
                  <a:pt x="114" y="17"/>
                </a:lnTo>
                <a:lnTo>
                  <a:pt x="147" y="0"/>
                </a:lnTo>
                <a:lnTo>
                  <a:pt x="175" y="0"/>
                </a:lnTo>
                <a:lnTo>
                  <a:pt x="202" y="17"/>
                </a:lnTo>
                <a:lnTo>
                  <a:pt x="221" y="46"/>
                </a:lnTo>
                <a:lnTo>
                  <a:pt x="226" y="74"/>
                </a:lnTo>
                <a:lnTo>
                  <a:pt x="226" y="120"/>
                </a:lnTo>
                <a:lnTo>
                  <a:pt x="215" y="158"/>
                </a:lnTo>
                <a:lnTo>
                  <a:pt x="206" y="179"/>
                </a:lnTo>
                <a:lnTo>
                  <a:pt x="221" y="194"/>
                </a:lnTo>
                <a:lnTo>
                  <a:pt x="232" y="215"/>
                </a:lnTo>
                <a:lnTo>
                  <a:pt x="253" y="215"/>
                </a:lnTo>
                <a:lnTo>
                  <a:pt x="283" y="215"/>
                </a:lnTo>
                <a:lnTo>
                  <a:pt x="301" y="236"/>
                </a:lnTo>
                <a:lnTo>
                  <a:pt x="304" y="293"/>
                </a:lnTo>
                <a:lnTo>
                  <a:pt x="310" y="380"/>
                </a:lnTo>
                <a:lnTo>
                  <a:pt x="130" y="593"/>
                </a:lnTo>
                <a:close/>
              </a:path>
            </a:pathLst>
          </a:custGeom>
          <a:solidFill>
            <a:srgbClr val="FFF2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8" name="Freeform 10">
            <a:extLst>
              <a:ext uri="{FF2B5EF4-FFF2-40B4-BE49-F238E27FC236}">
                <a16:creationId xmlns:a16="http://schemas.microsoft.com/office/drawing/2014/main" id="{789B302C-3320-43AC-845B-ABBD65915FDA}"/>
              </a:ext>
            </a:extLst>
          </p:cNvPr>
          <p:cNvSpPr>
            <a:spLocks/>
          </p:cNvSpPr>
          <p:nvPr/>
        </p:nvSpPr>
        <p:spPr bwMode="auto">
          <a:xfrm>
            <a:off x="7446460" y="6014492"/>
            <a:ext cx="255489" cy="274738"/>
          </a:xfrm>
          <a:custGeom>
            <a:avLst/>
            <a:gdLst>
              <a:gd name="T0" fmla="*/ 2147483646 w 292"/>
              <a:gd name="T1" fmla="*/ 2147483646 h 313"/>
              <a:gd name="T2" fmla="*/ 2147483646 w 292"/>
              <a:gd name="T3" fmla="*/ 2147483646 h 313"/>
              <a:gd name="T4" fmla="*/ 0 w 292"/>
              <a:gd name="T5" fmla="*/ 2147483646 h 313"/>
              <a:gd name="T6" fmla="*/ 0 w 292"/>
              <a:gd name="T7" fmla="*/ 2147483646 h 313"/>
              <a:gd name="T8" fmla="*/ 1500123206 w 292"/>
              <a:gd name="T9" fmla="*/ 2147483646 h 313"/>
              <a:gd name="T10" fmla="*/ 2147483646 w 292"/>
              <a:gd name="T11" fmla="*/ 2147483646 h 313"/>
              <a:gd name="T12" fmla="*/ 2147483646 w 292"/>
              <a:gd name="T13" fmla="*/ 2147483646 h 313"/>
              <a:gd name="T14" fmla="*/ 2147483646 w 292"/>
              <a:gd name="T15" fmla="*/ 2147483646 h 313"/>
              <a:gd name="T16" fmla="*/ 2147483646 w 292"/>
              <a:gd name="T17" fmla="*/ 2147483646 h 313"/>
              <a:gd name="T18" fmla="*/ 2147483646 w 292"/>
              <a:gd name="T19" fmla="*/ 2147483646 h 313"/>
              <a:gd name="T20" fmla="*/ 2147483646 w 292"/>
              <a:gd name="T21" fmla="*/ 2147483646 h 313"/>
              <a:gd name="T22" fmla="*/ 2147483646 w 292"/>
              <a:gd name="T23" fmla="*/ 2147483646 h 313"/>
              <a:gd name="T24" fmla="*/ 2147483646 w 292"/>
              <a:gd name="T25" fmla="*/ 2147483646 h 313"/>
              <a:gd name="T26" fmla="*/ 2147483646 w 292"/>
              <a:gd name="T27" fmla="*/ 2147483646 h 313"/>
              <a:gd name="T28" fmla="*/ 2147483646 w 292"/>
              <a:gd name="T29" fmla="*/ 2147483646 h 313"/>
              <a:gd name="T30" fmla="*/ 2147483646 w 292"/>
              <a:gd name="T31" fmla="*/ 2147483646 h 313"/>
              <a:gd name="T32" fmla="*/ 2147483646 w 292"/>
              <a:gd name="T33" fmla="*/ 2147483646 h 313"/>
              <a:gd name="T34" fmla="*/ 2147483646 w 292"/>
              <a:gd name="T35" fmla="*/ 2147483646 h 313"/>
              <a:gd name="T36" fmla="*/ 2147483646 w 292"/>
              <a:gd name="T37" fmla="*/ 2147483646 h 313"/>
              <a:gd name="T38" fmla="*/ 2147483646 w 292"/>
              <a:gd name="T39" fmla="*/ 2147483646 h 313"/>
              <a:gd name="T40" fmla="*/ 2147483646 w 292"/>
              <a:gd name="T41" fmla="*/ 2147483646 h 313"/>
              <a:gd name="T42" fmla="*/ 2147483646 w 292"/>
              <a:gd name="T43" fmla="*/ 2147483646 h 313"/>
              <a:gd name="T44" fmla="*/ 2147483646 w 292"/>
              <a:gd name="T45" fmla="*/ 2147483646 h 313"/>
              <a:gd name="T46" fmla="*/ 2147483646 w 292"/>
              <a:gd name="T47" fmla="*/ 2147483646 h 313"/>
              <a:gd name="T48" fmla="*/ 2147483646 w 292"/>
              <a:gd name="T49" fmla="*/ 2147483646 h 313"/>
              <a:gd name="T50" fmla="*/ 2147483646 w 292"/>
              <a:gd name="T51" fmla="*/ 2147483646 h 313"/>
              <a:gd name="T52" fmla="*/ 2147483646 w 292"/>
              <a:gd name="T53" fmla="*/ 2147483646 h 313"/>
              <a:gd name="T54" fmla="*/ 2147483646 w 292"/>
              <a:gd name="T55" fmla="*/ 2147483646 h 313"/>
              <a:gd name="T56" fmla="*/ 2147483646 w 292"/>
              <a:gd name="T57" fmla="*/ 2147483646 h 313"/>
              <a:gd name="T58" fmla="*/ 2147483646 w 292"/>
              <a:gd name="T59" fmla="*/ 2147483646 h 313"/>
              <a:gd name="T60" fmla="*/ 2147483646 w 292"/>
              <a:gd name="T61" fmla="*/ 2147483646 h 313"/>
              <a:gd name="T62" fmla="*/ 2147483646 w 292"/>
              <a:gd name="T63" fmla="*/ 0 h 313"/>
              <a:gd name="T64" fmla="*/ 2147483646 w 292"/>
              <a:gd name="T65" fmla="*/ 2147483646 h 313"/>
              <a:gd name="T66" fmla="*/ 2147483646 w 292"/>
              <a:gd name="T67" fmla="*/ 2147483646 h 313"/>
              <a:gd name="T68" fmla="*/ 2147483646 w 292"/>
              <a:gd name="T69" fmla="*/ 2147483646 h 3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92"/>
              <a:gd name="T106" fmla="*/ 0 h 313"/>
              <a:gd name="T107" fmla="*/ 292 w 292"/>
              <a:gd name="T108" fmla="*/ 313 h 3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92" h="313">
                <a:moveTo>
                  <a:pt x="22" y="30"/>
                </a:moveTo>
                <a:lnTo>
                  <a:pt x="5" y="91"/>
                </a:lnTo>
                <a:lnTo>
                  <a:pt x="0" y="133"/>
                </a:lnTo>
                <a:lnTo>
                  <a:pt x="0" y="158"/>
                </a:lnTo>
                <a:lnTo>
                  <a:pt x="3" y="171"/>
                </a:lnTo>
                <a:lnTo>
                  <a:pt x="32" y="173"/>
                </a:lnTo>
                <a:lnTo>
                  <a:pt x="34" y="196"/>
                </a:lnTo>
                <a:lnTo>
                  <a:pt x="53" y="205"/>
                </a:lnTo>
                <a:lnTo>
                  <a:pt x="78" y="201"/>
                </a:lnTo>
                <a:lnTo>
                  <a:pt x="95" y="201"/>
                </a:lnTo>
                <a:lnTo>
                  <a:pt x="106" y="230"/>
                </a:lnTo>
                <a:lnTo>
                  <a:pt x="119" y="262"/>
                </a:lnTo>
                <a:lnTo>
                  <a:pt x="138" y="262"/>
                </a:lnTo>
                <a:lnTo>
                  <a:pt x="161" y="258"/>
                </a:lnTo>
                <a:lnTo>
                  <a:pt x="182" y="294"/>
                </a:lnTo>
                <a:lnTo>
                  <a:pt x="207" y="313"/>
                </a:lnTo>
                <a:lnTo>
                  <a:pt x="228" y="306"/>
                </a:lnTo>
                <a:lnTo>
                  <a:pt x="245" y="294"/>
                </a:lnTo>
                <a:lnTo>
                  <a:pt x="249" y="275"/>
                </a:lnTo>
                <a:lnTo>
                  <a:pt x="262" y="249"/>
                </a:lnTo>
                <a:lnTo>
                  <a:pt x="268" y="228"/>
                </a:lnTo>
                <a:lnTo>
                  <a:pt x="281" y="199"/>
                </a:lnTo>
                <a:lnTo>
                  <a:pt x="287" y="161"/>
                </a:lnTo>
                <a:lnTo>
                  <a:pt x="292" y="135"/>
                </a:lnTo>
                <a:lnTo>
                  <a:pt x="290" y="116"/>
                </a:lnTo>
                <a:lnTo>
                  <a:pt x="264" y="106"/>
                </a:lnTo>
                <a:lnTo>
                  <a:pt x="271" y="85"/>
                </a:lnTo>
                <a:lnTo>
                  <a:pt x="256" y="66"/>
                </a:lnTo>
                <a:lnTo>
                  <a:pt x="230" y="57"/>
                </a:lnTo>
                <a:lnTo>
                  <a:pt x="190" y="30"/>
                </a:lnTo>
                <a:lnTo>
                  <a:pt x="157" y="15"/>
                </a:lnTo>
                <a:lnTo>
                  <a:pt x="119" y="0"/>
                </a:lnTo>
                <a:lnTo>
                  <a:pt x="72" y="43"/>
                </a:lnTo>
                <a:lnTo>
                  <a:pt x="22" y="30"/>
                </a:lnTo>
                <a:close/>
              </a:path>
            </a:pathLst>
          </a:custGeom>
          <a:solidFill>
            <a:srgbClr val="D9B3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79" name="Freeform 11">
            <a:extLst>
              <a:ext uri="{FF2B5EF4-FFF2-40B4-BE49-F238E27FC236}">
                <a16:creationId xmlns:a16="http://schemas.microsoft.com/office/drawing/2014/main" id="{D7118794-EC1E-4F11-A445-16847536BD3A}"/>
              </a:ext>
            </a:extLst>
          </p:cNvPr>
          <p:cNvSpPr>
            <a:spLocks/>
          </p:cNvSpPr>
          <p:nvPr/>
        </p:nvSpPr>
        <p:spPr bwMode="auto">
          <a:xfrm>
            <a:off x="7224218" y="5291773"/>
            <a:ext cx="372735" cy="738468"/>
          </a:xfrm>
          <a:custGeom>
            <a:avLst/>
            <a:gdLst>
              <a:gd name="T0" fmla="*/ 2147483646 w 425"/>
              <a:gd name="T1" fmla="*/ 2147483646 h 844"/>
              <a:gd name="T2" fmla="*/ 2147483646 w 425"/>
              <a:gd name="T3" fmla="*/ 2147483646 h 844"/>
              <a:gd name="T4" fmla="*/ 0 w 425"/>
              <a:gd name="T5" fmla="*/ 2147483646 h 844"/>
              <a:gd name="T6" fmla="*/ 2147483646 w 425"/>
              <a:gd name="T7" fmla="*/ 2147483646 h 844"/>
              <a:gd name="T8" fmla="*/ 2147483646 w 425"/>
              <a:gd name="T9" fmla="*/ 2147483646 h 844"/>
              <a:gd name="T10" fmla="*/ 2147483646 w 425"/>
              <a:gd name="T11" fmla="*/ 2147483646 h 844"/>
              <a:gd name="T12" fmla="*/ 2147483646 w 425"/>
              <a:gd name="T13" fmla="*/ 2147483646 h 844"/>
              <a:gd name="T14" fmla="*/ 2147483646 w 425"/>
              <a:gd name="T15" fmla="*/ 2147483646 h 844"/>
              <a:gd name="T16" fmla="*/ 2147483646 w 425"/>
              <a:gd name="T17" fmla="*/ 2147483646 h 844"/>
              <a:gd name="T18" fmla="*/ 2147483646 w 425"/>
              <a:gd name="T19" fmla="*/ 2147483646 h 844"/>
              <a:gd name="T20" fmla="*/ 2147483646 w 425"/>
              <a:gd name="T21" fmla="*/ 2147483646 h 844"/>
              <a:gd name="T22" fmla="*/ 2147483646 w 425"/>
              <a:gd name="T23" fmla="*/ 2147483646 h 844"/>
              <a:gd name="T24" fmla="*/ 2147483646 w 425"/>
              <a:gd name="T25" fmla="*/ 2147483646 h 844"/>
              <a:gd name="T26" fmla="*/ 2147483646 w 425"/>
              <a:gd name="T27" fmla="*/ 2147483646 h 844"/>
              <a:gd name="T28" fmla="*/ 2147483646 w 425"/>
              <a:gd name="T29" fmla="*/ 2147483646 h 844"/>
              <a:gd name="T30" fmla="*/ 2147483646 w 425"/>
              <a:gd name="T31" fmla="*/ 2147483646 h 844"/>
              <a:gd name="T32" fmla="*/ 2147483646 w 425"/>
              <a:gd name="T33" fmla="*/ 2147483646 h 844"/>
              <a:gd name="T34" fmla="*/ 2147483646 w 425"/>
              <a:gd name="T35" fmla="*/ 2147483646 h 844"/>
              <a:gd name="T36" fmla="*/ 2147483646 w 425"/>
              <a:gd name="T37" fmla="*/ 2147483646 h 844"/>
              <a:gd name="T38" fmla="*/ 2147483646 w 425"/>
              <a:gd name="T39" fmla="*/ 2147483646 h 844"/>
              <a:gd name="T40" fmla="*/ 2147483646 w 425"/>
              <a:gd name="T41" fmla="*/ 2147483646 h 844"/>
              <a:gd name="T42" fmla="*/ 2147483646 w 425"/>
              <a:gd name="T43" fmla="*/ 2147483646 h 844"/>
              <a:gd name="T44" fmla="*/ 2147483646 w 425"/>
              <a:gd name="T45" fmla="*/ 2147483646 h 844"/>
              <a:gd name="T46" fmla="*/ 2147483646 w 425"/>
              <a:gd name="T47" fmla="*/ 2147483646 h 844"/>
              <a:gd name="T48" fmla="*/ 2147483646 w 425"/>
              <a:gd name="T49" fmla="*/ 2147483646 h 844"/>
              <a:gd name="T50" fmla="*/ 2147483646 w 425"/>
              <a:gd name="T51" fmla="*/ 2147483646 h 844"/>
              <a:gd name="T52" fmla="*/ 2147483646 w 425"/>
              <a:gd name="T53" fmla="*/ 2147483646 h 844"/>
              <a:gd name="T54" fmla="*/ 2147483646 w 425"/>
              <a:gd name="T55" fmla="*/ 2147483646 h 844"/>
              <a:gd name="T56" fmla="*/ 2147483646 w 425"/>
              <a:gd name="T57" fmla="*/ 2147483646 h 844"/>
              <a:gd name="T58" fmla="*/ 2147483646 w 425"/>
              <a:gd name="T59" fmla="*/ 2147483646 h 844"/>
              <a:gd name="T60" fmla="*/ 2147483646 w 425"/>
              <a:gd name="T61" fmla="*/ 2147483646 h 844"/>
              <a:gd name="T62" fmla="*/ 2147483646 w 425"/>
              <a:gd name="T63" fmla="*/ 2147483646 h 844"/>
              <a:gd name="T64" fmla="*/ 2147483646 w 425"/>
              <a:gd name="T65" fmla="*/ 2147483646 h 844"/>
              <a:gd name="T66" fmla="*/ 2147483646 w 425"/>
              <a:gd name="T67" fmla="*/ 2147483646 h 844"/>
              <a:gd name="T68" fmla="*/ 2147483646 w 425"/>
              <a:gd name="T69" fmla="*/ 2147483646 h 844"/>
              <a:gd name="T70" fmla="*/ 2147483646 w 425"/>
              <a:gd name="T71" fmla="*/ 2147483646 h 844"/>
              <a:gd name="T72" fmla="*/ 2147483646 w 425"/>
              <a:gd name="T73" fmla="*/ 2147483646 h 844"/>
              <a:gd name="T74" fmla="*/ 2147483646 w 425"/>
              <a:gd name="T75" fmla="*/ 2147483646 h 844"/>
              <a:gd name="T76" fmla="*/ 2147483646 w 425"/>
              <a:gd name="T77" fmla="*/ 2147483646 h 844"/>
              <a:gd name="T78" fmla="*/ 2147483646 w 425"/>
              <a:gd name="T79" fmla="*/ 2147483646 h 844"/>
              <a:gd name="T80" fmla="*/ 2147483646 w 425"/>
              <a:gd name="T81" fmla="*/ 2147483646 h 844"/>
              <a:gd name="T82" fmla="*/ 2147483646 w 425"/>
              <a:gd name="T83" fmla="*/ 2147483646 h 844"/>
              <a:gd name="T84" fmla="*/ 2147483646 w 425"/>
              <a:gd name="T85" fmla="*/ 0 h 844"/>
              <a:gd name="T86" fmla="*/ 2147483646 w 425"/>
              <a:gd name="T87" fmla="*/ 2147483646 h 844"/>
              <a:gd name="T88" fmla="*/ 2147483646 w 425"/>
              <a:gd name="T89" fmla="*/ 2147483646 h 844"/>
              <a:gd name="T90" fmla="*/ 2147483646 w 425"/>
              <a:gd name="T91" fmla="*/ 2147483646 h 844"/>
              <a:gd name="T92" fmla="*/ 2147483646 w 425"/>
              <a:gd name="T93" fmla="*/ 2147483646 h 844"/>
              <a:gd name="T94" fmla="*/ 2147483646 w 425"/>
              <a:gd name="T95" fmla="*/ 2147483646 h 8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25"/>
              <a:gd name="T145" fmla="*/ 0 h 844"/>
              <a:gd name="T146" fmla="*/ 425 w 425"/>
              <a:gd name="T147" fmla="*/ 844 h 84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25" h="844">
                <a:moveTo>
                  <a:pt x="30" y="104"/>
                </a:moveTo>
                <a:lnTo>
                  <a:pt x="28" y="150"/>
                </a:lnTo>
                <a:lnTo>
                  <a:pt x="0" y="211"/>
                </a:lnTo>
                <a:lnTo>
                  <a:pt x="66" y="243"/>
                </a:lnTo>
                <a:lnTo>
                  <a:pt x="85" y="306"/>
                </a:lnTo>
                <a:lnTo>
                  <a:pt x="91" y="363"/>
                </a:lnTo>
                <a:lnTo>
                  <a:pt x="68" y="368"/>
                </a:lnTo>
                <a:lnTo>
                  <a:pt x="49" y="366"/>
                </a:lnTo>
                <a:lnTo>
                  <a:pt x="28" y="382"/>
                </a:lnTo>
                <a:lnTo>
                  <a:pt x="21" y="401"/>
                </a:lnTo>
                <a:lnTo>
                  <a:pt x="24" y="435"/>
                </a:lnTo>
                <a:lnTo>
                  <a:pt x="30" y="463"/>
                </a:lnTo>
                <a:lnTo>
                  <a:pt x="38" y="490"/>
                </a:lnTo>
                <a:lnTo>
                  <a:pt x="57" y="518"/>
                </a:lnTo>
                <a:lnTo>
                  <a:pt x="76" y="547"/>
                </a:lnTo>
                <a:lnTo>
                  <a:pt x="95" y="625"/>
                </a:lnTo>
                <a:lnTo>
                  <a:pt x="106" y="661"/>
                </a:lnTo>
                <a:lnTo>
                  <a:pt x="123" y="705"/>
                </a:lnTo>
                <a:lnTo>
                  <a:pt x="142" y="735"/>
                </a:lnTo>
                <a:lnTo>
                  <a:pt x="163" y="771"/>
                </a:lnTo>
                <a:lnTo>
                  <a:pt x="197" y="802"/>
                </a:lnTo>
                <a:lnTo>
                  <a:pt x="233" y="830"/>
                </a:lnTo>
                <a:lnTo>
                  <a:pt x="264" y="844"/>
                </a:lnTo>
                <a:lnTo>
                  <a:pt x="296" y="834"/>
                </a:lnTo>
                <a:lnTo>
                  <a:pt x="336" y="777"/>
                </a:lnTo>
                <a:lnTo>
                  <a:pt x="363" y="716"/>
                </a:lnTo>
                <a:lnTo>
                  <a:pt x="376" y="680"/>
                </a:lnTo>
                <a:lnTo>
                  <a:pt x="395" y="615"/>
                </a:lnTo>
                <a:lnTo>
                  <a:pt x="418" y="547"/>
                </a:lnTo>
                <a:lnTo>
                  <a:pt x="425" y="494"/>
                </a:lnTo>
                <a:lnTo>
                  <a:pt x="425" y="437"/>
                </a:lnTo>
                <a:lnTo>
                  <a:pt x="410" y="385"/>
                </a:lnTo>
                <a:lnTo>
                  <a:pt x="416" y="353"/>
                </a:lnTo>
                <a:lnTo>
                  <a:pt x="416" y="319"/>
                </a:lnTo>
                <a:lnTo>
                  <a:pt x="406" y="300"/>
                </a:lnTo>
                <a:lnTo>
                  <a:pt x="384" y="290"/>
                </a:lnTo>
                <a:lnTo>
                  <a:pt x="353" y="292"/>
                </a:lnTo>
                <a:lnTo>
                  <a:pt x="330" y="252"/>
                </a:lnTo>
                <a:lnTo>
                  <a:pt x="306" y="214"/>
                </a:lnTo>
                <a:lnTo>
                  <a:pt x="277" y="154"/>
                </a:lnTo>
                <a:lnTo>
                  <a:pt x="252" y="100"/>
                </a:lnTo>
                <a:lnTo>
                  <a:pt x="205" y="43"/>
                </a:lnTo>
                <a:lnTo>
                  <a:pt x="138" y="0"/>
                </a:lnTo>
                <a:lnTo>
                  <a:pt x="76" y="9"/>
                </a:lnTo>
                <a:lnTo>
                  <a:pt x="43" y="15"/>
                </a:lnTo>
                <a:lnTo>
                  <a:pt x="28" y="49"/>
                </a:lnTo>
                <a:lnTo>
                  <a:pt x="30" y="104"/>
                </a:lnTo>
                <a:close/>
              </a:path>
            </a:pathLst>
          </a:custGeom>
          <a:solidFill>
            <a:srgbClr val="EBC5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0" name="Freeform 12">
            <a:extLst>
              <a:ext uri="{FF2B5EF4-FFF2-40B4-BE49-F238E27FC236}">
                <a16:creationId xmlns:a16="http://schemas.microsoft.com/office/drawing/2014/main" id="{7F0FD2CF-A39B-4D91-AF4A-49E009BA038D}"/>
              </a:ext>
            </a:extLst>
          </p:cNvPr>
          <p:cNvSpPr>
            <a:spLocks/>
          </p:cNvSpPr>
          <p:nvPr/>
        </p:nvSpPr>
        <p:spPr bwMode="auto">
          <a:xfrm>
            <a:off x="7390462" y="5771251"/>
            <a:ext cx="157493" cy="139994"/>
          </a:xfrm>
          <a:custGeom>
            <a:avLst/>
            <a:gdLst>
              <a:gd name="T0" fmla="*/ 0 w 179"/>
              <a:gd name="T1" fmla="*/ 2147483646 h 162"/>
              <a:gd name="T2" fmla="*/ 2147483646 w 179"/>
              <a:gd name="T3" fmla="*/ 2147483646 h 162"/>
              <a:gd name="T4" fmla="*/ 2147483646 w 179"/>
              <a:gd name="T5" fmla="*/ 2147483646 h 162"/>
              <a:gd name="T6" fmla="*/ 2147483646 w 179"/>
              <a:gd name="T7" fmla="*/ 2147483646 h 162"/>
              <a:gd name="T8" fmla="*/ 2147483646 w 179"/>
              <a:gd name="T9" fmla="*/ 2147483646 h 162"/>
              <a:gd name="T10" fmla="*/ 2147483646 w 179"/>
              <a:gd name="T11" fmla="*/ 2147483646 h 162"/>
              <a:gd name="T12" fmla="*/ 2147483646 w 179"/>
              <a:gd name="T13" fmla="*/ 2147483646 h 162"/>
              <a:gd name="T14" fmla="*/ 2147483646 w 179"/>
              <a:gd name="T15" fmla="*/ 0 h 162"/>
              <a:gd name="T16" fmla="*/ 2147483646 w 179"/>
              <a:gd name="T17" fmla="*/ 0 h 162"/>
              <a:gd name="T18" fmla="*/ 2147483646 w 179"/>
              <a:gd name="T19" fmla="*/ 2147483646 h 162"/>
              <a:gd name="T20" fmla="*/ 2147483646 w 179"/>
              <a:gd name="T21" fmla="*/ 2147483646 h 162"/>
              <a:gd name="T22" fmla="*/ 2147483646 w 179"/>
              <a:gd name="T23" fmla="*/ 2147483646 h 162"/>
              <a:gd name="T24" fmla="*/ 2147483646 w 179"/>
              <a:gd name="T25" fmla="*/ 2147483646 h 162"/>
              <a:gd name="T26" fmla="*/ 2147483646 w 179"/>
              <a:gd name="T27" fmla="*/ 2147483646 h 162"/>
              <a:gd name="T28" fmla="*/ 2147483646 w 179"/>
              <a:gd name="T29" fmla="*/ 2147483646 h 162"/>
              <a:gd name="T30" fmla="*/ 2147483646 w 179"/>
              <a:gd name="T31" fmla="*/ 2147483646 h 162"/>
              <a:gd name="T32" fmla="*/ 2147483646 w 179"/>
              <a:gd name="T33" fmla="*/ 2147483646 h 162"/>
              <a:gd name="T34" fmla="*/ 2147483646 w 179"/>
              <a:gd name="T35" fmla="*/ 2147483646 h 162"/>
              <a:gd name="T36" fmla="*/ 2147483646 w 179"/>
              <a:gd name="T37" fmla="*/ 2147483646 h 162"/>
              <a:gd name="T38" fmla="*/ 2147483646 w 179"/>
              <a:gd name="T39" fmla="*/ 2147483646 h 162"/>
              <a:gd name="T40" fmla="*/ 2147483646 w 179"/>
              <a:gd name="T41" fmla="*/ 2147483646 h 162"/>
              <a:gd name="T42" fmla="*/ 2147483646 w 179"/>
              <a:gd name="T43" fmla="*/ 2147483646 h 162"/>
              <a:gd name="T44" fmla="*/ 0 w 179"/>
              <a:gd name="T45" fmla="*/ 2147483646 h 162"/>
              <a:gd name="T46" fmla="*/ 0 w 179"/>
              <a:gd name="T47" fmla="*/ 2147483646 h 16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9"/>
              <a:gd name="T73" fmla="*/ 0 h 162"/>
              <a:gd name="T74" fmla="*/ 179 w 179"/>
              <a:gd name="T75" fmla="*/ 162 h 16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9" h="162">
                <a:moveTo>
                  <a:pt x="0" y="92"/>
                </a:moveTo>
                <a:lnTo>
                  <a:pt x="15" y="82"/>
                </a:lnTo>
                <a:lnTo>
                  <a:pt x="47" y="65"/>
                </a:lnTo>
                <a:lnTo>
                  <a:pt x="68" y="46"/>
                </a:lnTo>
                <a:lnTo>
                  <a:pt x="89" y="25"/>
                </a:lnTo>
                <a:lnTo>
                  <a:pt x="108" y="10"/>
                </a:lnTo>
                <a:lnTo>
                  <a:pt x="129" y="10"/>
                </a:lnTo>
                <a:lnTo>
                  <a:pt x="150" y="0"/>
                </a:lnTo>
                <a:lnTo>
                  <a:pt x="171" y="0"/>
                </a:lnTo>
                <a:lnTo>
                  <a:pt x="179" y="19"/>
                </a:lnTo>
                <a:lnTo>
                  <a:pt x="171" y="40"/>
                </a:lnTo>
                <a:lnTo>
                  <a:pt x="160" y="55"/>
                </a:lnTo>
                <a:lnTo>
                  <a:pt x="156" y="80"/>
                </a:lnTo>
                <a:lnTo>
                  <a:pt x="160" y="111"/>
                </a:lnTo>
                <a:lnTo>
                  <a:pt x="156" y="132"/>
                </a:lnTo>
                <a:lnTo>
                  <a:pt x="148" y="152"/>
                </a:lnTo>
                <a:lnTo>
                  <a:pt x="123" y="162"/>
                </a:lnTo>
                <a:lnTo>
                  <a:pt x="103" y="158"/>
                </a:lnTo>
                <a:lnTo>
                  <a:pt x="72" y="147"/>
                </a:lnTo>
                <a:lnTo>
                  <a:pt x="46" y="137"/>
                </a:lnTo>
                <a:lnTo>
                  <a:pt x="32" y="116"/>
                </a:lnTo>
                <a:lnTo>
                  <a:pt x="15" y="122"/>
                </a:lnTo>
                <a:lnTo>
                  <a:pt x="0" y="92"/>
                </a:lnTo>
                <a:close/>
              </a:path>
            </a:pathLst>
          </a:custGeom>
          <a:solidFill>
            <a:srgbClr val="FF7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1" name="Freeform 13">
            <a:extLst>
              <a:ext uri="{FF2B5EF4-FFF2-40B4-BE49-F238E27FC236}">
                <a16:creationId xmlns:a16="http://schemas.microsoft.com/office/drawing/2014/main" id="{0745F21B-036A-4B7B-B795-B1A87CE7CD12}"/>
              </a:ext>
            </a:extLst>
          </p:cNvPr>
          <p:cNvSpPr>
            <a:spLocks/>
          </p:cNvSpPr>
          <p:nvPr/>
        </p:nvSpPr>
        <p:spPr bwMode="auto">
          <a:xfrm>
            <a:off x="7950438" y="5442266"/>
            <a:ext cx="41998" cy="41998"/>
          </a:xfrm>
          <a:custGeom>
            <a:avLst/>
            <a:gdLst>
              <a:gd name="T0" fmla="*/ 0 w 50"/>
              <a:gd name="T1" fmla="*/ 2147483646 h 47"/>
              <a:gd name="T2" fmla="*/ 2147483646 w 50"/>
              <a:gd name="T3" fmla="*/ 2147483646 h 47"/>
              <a:gd name="T4" fmla="*/ 2147483646 w 50"/>
              <a:gd name="T5" fmla="*/ 0 h 47"/>
              <a:gd name="T6" fmla="*/ 2147483646 w 50"/>
              <a:gd name="T7" fmla="*/ 0 h 47"/>
              <a:gd name="T8" fmla="*/ 2147483646 w 50"/>
              <a:gd name="T9" fmla="*/ 2147483646 h 47"/>
              <a:gd name="T10" fmla="*/ 2147483646 w 50"/>
              <a:gd name="T11" fmla="*/ 2147483646 h 47"/>
              <a:gd name="T12" fmla="*/ 2147483646 w 50"/>
              <a:gd name="T13" fmla="*/ 2147483646 h 47"/>
              <a:gd name="T14" fmla="*/ 2147483646 w 50"/>
              <a:gd name="T15" fmla="*/ 2147483646 h 47"/>
              <a:gd name="T16" fmla="*/ 0 w 50"/>
              <a:gd name="T17" fmla="*/ 2147483646 h 47"/>
              <a:gd name="T18" fmla="*/ 0 w 50"/>
              <a:gd name="T19" fmla="*/ 2147483646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
              <a:gd name="T31" fmla="*/ 0 h 47"/>
              <a:gd name="T32" fmla="*/ 50 w 50"/>
              <a:gd name="T33" fmla="*/ 47 h 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 h="47">
                <a:moveTo>
                  <a:pt x="0" y="30"/>
                </a:moveTo>
                <a:lnTo>
                  <a:pt x="8" y="11"/>
                </a:lnTo>
                <a:lnTo>
                  <a:pt x="19" y="0"/>
                </a:lnTo>
                <a:lnTo>
                  <a:pt x="44" y="0"/>
                </a:lnTo>
                <a:lnTo>
                  <a:pt x="50" y="15"/>
                </a:lnTo>
                <a:lnTo>
                  <a:pt x="44" y="32"/>
                </a:lnTo>
                <a:lnTo>
                  <a:pt x="29" y="47"/>
                </a:lnTo>
                <a:lnTo>
                  <a:pt x="8" y="47"/>
                </a:lnTo>
                <a:lnTo>
                  <a:pt x="0" y="30"/>
                </a:lnTo>
                <a:close/>
              </a:path>
            </a:pathLst>
          </a:custGeom>
          <a:solidFill>
            <a:srgbClr val="F2D8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2" name="Freeform 14">
            <a:extLst>
              <a:ext uri="{FF2B5EF4-FFF2-40B4-BE49-F238E27FC236}">
                <a16:creationId xmlns:a16="http://schemas.microsoft.com/office/drawing/2014/main" id="{41DF5B19-735A-4061-9D83-8C297AFF9BB9}"/>
              </a:ext>
            </a:extLst>
          </p:cNvPr>
          <p:cNvSpPr>
            <a:spLocks/>
          </p:cNvSpPr>
          <p:nvPr/>
        </p:nvSpPr>
        <p:spPr bwMode="auto">
          <a:xfrm>
            <a:off x="7642451" y="5547262"/>
            <a:ext cx="50747" cy="54248"/>
          </a:xfrm>
          <a:custGeom>
            <a:avLst/>
            <a:gdLst>
              <a:gd name="T0" fmla="*/ 2147483646 w 59"/>
              <a:gd name="T1" fmla="*/ 2147483646 h 61"/>
              <a:gd name="T2" fmla="*/ 2147483646 w 59"/>
              <a:gd name="T3" fmla="*/ 2147483646 h 61"/>
              <a:gd name="T4" fmla="*/ 2147483646 w 59"/>
              <a:gd name="T5" fmla="*/ 2147483646 h 61"/>
              <a:gd name="T6" fmla="*/ 2147483646 w 59"/>
              <a:gd name="T7" fmla="*/ 2147483646 h 61"/>
              <a:gd name="T8" fmla="*/ 0 w 59"/>
              <a:gd name="T9" fmla="*/ 2147483646 h 61"/>
              <a:gd name="T10" fmla="*/ 2147483646 w 59"/>
              <a:gd name="T11" fmla="*/ 2147483646 h 61"/>
              <a:gd name="T12" fmla="*/ 2147483646 w 59"/>
              <a:gd name="T13" fmla="*/ 0 h 61"/>
              <a:gd name="T14" fmla="*/ 2147483646 w 59"/>
              <a:gd name="T15" fmla="*/ 2147483646 h 61"/>
              <a:gd name="T16" fmla="*/ 2147483646 w 59"/>
              <a:gd name="T17" fmla="*/ 2147483646 h 61"/>
              <a:gd name="T18" fmla="*/ 2147483646 w 59"/>
              <a:gd name="T19" fmla="*/ 2147483646 h 61"/>
              <a:gd name="T20" fmla="*/ 2147483646 w 59"/>
              <a:gd name="T21" fmla="*/ 2147483646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
              <a:gd name="T34" fmla="*/ 0 h 61"/>
              <a:gd name="T35" fmla="*/ 59 w 59"/>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 h="61">
                <a:moveTo>
                  <a:pt x="59" y="49"/>
                </a:moveTo>
                <a:lnTo>
                  <a:pt x="36" y="59"/>
                </a:lnTo>
                <a:lnTo>
                  <a:pt x="15" y="61"/>
                </a:lnTo>
                <a:lnTo>
                  <a:pt x="8" y="43"/>
                </a:lnTo>
                <a:lnTo>
                  <a:pt x="0" y="22"/>
                </a:lnTo>
                <a:lnTo>
                  <a:pt x="15" y="17"/>
                </a:lnTo>
                <a:lnTo>
                  <a:pt x="27" y="0"/>
                </a:lnTo>
                <a:lnTo>
                  <a:pt x="42" y="7"/>
                </a:lnTo>
                <a:lnTo>
                  <a:pt x="57" y="19"/>
                </a:lnTo>
                <a:lnTo>
                  <a:pt x="59" y="49"/>
                </a:lnTo>
                <a:close/>
              </a:path>
            </a:pathLst>
          </a:custGeom>
          <a:solidFill>
            <a:srgbClr val="EBC5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3" name="Freeform 15">
            <a:extLst>
              <a:ext uri="{FF2B5EF4-FFF2-40B4-BE49-F238E27FC236}">
                <a16:creationId xmlns:a16="http://schemas.microsoft.com/office/drawing/2014/main" id="{06B7CC20-E5C8-468A-A005-40173A748FDA}"/>
              </a:ext>
            </a:extLst>
          </p:cNvPr>
          <p:cNvSpPr>
            <a:spLocks/>
          </p:cNvSpPr>
          <p:nvPr/>
        </p:nvSpPr>
        <p:spPr bwMode="auto">
          <a:xfrm>
            <a:off x="7782445" y="5456265"/>
            <a:ext cx="59497" cy="76997"/>
          </a:xfrm>
          <a:custGeom>
            <a:avLst/>
            <a:gdLst>
              <a:gd name="T0" fmla="*/ 2147483646 w 68"/>
              <a:gd name="T1" fmla="*/ 2147483646 h 88"/>
              <a:gd name="T2" fmla="*/ 2147483646 w 68"/>
              <a:gd name="T3" fmla="*/ 2147483646 h 88"/>
              <a:gd name="T4" fmla="*/ 500250619 w 68"/>
              <a:gd name="T5" fmla="*/ 2147483646 h 88"/>
              <a:gd name="T6" fmla="*/ 0 w 68"/>
              <a:gd name="T7" fmla="*/ 2147483646 h 88"/>
              <a:gd name="T8" fmla="*/ 2147483646 w 68"/>
              <a:gd name="T9" fmla="*/ 2147483646 h 88"/>
              <a:gd name="T10" fmla="*/ 2147483646 w 68"/>
              <a:gd name="T11" fmla="*/ 0 h 88"/>
              <a:gd name="T12" fmla="*/ 2147483646 w 68"/>
              <a:gd name="T13" fmla="*/ 2147483646 h 88"/>
              <a:gd name="T14" fmla="*/ 2147483646 w 68"/>
              <a:gd name="T15" fmla="*/ 2147483646 h 88"/>
              <a:gd name="T16" fmla="*/ 2147483646 w 68"/>
              <a:gd name="T17" fmla="*/ 2147483646 h 88"/>
              <a:gd name="T18" fmla="*/ 2147483646 w 68"/>
              <a:gd name="T19" fmla="*/ 2147483646 h 88"/>
              <a:gd name="T20" fmla="*/ 2147483646 w 68"/>
              <a:gd name="T21" fmla="*/ 2147483646 h 88"/>
              <a:gd name="T22" fmla="*/ 2147483646 w 68"/>
              <a:gd name="T23" fmla="*/ 2147483646 h 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8"/>
              <a:gd name="T37" fmla="*/ 0 h 88"/>
              <a:gd name="T38" fmla="*/ 68 w 68"/>
              <a:gd name="T39" fmla="*/ 88 h 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8" h="88">
                <a:moveTo>
                  <a:pt x="22" y="88"/>
                </a:moveTo>
                <a:lnTo>
                  <a:pt x="15" y="63"/>
                </a:lnTo>
                <a:lnTo>
                  <a:pt x="1" y="42"/>
                </a:lnTo>
                <a:lnTo>
                  <a:pt x="0" y="21"/>
                </a:lnTo>
                <a:lnTo>
                  <a:pt x="5" y="6"/>
                </a:lnTo>
                <a:lnTo>
                  <a:pt x="28" y="0"/>
                </a:lnTo>
                <a:lnTo>
                  <a:pt x="51" y="12"/>
                </a:lnTo>
                <a:lnTo>
                  <a:pt x="66" y="36"/>
                </a:lnTo>
                <a:lnTo>
                  <a:pt x="68" y="67"/>
                </a:lnTo>
                <a:lnTo>
                  <a:pt x="53" y="84"/>
                </a:lnTo>
                <a:lnTo>
                  <a:pt x="22" y="88"/>
                </a:lnTo>
                <a:close/>
              </a:path>
            </a:pathLst>
          </a:custGeom>
          <a:solidFill>
            <a:srgbClr val="EBC5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4" name="Freeform 16">
            <a:extLst>
              <a:ext uri="{FF2B5EF4-FFF2-40B4-BE49-F238E27FC236}">
                <a16:creationId xmlns:a16="http://schemas.microsoft.com/office/drawing/2014/main" id="{C0626487-CF63-42CE-87CD-1222FE286339}"/>
              </a:ext>
            </a:extLst>
          </p:cNvPr>
          <p:cNvSpPr>
            <a:spLocks/>
          </p:cNvSpPr>
          <p:nvPr/>
        </p:nvSpPr>
        <p:spPr bwMode="auto">
          <a:xfrm>
            <a:off x="7435960" y="5820250"/>
            <a:ext cx="78746" cy="45498"/>
          </a:xfrm>
          <a:custGeom>
            <a:avLst/>
            <a:gdLst>
              <a:gd name="T0" fmla="*/ 0 w 90"/>
              <a:gd name="T1" fmla="*/ 2147483646 h 52"/>
              <a:gd name="T2" fmla="*/ 2147483646 w 90"/>
              <a:gd name="T3" fmla="*/ 0 h 52"/>
              <a:gd name="T4" fmla="*/ 2147483646 w 90"/>
              <a:gd name="T5" fmla="*/ 2147483646 h 52"/>
              <a:gd name="T6" fmla="*/ 2147483646 w 90"/>
              <a:gd name="T7" fmla="*/ 2147483646 h 52"/>
              <a:gd name="T8" fmla="*/ 2147483646 w 90"/>
              <a:gd name="T9" fmla="*/ 2147483646 h 52"/>
              <a:gd name="T10" fmla="*/ 0 w 90"/>
              <a:gd name="T11" fmla="*/ 2147483646 h 52"/>
              <a:gd name="T12" fmla="*/ 0 w 90"/>
              <a:gd name="T13" fmla="*/ 2147483646 h 52"/>
              <a:gd name="T14" fmla="*/ 0 60000 65536"/>
              <a:gd name="T15" fmla="*/ 0 60000 65536"/>
              <a:gd name="T16" fmla="*/ 0 60000 65536"/>
              <a:gd name="T17" fmla="*/ 0 60000 65536"/>
              <a:gd name="T18" fmla="*/ 0 60000 65536"/>
              <a:gd name="T19" fmla="*/ 0 60000 65536"/>
              <a:gd name="T20" fmla="*/ 0 60000 65536"/>
              <a:gd name="T21" fmla="*/ 0 w 90"/>
              <a:gd name="T22" fmla="*/ 0 h 52"/>
              <a:gd name="T23" fmla="*/ 90 w 90"/>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 h="52">
                <a:moveTo>
                  <a:pt x="0" y="44"/>
                </a:moveTo>
                <a:lnTo>
                  <a:pt x="63" y="0"/>
                </a:lnTo>
                <a:lnTo>
                  <a:pt x="84" y="6"/>
                </a:lnTo>
                <a:lnTo>
                  <a:pt x="90" y="42"/>
                </a:lnTo>
                <a:lnTo>
                  <a:pt x="63" y="52"/>
                </a:lnTo>
                <a:lnTo>
                  <a:pt x="0" y="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5" name="Freeform 17">
            <a:extLst>
              <a:ext uri="{FF2B5EF4-FFF2-40B4-BE49-F238E27FC236}">
                <a16:creationId xmlns:a16="http://schemas.microsoft.com/office/drawing/2014/main" id="{4184301B-64AD-47E4-9F98-5212730EF4AB}"/>
              </a:ext>
            </a:extLst>
          </p:cNvPr>
          <p:cNvSpPr>
            <a:spLocks/>
          </p:cNvSpPr>
          <p:nvPr/>
        </p:nvSpPr>
        <p:spPr bwMode="auto">
          <a:xfrm>
            <a:off x="7078976" y="5265524"/>
            <a:ext cx="50747" cy="78746"/>
          </a:xfrm>
          <a:custGeom>
            <a:avLst/>
            <a:gdLst>
              <a:gd name="T0" fmla="*/ 0 w 59"/>
              <a:gd name="T1" fmla="*/ 2147483646 h 91"/>
              <a:gd name="T2" fmla="*/ 2147483646 w 59"/>
              <a:gd name="T3" fmla="*/ 0 h 91"/>
              <a:gd name="T4" fmla="*/ 2147483646 w 59"/>
              <a:gd name="T5" fmla="*/ 2147483646 h 91"/>
              <a:gd name="T6" fmla="*/ 2147483646 w 59"/>
              <a:gd name="T7" fmla="*/ 2147483646 h 91"/>
              <a:gd name="T8" fmla="*/ 2147483646 w 59"/>
              <a:gd name="T9" fmla="*/ 2147483646 h 91"/>
              <a:gd name="T10" fmla="*/ 0 w 59"/>
              <a:gd name="T11" fmla="*/ 2147483646 h 91"/>
              <a:gd name="T12" fmla="*/ 0 w 59"/>
              <a:gd name="T13" fmla="*/ 2147483646 h 91"/>
              <a:gd name="T14" fmla="*/ 0 60000 65536"/>
              <a:gd name="T15" fmla="*/ 0 60000 65536"/>
              <a:gd name="T16" fmla="*/ 0 60000 65536"/>
              <a:gd name="T17" fmla="*/ 0 60000 65536"/>
              <a:gd name="T18" fmla="*/ 0 60000 65536"/>
              <a:gd name="T19" fmla="*/ 0 60000 65536"/>
              <a:gd name="T20" fmla="*/ 0 60000 65536"/>
              <a:gd name="T21" fmla="*/ 0 w 59"/>
              <a:gd name="T22" fmla="*/ 0 h 91"/>
              <a:gd name="T23" fmla="*/ 59 w 59"/>
              <a:gd name="T24" fmla="*/ 91 h 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 h="91">
                <a:moveTo>
                  <a:pt x="0" y="5"/>
                </a:moveTo>
                <a:lnTo>
                  <a:pt x="28" y="0"/>
                </a:lnTo>
                <a:lnTo>
                  <a:pt x="55" y="60"/>
                </a:lnTo>
                <a:lnTo>
                  <a:pt x="59" y="87"/>
                </a:lnTo>
                <a:lnTo>
                  <a:pt x="43" y="9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6" name="Freeform 18">
            <a:extLst>
              <a:ext uri="{FF2B5EF4-FFF2-40B4-BE49-F238E27FC236}">
                <a16:creationId xmlns:a16="http://schemas.microsoft.com/office/drawing/2014/main" id="{CFF19DBB-20B7-4100-9650-E1D831C396CE}"/>
              </a:ext>
            </a:extLst>
          </p:cNvPr>
          <p:cNvSpPr>
            <a:spLocks/>
          </p:cNvSpPr>
          <p:nvPr/>
        </p:nvSpPr>
        <p:spPr bwMode="auto">
          <a:xfrm>
            <a:off x="6982729" y="5347770"/>
            <a:ext cx="152244" cy="197742"/>
          </a:xfrm>
          <a:custGeom>
            <a:avLst/>
            <a:gdLst>
              <a:gd name="T0" fmla="*/ 982879191 w 175"/>
              <a:gd name="T1" fmla="*/ 2147483646 h 226"/>
              <a:gd name="T2" fmla="*/ 2147483646 w 175"/>
              <a:gd name="T3" fmla="*/ 2147483646 h 226"/>
              <a:gd name="T4" fmla="*/ 2147483646 w 175"/>
              <a:gd name="T5" fmla="*/ 500253601 h 226"/>
              <a:gd name="T6" fmla="*/ 2147483646 w 175"/>
              <a:gd name="T7" fmla="*/ 0 h 226"/>
              <a:gd name="T8" fmla="*/ 2147483646 w 175"/>
              <a:gd name="T9" fmla="*/ 2147483646 h 226"/>
              <a:gd name="T10" fmla="*/ 2147483646 w 175"/>
              <a:gd name="T11" fmla="*/ 2147483646 h 226"/>
              <a:gd name="T12" fmla="*/ 2147483646 w 175"/>
              <a:gd name="T13" fmla="*/ 2147483646 h 226"/>
              <a:gd name="T14" fmla="*/ 2147483646 w 175"/>
              <a:gd name="T15" fmla="*/ 2147483646 h 226"/>
              <a:gd name="T16" fmla="*/ 2147483646 w 175"/>
              <a:gd name="T17" fmla="*/ 2147483646 h 226"/>
              <a:gd name="T18" fmla="*/ 2147483646 w 175"/>
              <a:gd name="T19" fmla="*/ 2147483646 h 226"/>
              <a:gd name="T20" fmla="*/ 2147483646 w 175"/>
              <a:gd name="T21" fmla="*/ 2147483646 h 226"/>
              <a:gd name="T22" fmla="*/ 2147483646 w 175"/>
              <a:gd name="T23" fmla="*/ 2147483646 h 226"/>
              <a:gd name="T24" fmla="*/ 2147483646 w 175"/>
              <a:gd name="T25" fmla="*/ 2147483646 h 226"/>
              <a:gd name="T26" fmla="*/ 2147483646 w 175"/>
              <a:gd name="T27" fmla="*/ 2147483646 h 226"/>
              <a:gd name="T28" fmla="*/ 2147483646 w 175"/>
              <a:gd name="T29" fmla="*/ 2147483646 h 226"/>
              <a:gd name="T30" fmla="*/ 2147483646 w 175"/>
              <a:gd name="T31" fmla="*/ 2147483646 h 226"/>
              <a:gd name="T32" fmla="*/ 2147483646 w 175"/>
              <a:gd name="T33" fmla="*/ 2147483646 h 226"/>
              <a:gd name="T34" fmla="*/ 2147483646 w 175"/>
              <a:gd name="T35" fmla="*/ 2147483646 h 226"/>
              <a:gd name="T36" fmla="*/ 2147483646 w 175"/>
              <a:gd name="T37" fmla="*/ 2147483646 h 226"/>
              <a:gd name="T38" fmla="*/ 2147483646 w 175"/>
              <a:gd name="T39" fmla="*/ 2147483646 h 226"/>
              <a:gd name="T40" fmla="*/ 2147483646 w 175"/>
              <a:gd name="T41" fmla="*/ 2147483646 h 226"/>
              <a:gd name="T42" fmla="*/ 2147483646 w 175"/>
              <a:gd name="T43" fmla="*/ 2147483646 h 226"/>
              <a:gd name="T44" fmla="*/ 2147483646 w 175"/>
              <a:gd name="T45" fmla="*/ 2147483646 h 226"/>
              <a:gd name="T46" fmla="*/ 2147483646 w 175"/>
              <a:gd name="T47" fmla="*/ 2147483646 h 226"/>
              <a:gd name="T48" fmla="*/ 2147483646 w 175"/>
              <a:gd name="T49" fmla="*/ 2147483646 h 226"/>
              <a:gd name="T50" fmla="*/ 2147483646 w 175"/>
              <a:gd name="T51" fmla="*/ 2147483646 h 226"/>
              <a:gd name="T52" fmla="*/ 0 w 175"/>
              <a:gd name="T53" fmla="*/ 2147483646 h 226"/>
              <a:gd name="T54" fmla="*/ 982879191 w 175"/>
              <a:gd name="T55" fmla="*/ 2147483646 h 226"/>
              <a:gd name="T56" fmla="*/ 982879191 w 175"/>
              <a:gd name="T57" fmla="*/ 2147483646 h 2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5"/>
              <a:gd name="T88" fmla="*/ 0 h 226"/>
              <a:gd name="T89" fmla="*/ 175 w 175"/>
              <a:gd name="T90" fmla="*/ 226 h 22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5" h="226">
                <a:moveTo>
                  <a:pt x="2" y="102"/>
                </a:moveTo>
                <a:lnTo>
                  <a:pt x="42" y="32"/>
                </a:lnTo>
                <a:lnTo>
                  <a:pt x="67" y="1"/>
                </a:lnTo>
                <a:lnTo>
                  <a:pt x="80" y="0"/>
                </a:lnTo>
                <a:lnTo>
                  <a:pt x="99" y="7"/>
                </a:lnTo>
                <a:lnTo>
                  <a:pt x="111" y="22"/>
                </a:lnTo>
                <a:lnTo>
                  <a:pt x="120" y="62"/>
                </a:lnTo>
                <a:lnTo>
                  <a:pt x="126" y="98"/>
                </a:lnTo>
                <a:lnTo>
                  <a:pt x="133" y="123"/>
                </a:lnTo>
                <a:lnTo>
                  <a:pt x="149" y="114"/>
                </a:lnTo>
                <a:lnTo>
                  <a:pt x="166" y="114"/>
                </a:lnTo>
                <a:lnTo>
                  <a:pt x="175" y="148"/>
                </a:lnTo>
                <a:lnTo>
                  <a:pt x="175" y="178"/>
                </a:lnTo>
                <a:lnTo>
                  <a:pt x="171" y="226"/>
                </a:lnTo>
                <a:lnTo>
                  <a:pt x="151" y="201"/>
                </a:lnTo>
                <a:lnTo>
                  <a:pt x="141" y="163"/>
                </a:lnTo>
                <a:lnTo>
                  <a:pt x="124" y="174"/>
                </a:lnTo>
                <a:lnTo>
                  <a:pt x="103" y="174"/>
                </a:lnTo>
                <a:lnTo>
                  <a:pt x="90" y="154"/>
                </a:lnTo>
                <a:lnTo>
                  <a:pt x="69" y="83"/>
                </a:lnTo>
                <a:lnTo>
                  <a:pt x="57" y="110"/>
                </a:lnTo>
                <a:lnTo>
                  <a:pt x="69" y="138"/>
                </a:lnTo>
                <a:lnTo>
                  <a:pt x="69" y="169"/>
                </a:lnTo>
                <a:lnTo>
                  <a:pt x="59" y="184"/>
                </a:lnTo>
                <a:lnTo>
                  <a:pt x="37" y="178"/>
                </a:lnTo>
                <a:lnTo>
                  <a:pt x="21" y="148"/>
                </a:lnTo>
                <a:lnTo>
                  <a:pt x="0" y="116"/>
                </a:lnTo>
                <a:lnTo>
                  <a:pt x="2"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7" name="Freeform 19">
            <a:extLst>
              <a:ext uri="{FF2B5EF4-FFF2-40B4-BE49-F238E27FC236}">
                <a16:creationId xmlns:a16="http://schemas.microsoft.com/office/drawing/2014/main" id="{1C55F3FF-2D21-4302-89DA-D6FC607E6179}"/>
              </a:ext>
            </a:extLst>
          </p:cNvPr>
          <p:cNvSpPr>
            <a:spLocks/>
          </p:cNvSpPr>
          <p:nvPr/>
        </p:nvSpPr>
        <p:spPr bwMode="auto">
          <a:xfrm>
            <a:off x="7140222" y="5538512"/>
            <a:ext cx="47249" cy="43748"/>
          </a:xfrm>
          <a:custGeom>
            <a:avLst/>
            <a:gdLst>
              <a:gd name="T0" fmla="*/ 0 w 53"/>
              <a:gd name="T1" fmla="*/ 0 h 52"/>
              <a:gd name="T2" fmla="*/ 2147483646 w 53"/>
              <a:gd name="T3" fmla="*/ 0 h 52"/>
              <a:gd name="T4" fmla="*/ 2147483646 w 53"/>
              <a:gd name="T5" fmla="*/ 2147483646 h 52"/>
              <a:gd name="T6" fmla="*/ 2147483646 w 53"/>
              <a:gd name="T7" fmla="*/ 2147483646 h 52"/>
              <a:gd name="T8" fmla="*/ 2147483646 w 53"/>
              <a:gd name="T9" fmla="*/ 2147483646 h 52"/>
              <a:gd name="T10" fmla="*/ 2147483646 w 53"/>
              <a:gd name="T11" fmla="*/ 2147483646 h 52"/>
              <a:gd name="T12" fmla="*/ 2115864061 w 53"/>
              <a:gd name="T13" fmla="*/ 2147483646 h 52"/>
              <a:gd name="T14" fmla="*/ 0 w 53"/>
              <a:gd name="T15" fmla="*/ 0 h 52"/>
              <a:gd name="T16" fmla="*/ 0 w 53"/>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52"/>
              <a:gd name="T29" fmla="*/ 53 w 53"/>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52">
                <a:moveTo>
                  <a:pt x="0" y="0"/>
                </a:moveTo>
                <a:lnTo>
                  <a:pt x="25" y="0"/>
                </a:lnTo>
                <a:lnTo>
                  <a:pt x="42" y="10"/>
                </a:lnTo>
                <a:lnTo>
                  <a:pt x="53" y="31"/>
                </a:lnTo>
                <a:lnTo>
                  <a:pt x="42" y="52"/>
                </a:lnTo>
                <a:lnTo>
                  <a:pt x="19" y="52"/>
                </a:lnTo>
                <a:lnTo>
                  <a:pt x="4" y="3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8" name="Freeform 20">
            <a:extLst>
              <a:ext uri="{FF2B5EF4-FFF2-40B4-BE49-F238E27FC236}">
                <a16:creationId xmlns:a16="http://schemas.microsoft.com/office/drawing/2014/main" id="{E2348D12-8E81-4BDD-BC86-657BA74FFFC0}"/>
              </a:ext>
            </a:extLst>
          </p:cNvPr>
          <p:cNvSpPr>
            <a:spLocks/>
          </p:cNvSpPr>
          <p:nvPr/>
        </p:nvSpPr>
        <p:spPr bwMode="auto">
          <a:xfrm>
            <a:off x="7129723" y="5354770"/>
            <a:ext cx="24499" cy="31499"/>
          </a:xfrm>
          <a:custGeom>
            <a:avLst/>
            <a:gdLst>
              <a:gd name="T0" fmla="*/ 0 w 26"/>
              <a:gd name="T1" fmla="*/ 2147483646 h 36"/>
              <a:gd name="T2" fmla="*/ 2147483646 w 26"/>
              <a:gd name="T3" fmla="*/ 2147483646 h 36"/>
              <a:gd name="T4" fmla="*/ 2147483646 w 26"/>
              <a:gd name="T5" fmla="*/ 2147483646 h 36"/>
              <a:gd name="T6" fmla="*/ 2147483646 w 26"/>
              <a:gd name="T7" fmla="*/ 2000373825 h 36"/>
              <a:gd name="T8" fmla="*/ 0 w 26"/>
              <a:gd name="T9" fmla="*/ 0 h 36"/>
              <a:gd name="T10" fmla="*/ 0 w 26"/>
              <a:gd name="T11" fmla="*/ 2147483646 h 36"/>
              <a:gd name="T12" fmla="*/ 0 w 26"/>
              <a:gd name="T13" fmla="*/ 2147483646 h 36"/>
              <a:gd name="T14" fmla="*/ 0 60000 65536"/>
              <a:gd name="T15" fmla="*/ 0 60000 65536"/>
              <a:gd name="T16" fmla="*/ 0 60000 65536"/>
              <a:gd name="T17" fmla="*/ 0 60000 65536"/>
              <a:gd name="T18" fmla="*/ 0 60000 65536"/>
              <a:gd name="T19" fmla="*/ 0 60000 65536"/>
              <a:gd name="T20" fmla="*/ 0 60000 65536"/>
              <a:gd name="T21" fmla="*/ 0 w 26"/>
              <a:gd name="T22" fmla="*/ 0 h 36"/>
              <a:gd name="T23" fmla="*/ 26 w 26"/>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36">
                <a:moveTo>
                  <a:pt x="0" y="19"/>
                </a:moveTo>
                <a:lnTo>
                  <a:pt x="17" y="36"/>
                </a:lnTo>
                <a:lnTo>
                  <a:pt x="26" y="21"/>
                </a:lnTo>
                <a:lnTo>
                  <a:pt x="20" y="4"/>
                </a:lnTo>
                <a:lnTo>
                  <a:pt x="0"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89" name="Freeform 21">
            <a:extLst>
              <a:ext uri="{FF2B5EF4-FFF2-40B4-BE49-F238E27FC236}">
                <a16:creationId xmlns:a16="http://schemas.microsoft.com/office/drawing/2014/main" id="{374BFFAE-1A18-4403-9129-4415A9F3B670}"/>
              </a:ext>
            </a:extLst>
          </p:cNvPr>
          <p:cNvSpPr>
            <a:spLocks/>
          </p:cNvSpPr>
          <p:nvPr/>
        </p:nvSpPr>
        <p:spPr bwMode="auto">
          <a:xfrm>
            <a:off x="7341464" y="5459765"/>
            <a:ext cx="38498" cy="54248"/>
          </a:xfrm>
          <a:custGeom>
            <a:avLst/>
            <a:gdLst>
              <a:gd name="T0" fmla="*/ 2147483646 w 44"/>
              <a:gd name="T1" fmla="*/ 953146448 h 63"/>
              <a:gd name="T2" fmla="*/ 2147483646 w 44"/>
              <a:gd name="T3" fmla="*/ 2147483646 h 63"/>
              <a:gd name="T4" fmla="*/ 0 w 44"/>
              <a:gd name="T5" fmla="*/ 2147483646 h 63"/>
              <a:gd name="T6" fmla="*/ 0 w 44"/>
              <a:gd name="T7" fmla="*/ 2147483646 h 63"/>
              <a:gd name="T8" fmla="*/ 2147483646 w 44"/>
              <a:gd name="T9" fmla="*/ 2147483646 h 63"/>
              <a:gd name="T10" fmla="*/ 2147483646 w 44"/>
              <a:gd name="T11" fmla="*/ 2147483646 h 63"/>
              <a:gd name="T12" fmla="*/ 2147483646 w 44"/>
              <a:gd name="T13" fmla="*/ 2147483646 h 63"/>
              <a:gd name="T14" fmla="*/ 2147483646 w 44"/>
              <a:gd name="T15" fmla="*/ 2147483646 h 63"/>
              <a:gd name="T16" fmla="*/ 2147483646 w 44"/>
              <a:gd name="T17" fmla="*/ 2147483646 h 63"/>
              <a:gd name="T18" fmla="*/ 2147483646 w 44"/>
              <a:gd name="T19" fmla="*/ 1906902981 h 63"/>
              <a:gd name="T20" fmla="*/ 2147483646 w 44"/>
              <a:gd name="T21" fmla="*/ 0 h 63"/>
              <a:gd name="T22" fmla="*/ 2147483646 w 44"/>
              <a:gd name="T23" fmla="*/ 953146448 h 63"/>
              <a:gd name="T24" fmla="*/ 2147483646 w 44"/>
              <a:gd name="T25" fmla="*/ 953146448 h 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63"/>
              <a:gd name="T41" fmla="*/ 44 w 44"/>
              <a:gd name="T42" fmla="*/ 63 h 6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63">
                <a:moveTo>
                  <a:pt x="17" y="2"/>
                </a:moveTo>
                <a:lnTo>
                  <a:pt x="8" y="19"/>
                </a:lnTo>
                <a:lnTo>
                  <a:pt x="0" y="36"/>
                </a:lnTo>
                <a:lnTo>
                  <a:pt x="0" y="55"/>
                </a:lnTo>
                <a:lnTo>
                  <a:pt x="8" y="63"/>
                </a:lnTo>
                <a:lnTo>
                  <a:pt x="17" y="61"/>
                </a:lnTo>
                <a:lnTo>
                  <a:pt x="27" y="51"/>
                </a:lnTo>
                <a:lnTo>
                  <a:pt x="36" y="28"/>
                </a:lnTo>
                <a:lnTo>
                  <a:pt x="44" y="13"/>
                </a:lnTo>
                <a:lnTo>
                  <a:pt x="36" y="4"/>
                </a:lnTo>
                <a:lnTo>
                  <a:pt x="27" y="0"/>
                </a:lnTo>
                <a:lnTo>
                  <a:pt x="1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0" name="Freeform 22">
            <a:extLst>
              <a:ext uri="{FF2B5EF4-FFF2-40B4-BE49-F238E27FC236}">
                <a16:creationId xmlns:a16="http://schemas.microsoft.com/office/drawing/2014/main" id="{CFFAFFE5-882F-45F6-9618-9B79BA2DC05D}"/>
              </a:ext>
            </a:extLst>
          </p:cNvPr>
          <p:cNvSpPr>
            <a:spLocks/>
          </p:cNvSpPr>
          <p:nvPr/>
        </p:nvSpPr>
        <p:spPr bwMode="auto">
          <a:xfrm>
            <a:off x="7400961" y="5438766"/>
            <a:ext cx="31499" cy="34998"/>
          </a:xfrm>
          <a:custGeom>
            <a:avLst/>
            <a:gdLst>
              <a:gd name="T0" fmla="*/ 0 w 36"/>
              <a:gd name="T1" fmla="*/ 2147483646 h 40"/>
              <a:gd name="T2" fmla="*/ 2147483646 w 36"/>
              <a:gd name="T3" fmla="*/ 2147483646 h 40"/>
              <a:gd name="T4" fmla="*/ 2147483646 w 36"/>
              <a:gd name="T5" fmla="*/ 0 h 40"/>
              <a:gd name="T6" fmla="*/ 2147483646 w 36"/>
              <a:gd name="T7" fmla="*/ 0 h 40"/>
              <a:gd name="T8" fmla="*/ 2147483646 w 36"/>
              <a:gd name="T9" fmla="*/ 2147483646 h 40"/>
              <a:gd name="T10" fmla="*/ 2147483646 w 36"/>
              <a:gd name="T11" fmla="*/ 2147483646 h 40"/>
              <a:gd name="T12" fmla="*/ 2147483646 w 36"/>
              <a:gd name="T13" fmla="*/ 2147483646 h 40"/>
              <a:gd name="T14" fmla="*/ 2147483646 w 36"/>
              <a:gd name="T15" fmla="*/ 2147483646 h 40"/>
              <a:gd name="T16" fmla="*/ 2000373825 w 36"/>
              <a:gd name="T17" fmla="*/ 2147483646 h 40"/>
              <a:gd name="T18" fmla="*/ 0 w 36"/>
              <a:gd name="T19" fmla="*/ 2147483646 h 40"/>
              <a:gd name="T20" fmla="*/ 0 w 36"/>
              <a:gd name="T21" fmla="*/ 2147483646 h 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40"/>
              <a:gd name="T35" fmla="*/ 36 w 36"/>
              <a:gd name="T36" fmla="*/ 40 h 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40">
                <a:moveTo>
                  <a:pt x="0" y="31"/>
                </a:moveTo>
                <a:lnTo>
                  <a:pt x="6" y="15"/>
                </a:lnTo>
                <a:lnTo>
                  <a:pt x="16" y="0"/>
                </a:lnTo>
                <a:lnTo>
                  <a:pt x="27" y="0"/>
                </a:lnTo>
                <a:lnTo>
                  <a:pt x="36" y="8"/>
                </a:lnTo>
                <a:lnTo>
                  <a:pt x="33" y="23"/>
                </a:lnTo>
                <a:lnTo>
                  <a:pt x="23" y="36"/>
                </a:lnTo>
                <a:lnTo>
                  <a:pt x="14" y="40"/>
                </a:lnTo>
                <a:lnTo>
                  <a:pt x="4" y="38"/>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1" name="Freeform 23">
            <a:extLst>
              <a:ext uri="{FF2B5EF4-FFF2-40B4-BE49-F238E27FC236}">
                <a16:creationId xmlns:a16="http://schemas.microsoft.com/office/drawing/2014/main" id="{D30BAE40-CA1C-4F52-9E3D-2BB4152D4F07}"/>
              </a:ext>
            </a:extLst>
          </p:cNvPr>
          <p:cNvSpPr>
            <a:spLocks/>
          </p:cNvSpPr>
          <p:nvPr/>
        </p:nvSpPr>
        <p:spPr bwMode="auto">
          <a:xfrm>
            <a:off x="7385212" y="5550761"/>
            <a:ext cx="38498" cy="73497"/>
          </a:xfrm>
          <a:custGeom>
            <a:avLst/>
            <a:gdLst>
              <a:gd name="T0" fmla="*/ 0 w 46"/>
              <a:gd name="T1" fmla="*/ 0 h 84"/>
              <a:gd name="T2" fmla="*/ 2147483646 w 46"/>
              <a:gd name="T3" fmla="*/ 1000502031 h 84"/>
              <a:gd name="T4" fmla="*/ 2147483646 w 46"/>
              <a:gd name="T5" fmla="*/ 2147483646 h 84"/>
              <a:gd name="T6" fmla="*/ 2147483646 w 46"/>
              <a:gd name="T7" fmla="*/ 2147483646 h 84"/>
              <a:gd name="T8" fmla="*/ 2147483646 w 46"/>
              <a:gd name="T9" fmla="*/ 2147483646 h 84"/>
              <a:gd name="T10" fmla="*/ 2147483646 w 46"/>
              <a:gd name="T11" fmla="*/ 2147483646 h 84"/>
              <a:gd name="T12" fmla="*/ 2147483646 w 46"/>
              <a:gd name="T13" fmla="*/ 2147483646 h 84"/>
              <a:gd name="T14" fmla="*/ 2147483646 w 46"/>
              <a:gd name="T15" fmla="*/ 2147483646 h 84"/>
              <a:gd name="T16" fmla="*/ 2147483646 w 46"/>
              <a:gd name="T17" fmla="*/ 2147483646 h 84"/>
              <a:gd name="T18" fmla="*/ 2147483646 w 46"/>
              <a:gd name="T19" fmla="*/ 2147483646 h 84"/>
              <a:gd name="T20" fmla="*/ 875042079 w 46"/>
              <a:gd name="T21" fmla="*/ 2147483646 h 84"/>
              <a:gd name="T22" fmla="*/ 2147483646 w 46"/>
              <a:gd name="T23" fmla="*/ 2147483646 h 84"/>
              <a:gd name="T24" fmla="*/ 2147483646 w 46"/>
              <a:gd name="T25" fmla="*/ 2147483646 h 84"/>
              <a:gd name="T26" fmla="*/ 0 w 46"/>
              <a:gd name="T27" fmla="*/ 2147483646 h 84"/>
              <a:gd name="T28" fmla="*/ 0 w 46"/>
              <a:gd name="T29" fmla="*/ 0 h 84"/>
              <a:gd name="T30" fmla="*/ 0 w 46"/>
              <a:gd name="T31" fmla="*/ 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6"/>
              <a:gd name="T49" fmla="*/ 0 h 84"/>
              <a:gd name="T50" fmla="*/ 46 w 46"/>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6" h="84">
                <a:moveTo>
                  <a:pt x="0" y="0"/>
                </a:moveTo>
                <a:lnTo>
                  <a:pt x="14" y="2"/>
                </a:lnTo>
                <a:lnTo>
                  <a:pt x="25" y="8"/>
                </a:lnTo>
                <a:lnTo>
                  <a:pt x="36" y="25"/>
                </a:lnTo>
                <a:lnTo>
                  <a:pt x="44" y="44"/>
                </a:lnTo>
                <a:lnTo>
                  <a:pt x="46" y="65"/>
                </a:lnTo>
                <a:lnTo>
                  <a:pt x="40" y="78"/>
                </a:lnTo>
                <a:lnTo>
                  <a:pt x="25" y="84"/>
                </a:lnTo>
                <a:lnTo>
                  <a:pt x="12" y="75"/>
                </a:lnTo>
                <a:lnTo>
                  <a:pt x="10" y="58"/>
                </a:lnTo>
                <a:lnTo>
                  <a:pt x="2" y="42"/>
                </a:lnTo>
                <a:lnTo>
                  <a:pt x="8" y="35"/>
                </a:lnTo>
                <a:lnTo>
                  <a:pt x="8" y="23"/>
                </a:lnTo>
                <a:lnTo>
                  <a:pt x="0" y="1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2" name="Freeform 24">
            <a:extLst>
              <a:ext uri="{FF2B5EF4-FFF2-40B4-BE49-F238E27FC236}">
                <a16:creationId xmlns:a16="http://schemas.microsoft.com/office/drawing/2014/main" id="{0E44DE96-FD70-4E88-BB12-8A5935D9C1EB}"/>
              </a:ext>
            </a:extLst>
          </p:cNvPr>
          <p:cNvSpPr>
            <a:spLocks/>
          </p:cNvSpPr>
          <p:nvPr/>
        </p:nvSpPr>
        <p:spPr bwMode="auto">
          <a:xfrm>
            <a:off x="7402711" y="5489514"/>
            <a:ext cx="153993" cy="183742"/>
          </a:xfrm>
          <a:custGeom>
            <a:avLst/>
            <a:gdLst>
              <a:gd name="T0" fmla="*/ 0 w 177"/>
              <a:gd name="T1" fmla="*/ 0 h 209"/>
              <a:gd name="T2" fmla="*/ 1966621620 w 177"/>
              <a:gd name="T3" fmla="*/ 2147483646 h 209"/>
              <a:gd name="T4" fmla="*/ 2147483646 w 177"/>
              <a:gd name="T5" fmla="*/ 2147483646 h 209"/>
              <a:gd name="T6" fmla="*/ 2147483646 w 177"/>
              <a:gd name="T7" fmla="*/ 2147483646 h 209"/>
              <a:gd name="T8" fmla="*/ 2147483646 w 177"/>
              <a:gd name="T9" fmla="*/ 2147483646 h 209"/>
              <a:gd name="T10" fmla="*/ 2147483646 w 177"/>
              <a:gd name="T11" fmla="*/ 2147483646 h 209"/>
              <a:gd name="T12" fmla="*/ 2147483646 w 177"/>
              <a:gd name="T13" fmla="*/ 2147483646 h 209"/>
              <a:gd name="T14" fmla="*/ 2147483646 w 177"/>
              <a:gd name="T15" fmla="*/ 2147483646 h 209"/>
              <a:gd name="T16" fmla="*/ 2147483646 w 177"/>
              <a:gd name="T17" fmla="*/ 2147483646 h 209"/>
              <a:gd name="T18" fmla="*/ 2147483646 w 177"/>
              <a:gd name="T19" fmla="*/ 2147483646 h 209"/>
              <a:gd name="T20" fmla="*/ 2147483646 w 177"/>
              <a:gd name="T21" fmla="*/ 2147483646 h 209"/>
              <a:gd name="T22" fmla="*/ 2147483646 w 177"/>
              <a:gd name="T23" fmla="*/ 2147483646 h 209"/>
              <a:gd name="T24" fmla="*/ 2147483646 w 177"/>
              <a:gd name="T25" fmla="*/ 2147483646 h 209"/>
              <a:gd name="T26" fmla="*/ 2147483646 w 177"/>
              <a:gd name="T27" fmla="*/ 2147483646 h 209"/>
              <a:gd name="T28" fmla="*/ 2147483646 w 177"/>
              <a:gd name="T29" fmla="*/ 2147483646 h 209"/>
              <a:gd name="T30" fmla="*/ 2147483646 w 177"/>
              <a:gd name="T31" fmla="*/ 2147483646 h 209"/>
              <a:gd name="T32" fmla="*/ 2147483646 w 177"/>
              <a:gd name="T33" fmla="*/ 2147483646 h 209"/>
              <a:gd name="T34" fmla="*/ 2147483646 w 177"/>
              <a:gd name="T35" fmla="*/ 2147483646 h 209"/>
              <a:gd name="T36" fmla="*/ 2147483646 w 177"/>
              <a:gd name="T37" fmla="*/ 2147483646 h 209"/>
              <a:gd name="T38" fmla="*/ 2147483646 w 177"/>
              <a:gd name="T39" fmla="*/ 2147483646 h 209"/>
              <a:gd name="T40" fmla="*/ 2147483646 w 177"/>
              <a:gd name="T41" fmla="*/ 2147483646 h 209"/>
              <a:gd name="T42" fmla="*/ 2147483646 w 177"/>
              <a:gd name="T43" fmla="*/ 2147483646 h 209"/>
              <a:gd name="T44" fmla="*/ 2147483646 w 177"/>
              <a:gd name="T45" fmla="*/ 2147483646 h 209"/>
              <a:gd name="T46" fmla="*/ 2147483646 w 177"/>
              <a:gd name="T47" fmla="*/ 2147483646 h 209"/>
              <a:gd name="T48" fmla="*/ 2147483646 w 177"/>
              <a:gd name="T49" fmla="*/ 2147483646 h 209"/>
              <a:gd name="T50" fmla="*/ 2147483646 w 177"/>
              <a:gd name="T51" fmla="*/ 2147483646 h 209"/>
              <a:gd name="T52" fmla="*/ 2147483646 w 177"/>
              <a:gd name="T53" fmla="*/ 2147483646 h 209"/>
              <a:gd name="T54" fmla="*/ 2147483646 w 177"/>
              <a:gd name="T55" fmla="*/ 2147483646 h 209"/>
              <a:gd name="T56" fmla="*/ 2147483646 w 177"/>
              <a:gd name="T57" fmla="*/ 2147483646 h 209"/>
              <a:gd name="T58" fmla="*/ 2147483646 w 177"/>
              <a:gd name="T59" fmla="*/ 2147483646 h 209"/>
              <a:gd name="T60" fmla="*/ 2147483646 w 177"/>
              <a:gd name="T61" fmla="*/ 2147483646 h 209"/>
              <a:gd name="T62" fmla="*/ 2147483646 w 177"/>
              <a:gd name="T63" fmla="*/ 1014545610 h 209"/>
              <a:gd name="T64" fmla="*/ 0 w 177"/>
              <a:gd name="T65" fmla="*/ 0 h 209"/>
              <a:gd name="T66" fmla="*/ 0 w 177"/>
              <a:gd name="T67" fmla="*/ 0 h 20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7"/>
              <a:gd name="T103" fmla="*/ 0 h 209"/>
              <a:gd name="T104" fmla="*/ 177 w 177"/>
              <a:gd name="T105" fmla="*/ 209 h 20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7" h="209">
                <a:moveTo>
                  <a:pt x="0" y="0"/>
                </a:moveTo>
                <a:lnTo>
                  <a:pt x="4" y="12"/>
                </a:lnTo>
                <a:lnTo>
                  <a:pt x="10" y="32"/>
                </a:lnTo>
                <a:lnTo>
                  <a:pt x="19" y="51"/>
                </a:lnTo>
                <a:lnTo>
                  <a:pt x="34" y="78"/>
                </a:lnTo>
                <a:lnTo>
                  <a:pt x="50" y="99"/>
                </a:lnTo>
                <a:lnTo>
                  <a:pt x="69" y="122"/>
                </a:lnTo>
                <a:lnTo>
                  <a:pt x="88" y="145"/>
                </a:lnTo>
                <a:lnTo>
                  <a:pt x="112" y="166"/>
                </a:lnTo>
                <a:lnTo>
                  <a:pt x="128" y="181"/>
                </a:lnTo>
                <a:lnTo>
                  <a:pt x="147" y="194"/>
                </a:lnTo>
                <a:lnTo>
                  <a:pt x="177" y="209"/>
                </a:lnTo>
                <a:lnTo>
                  <a:pt x="169" y="196"/>
                </a:lnTo>
                <a:lnTo>
                  <a:pt x="145" y="173"/>
                </a:lnTo>
                <a:lnTo>
                  <a:pt x="120" y="150"/>
                </a:lnTo>
                <a:lnTo>
                  <a:pt x="101" y="133"/>
                </a:lnTo>
                <a:lnTo>
                  <a:pt x="91" y="122"/>
                </a:lnTo>
                <a:lnTo>
                  <a:pt x="91" y="114"/>
                </a:lnTo>
                <a:lnTo>
                  <a:pt x="91" y="99"/>
                </a:lnTo>
                <a:lnTo>
                  <a:pt x="90" y="84"/>
                </a:lnTo>
                <a:lnTo>
                  <a:pt x="84" y="67"/>
                </a:lnTo>
                <a:lnTo>
                  <a:pt x="78" y="53"/>
                </a:lnTo>
                <a:lnTo>
                  <a:pt x="69" y="46"/>
                </a:lnTo>
                <a:lnTo>
                  <a:pt x="57" y="42"/>
                </a:lnTo>
                <a:lnTo>
                  <a:pt x="57" y="51"/>
                </a:lnTo>
                <a:lnTo>
                  <a:pt x="61" y="63"/>
                </a:lnTo>
                <a:lnTo>
                  <a:pt x="61" y="72"/>
                </a:lnTo>
                <a:lnTo>
                  <a:pt x="53" y="74"/>
                </a:lnTo>
                <a:lnTo>
                  <a:pt x="46" y="63"/>
                </a:lnTo>
                <a:lnTo>
                  <a:pt x="29" y="32"/>
                </a:lnTo>
                <a:lnTo>
                  <a:pt x="17" y="13"/>
                </a:lnTo>
                <a:lnTo>
                  <a:pt x="1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3" name="Freeform 25">
            <a:extLst>
              <a:ext uri="{FF2B5EF4-FFF2-40B4-BE49-F238E27FC236}">
                <a16:creationId xmlns:a16="http://schemas.microsoft.com/office/drawing/2014/main" id="{0A37AF5A-0C2B-4A52-8195-4AD3FAAA8E60}"/>
              </a:ext>
            </a:extLst>
          </p:cNvPr>
          <p:cNvSpPr>
            <a:spLocks/>
          </p:cNvSpPr>
          <p:nvPr/>
        </p:nvSpPr>
        <p:spPr bwMode="auto">
          <a:xfrm>
            <a:off x="7290715" y="5188527"/>
            <a:ext cx="64748" cy="152243"/>
          </a:xfrm>
          <a:custGeom>
            <a:avLst/>
            <a:gdLst>
              <a:gd name="T0" fmla="*/ 2147483646 w 72"/>
              <a:gd name="T1" fmla="*/ 0 h 175"/>
              <a:gd name="T2" fmla="*/ 2147483646 w 72"/>
              <a:gd name="T3" fmla="*/ 2147483646 h 175"/>
              <a:gd name="T4" fmla="*/ 2147483646 w 72"/>
              <a:gd name="T5" fmla="*/ 2147483646 h 175"/>
              <a:gd name="T6" fmla="*/ 2147483646 w 72"/>
              <a:gd name="T7" fmla="*/ 2147483646 h 175"/>
              <a:gd name="T8" fmla="*/ 2147483646 w 72"/>
              <a:gd name="T9" fmla="*/ 2147483646 h 175"/>
              <a:gd name="T10" fmla="*/ 2147483646 w 72"/>
              <a:gd name="T11" fmla="*/ 2147483646 h 175"/>
              <a:gd name="T12" fmla="*/ 2147483646 w 72"/>
              <a:gd name="T13" fmla="*/ 2147483646 h 175"/>
              <a:gd name="T14" fmla="*/ 2147483646 w 72"/>
              <a:gd name="T15" fmla="*/ 2147483646 h 175"/>
              <a:gd name="T16" fmla="*/ 2147483646 w 72"/>
              <a:gd name="T17" fmla="*/ 2147483646 h 175"/>
              <a:gd name="T18" fmla="*/ 2147483646 w 72"/>
              <a:gd name="T19" fmla="*/ 2147483646 h 175"/>
              <a:gd name="T20" fmla="*/ 0 w 72"/>
              <a:gd name="T21" fmla="*/ 2147483646 h 175"/>
              <a:gd name="T22" fmla="*/ 0 w 72"/>
              <a:gd name="T23" fmla="*/ 2147483646 h 175"/>
              <a:gd name="T24" fmla="*/ 2147483646 w 72"/>
              <a:gd name="T25" fmla="*/ 2147483646 h 175"/>
              <a:gd name="T26" fmla="*/ 2147483646 w 72"/>
              <a:gd name="T27" fmla="*/ 2147483646 h 175"/>
              <a:gd name="T28" fmla="*/ 2147483646 w 72"/>
              <a:gd name="T29" fmla="*/ 2147483646 h 175"/>
              <a:gd name="T30" fmla="*/ 2147483646 w 72"/>
              <a:gd name="T31" fmla="*/ 2147483646 h 175"/>
              <a:gd name="T32" fmla="*/ 2147483646 w 72"/>
              <a:gd name="T33" fmla="*/ 2147483646 h 175"/>
              <a:gd name="T34" fmla="*/ 2147483646 w 72"/>
              <a:gd name="T35" fmla="*/ 2147483646 h 175"/>
              <a:gd name="T36" fmla="*/ 2147483646 w 72"/>
              <a:gd name="T37" fmla="*/ 2147483646 h 175"/>
              <a:gd name="T38" fmla="*/ 2147483646 w 72"/>
              <a:gd name="T39" fmla="*/ 2147483646 h 175"/>
              <a:gd name="T40" fmla="*/ 2147483646 w 72"/>
              <a:gd name="T41" fmla="*/ 2147483646 h 175"/>
              <a:gd name="T42" fmla="*/ 2147483646 w 72"/>
              <a:gd name="T43" fmla="*/ 0 h 175"/>
              <a:gd name="T44" fmla="*/ 2147483646 w 72"/>
              <a:gd name="T45" fmla="*/ 0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2"/>
              <a:gd name="T70" fmla="*/ 0 h 175"/>
              <a:gd name="T71" fmla="*/ 72 w 72"/>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2" h="175">
                <a:moveTo>
                  <a:pt x="57" y="0"/>
                </a:moveTo>
                <a:lnTo>
                  <a:pt x="53" y="13"/>
                </a:lnTo>
                <a:lnTo>
                  <a:pt x="55" y="34"/>
                </a:lnTo>
                <a:lnTo>
                  <a:pt x="53" y="57"/>
                </a:lnTo>
                <a:lnTo>
                  <a:pt x="51" y="80"/>
                </a:lnTo>
                <a:lnTo>
                  <a:pt x="47" y="99"/>
                </a:lnTo>
                <a:lnTo>
                  <a:pt x="40" y="116"/>
                </a:lnTo>
                <a:lnTo>
                  <a:pt x="28" y="139"/>
                </a:lnTo>
                <a:lnTo>
                  <a:pt x="21" y="154"/>
                </a:lnTo>
                <a:lnTo>
                  <a:pt x="11" y="165"/>
                </a:lnTo>
                <a:lnTo>
                  <a:pt x="0" y="165"/>
                </a:lnTo>
                <a:lnTo>
                  <a:pt x="0" y="175"/>
                </a:lnTo>
                <a:lnTo>
                  <a:pt x="9" y="175"/>
                </a:lnTo>
                <a:lnTo>
                  <a:pt x="30" y="165"/>
                </a:lnTo>
                <a:lnTo>
                  <a:pt x="49" y="139"/>
                </a:lnTo>
                <a:lnTo>
                  <a:pt x="61" y="118"/>
                </a:lnTo>
                <a:lnTo>
                  <a:pt x="68" y="99"/>
                </a:lnTo>
                <a:lnTo>
                  <a:pt x="72" y="74"/>
                </a:lnTo>
                <a:lnTo>
                  <a:pt x="72" y="48"/>
                </a:lnTo>
                <a:lnTo>
                  <a:pt x="70" y="25"/>
                </a:lnTo>
                <a:lnTo>
                  <a:pt x="65" y="12"/>
                </a:ln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4" name="Freeform 26">
            <a:extLst>
              <a:ext uri="{FF2B5EF4-FFF2-40B4-BE49-F238E27FC236}">
                <a16:creationId xmlns:a16="http://schemas.microsoft.com/office/drawing/2014/main" id="{E43FD76B-3226-4311-A03C-9E838C5A0F3B}"/>
              </a:ext>
            </a:extLst>
          </p:cNvPr>
          <p:cNvSpPr>
            <a:spLocks/>
          </p:cNvSpPr>
          <p:nvPr/>
        </p:nvSpPr>
        <p:spPr bwMode="auto">
          <a:xfrm>
            <a:off x="7707198" y="5477265"/>
            <a:ext cx="17499" cy="17499"/>
          </a:xfrm>
          <a:custGeom>
            <a:avLst/>
            <a:gdLst>
              <a:gd name="T0" fmla="*/ 0 w 19"/>
              <a:gd name="T1" fmla="*/ 2147483646 h 19"/>
              <a:gd name="T2" fmla="*/ 2147483646 w 19"/>
              <a:gd name="T3" fmla="*/ 0 h 19"/>
              <a:gd name="T4" fmla="*/ 2147483646 w 19"/>
              <a:gd name="T5" fmla="*/ 2147483646 h 19"/>
              <a:gd name="T6" fmla="*/ 2147483646 w 19"/>
              <a:gd name="T7" fmla="*/ 2147483646 h 19"/>
              <a:gd name="T8" fmla="*/ 2147483646 w 19"/>
              <a:gd name="T9" fmla="*/ 2147483646 h 19"/>
              <a:gd name="T10" fmla="*/ 0 w 19"/>
              <a:gd name="T11" fmla="*/ 2147483646 h 19"/>
              <a:gd name="T12" fmla="*/ 0 w 19"/>
              <a:gd name="T13" fmla="*/ 2147483646 h 19"/>
              <a:gd name="T14" fmla="*/ 0 60000 65536"/>
              <a:gd name="T15" fmla="*/ 0 60000 65536"/>
              <a:gd name="T16" fmla="*/ 0 60000 65536"/>
              <a:gd name="T17" fmla="*/ 0 60000 65536"/>
              <a:gd name="T18" fmla="*/ 0 60000 65536"/>
              <a:gd name="T19" fmla="*/ 0 60000 65536"/>
              <a:gd name="T20" fmla="*/ 0 60000 65536"/>
              <a:gd name="T21" fmla="*/ 0 w 19"/>
              <a:gd name="T22" fmla="*/ 0 h 19"/>
              <a:gd name="T23" fmla="*/ 19 w 19"/>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19">
                <a:moveTo>
                  <a:pt x="0" y="11"/>
                </a:moveTo>
                <a:lnTo>
                  <a:pt x="6" y="0"/>
                </a:lnTo>
                <a:lnTo>
                  <a:pt x="19" y="4"/>
                </a:lnTo>
                <a:lnTo>
                  <a:pt x="19" y="15"/>
                </a:lnTo>
                <a:lnTo>
                  <a:pt x="10" y="19"/>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5" name="Freeform 27">
            <a:extLst>
              <a:ext uri="{FF2B5EF4-FFF2-40B4-BE49-F238E27FC236}">
                <a16:creationId xmlns:a16="http://schemas.microsoft.com/office/drawing/2014/main" id="{9D154BF8-B222-4355-B60D-08CEAADE3BF7}"/>
              </a:ext>
            </a:extLst>
          </p:cNvPr>
          <p:cNvSpPr>
            <a:spLocks/>
          </p:cNvSpPr>
          <p:nvPr/>
        </p:nvSpPr>
        <p:spPr bwMode="auto">
          <a:xfrm>
            <a:off x="7740447" y="5458016"/>
            <a:ext cx="17499" cy="17499"/>
          </a:xfrm>
          <a:custGeom>
            <a:avLst/>
            <a:gdLst>
              <a:gd name="T0" fmla="*/ 0 w 21"/>
              <a:gd name="T1" fmla="*/ 2147483646 h 19"/>
              <a:gd name="T2" fmla="*/ 2147483646 w 21"/>
              <a:gd name="T3" fmla="*/ 2147483646 h 19"/>
              <a:gd name="T4" fmla="*/ 2147483646 w 21"/>
              <a:gd name="T5" fmla="*/ 2147483646 h 19"/>
              <a:gd name="T6" fmla="*/ 2147483646 w 21"/>
              <a:gd name="T7" fmla="*/ 2147483646 h 19"/>
              <a:gd name="T8" fmla="*/ 1728107143 w 21"/>
              <a:gd name="T9" fmla="*/ 0 h 19"/>
              <a:gd name="T10" fmla="*/ 0 w 21"/>
              <a:gd name="T11" fmla="*/ 2147483646 h 19"/>
              <a:gd name="T12" fmla="*/ 0 w 21"/>
              <a:gd name="T13" fmla="*/ 2147483646 h 19"/>
              <a:gd name="T14" fmla="*/ 0 60000 65536"/>
              <a:gd name="T15" fmla="*/ 0 60000 65536"/>
              <a:gd name="T16" fmla="*/ 0 60000 65536"/>
              <a:gd name="T17" fmla="*/ 0 60000 65536"/>
              <a:gd name="T18" fmla="*/ 0 60000 65536"/>
              <a:gd name="T19" fmla="*/ 0 60000 65536"/>
              <a:gd name="T20" fmla="*/ 0 60000 65536"/>
              <a:gd name="T21" fmla="*/ 0 w 21"/>
              <a:gd name="T22" fmla="*/ 0 h 19"/>
              <a:gd name="T23" fmla="*/ 21 w 21"/>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9">
                <a:moveTo>
                  <a:pt x="0" y="15"/>
                </a:moveTo>
                <a:lnTo>
                  <a:pt x="13" y="19"/>
                </a:lnTo>
                <a:lnTo>
                  <a:pt x="21" y="15"/>
                </a:lnTo>
                <a:lnTo>
                  <a:pt x="17" y="6"/>
                </a:lnTo>
                <a:lnTo>
                  <a:pt x="4" y="0"/>
                </a:lnTo>
                <a:lnTo>
                  <a:pt x="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6" name="Freeform 28">
            <a:extLst>
              <a:ext uri="{FF2B5EF4-FFF2-40B4-BE49-F238E27FC236}">
                <a16:creationId xmlns:a16="http://schemas.microsoft.com/office/drawing/2014/main" id="{570CF528-2AE1-4687-9288-33B97AB2CE0B}"/>
              </a:ext>
            </a:extLst>
          </p:cNvPr>
          <p:cNvSpPr>
            <a:spLocks/>
          </p:cNvSpPr>
          <p:nvPr/>
        </p:nvSpPr>
        <p:spPr bwMode="auto">
          <a:xfrm>
            <a:off x="7288966" y="5179777"/>
            <a:ext cx="110245" cy="188992"/>
          </a:xfrm>
          <a:custGeom>
            <a:avLst/>
            <a:gdLst>
              <a:gd name="T0" fmla="*/ 2147483646 w 125"/>
              <a:gd name="T1" fmla="*/ 2147483646 h 214"/>
              <a:gd name="T2" fmla="*/ 2147483646 w 125"/>
              <a:gd name="T3" fmla="*/ 2147483646 h 214"/>
              <a:gd name="T4" fmla="*/ 2147483646 w 125"/>
              <a:gd name="T5" fmla="*/ 2147483646 h 214"/>
              <a:gd name="T6" fmla="*/ 2147483646 w 125"/>
              <a:gd name="T7" fmla="*/ 2147483646 h 214"/>
              <a:gd name="T8" fmla="*/ 2147483646 w 125"/>
              <a:gd name="T9" fmla="*/ 2147483646 h 214"/>
              <a:gd name="T10" fmla="*/ 2147483646 w 125"/>
              <a:gd name="T11" fmla="*/ 2147483646 h 214"/>
              <a:gd name="T12" fmla="*/ 2147483646 w 125"/>
              <a:gd name="T13" fmla="*/ 2147483646 h 214"/>
              <a:gd name="T14" fmla="*/ 2147483646 w 125"/>
              <a:gd name="T15" fmla="*/ 2147483646 h 214"/>
              <a:gd name="T16" fmla="*/ 2147483646 w 125"/>
              <a:gd name="T17" fmla="*/ 2147483646 h 214"/>
              <a:gd name="T18" fmla="*/ 2147483646 w 125"/>
              <a:gd name="T19" fmla="*/ 2147483646 h 214"/>
              <a:gd name="T20" fmla="*/ 2147483646 w 125"/>
              <a:gd name="T21" fmla="*/ 2147483646 h 214"/>
              <a:gd name="T22" fmla="*/ 2147483646 w 125"/>
              <a:gd name="T23" fmla="*/ 2147483646 h 214"/>
              <a:gd name="T24" fmla="*/ 0 w 125"/>
              <a:gd name="T25" fmla="*/ 2147483646 h 214"/>
              <a:gd name="T26" fmla="*/ 2048491389 w 125"/>
              <a:gd name="T27" fmla="*/ 2147483646 h 214"/>
              <a:gd name="T28" fmla="*/ 2147483646 w 125"/>
              <a:gd name="T29" fmla="*/ 2147483646 h 214"/>
              <a:gd name="T30" fmla="*/ 2147483646 w 125"/>
              <a:gd name="T31" fmla="*/ 2147483646 h 214"/>
              <a:gd name="T32" fmla="*/ 2147483646 w 125"/>
              <a:gd name="T33" fmla="*/ 2147483646 h 214"/>
              <a:gd name="T34" fmla="*/ 2147483646 w 125"/>
              <a:gd name="T35" fmla="*/ 2147483646 h 214"/>
              <a:gd name="T36" fmla="*/ 2147483646 w 125"/>
              <a:gd name="T37" fmla="*/ 2147483646 h 214"/>
              <a:gd name="T38" fmla="*/ 2147483646 w 125"/>
              <a:gd name="T39" fmla="*/ 2147483646 h 214"/>
              <a:gd name="T40" fmla="*/ 2147483646 w 125"/>
              <a:gd name="T41" fmla="*/ 2147483646 h 214"/>
              <a:gd name="T42" fmla="*/ 2147483646 w 125"/>
              <a:gd name="T43" fmla="*/ 2147483646 h 214"/>
              <a:gd name="T44" fmla="*/ 2147483646 w 125"/>
              <a:gd name="T45" fmla="*/ 2147483646 h 214"/>
              <a:gd name="T46" fmla="*/ 2147483646 w 125"/>
              <a:gd name="T47" fmla="*/ 2147483646 h 214"/>
              <a:gd name="T48" fmla="*/ 2147483646 w 125"/>
              <a:gd name="T49" fmla="*/ 2147483646 h 214"/>
              <a:gd name="T50" fmla="*/ 2147483646 w 125"/>
              <a:gd name="T51" fmla="*/ 2147483646 h 214"/>
              <a:gd name="T52" fmla="*/ 2147483646 w 125"/>
              <a:gd name="T53" fmla="*/ 2147483646 h 214"/>
              <a:gd name="T54" fmla="*/ 2147483646 w 125"/>
              <a:gd name="T55" fmla="*/ 2147483646 h 214"/>
              <a:gd name="T56" fmla="*/ 2147483646 w 125"/>
              <a:gd name="T57" fmla="*/ 2147483646 h 214"/>
              <a:gd name="T58" fmla="*/ 2147483646 w 125"/>
              <a:gd name="T59" fmla="*/ 2147483646 h 214"/>
              <a:gd name="T60" fmla="*/ 2147483646 w 125"/>
              <a:gd name="T61" fmla="*/ 2147483646 h 214"/>
              <a:gd name="T62" fmla="*/ 2147483646 w 125"/>
              <a:gd name="T63" fmla="*/ 2147483646 h 214"/>
              <a:gd name="T64" fmla="*/ 2147483646 w 125"/>
              <a:gd name="T65" fmla="*/ 2147483646 h 214"/>
              <a:gd name="T66" fmla="*/ 2147483646 w 125"/>
              <a:gd name="T67" fmla="*/ 2147483646 h 214"/>
              <a:gd name="T68" fmla="*/ 2147483646 w 125"/>
              <a:gd name="T69" fmla="*/ 0 h 214"/>
              <a:gd name="T70" fmla="*/ 2147483646 w 125"/>
              <a:gd name="T71" fmla="*/ 2147483646 h 214"/>
              <a:gd name="T72" fmla="*/ 2147483646 w 125"/>
              <a:gd name="T73" fmla="*/ 2147483646 h 214"/>
              <a:gd name="T74" fmla="*/ 2147483646 w 125"/>
              <a:gd name="T75" fmla="*/ 2147483646 h 214"/>
              <a:gd name="T76" fmla="*/ 2147483646 w 125"/>
              <a:gd name="T77" fmla="*/ 2147483646 h 214"/>
              <a:gd name="T78" fmla="*/ 2147483646 w 125"/>
              <a:gd name="T79" fmla="*/ 2147483646 h 214"/>
              <a:gd name="T80" fmla="*/ 2147483646 w 125"/>
              <a:gd name="T81" fmla="*/ 2147483646 h 214"/>
              <a:gd name="T82" fmla="*/ 2147483646 w 125"/>
              <a:gd name="T83" fmla="*/ 2147483646 h 214"/>
              <a:gd name="T84" fmla="*/ 2147483646 w 125"/>
              <a:gd name="T85" fmla="*/ 2147483646 h 214"/>
              <a:gd name="T86" fmla="*/ 2147483646 w 125"/>
              <a:gd name="T87" fmla="*/ 2147483646 h 21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5"/>
              <a:gd name="T133" fmla="*/ 0 h 214"/>
              <a:gd name="T134" fmla="*/ 125 w 125"/>
              <a:gd name="T135" fmla="*/ 214 h 21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5" h="214">
                <a:moveTo>
                  <a:pt x="95" y="15"/>
                </a:moveTo>
                <a:lnTo>
                  <a:pt x="87" y="30"/>
                </a:lnTo>
                <a:lnTo>
                  <a:pt x="87" y="47"/>
                </a:lnTo>
                <a:lnTo>
                  <a:pt x="84" y="70"/>
                </a:lnTo>
                <a:lnTo>
                  <a:pt x="82" y="93"/>
                </a:lnTo>
                <a:lnTo>
                  <a:pt x="74" y="108"/>
                </a:lnTo>
                <a:lnTo>
                  <a:pt x="68" y="123"/>
                </a:lnTo>
                <a:lnTo>
                  <a:pt x="61" y="138"/>
                </a:lnTo>
                <a:lnTo>
                  <a:pt x="44" y="157"/>
                </a:lnTo>
                <a:lnTo>
                  <a:pt x="25" y="173"/>
                </a:lnTo>
                <a:lnTo>
                  <a:pt x="15" y="186"/>
                </a:lnTo>
                <a:lnTo>
                  <a:pt x="6" y="184"/>
                </a:lnTo>
                <a:lnTo>
                  <a:pt x="0" y="192"/>
                </a:lnTo>
                <a:lnTo>
                  <a:pt x="4" y="199"/>
                </a:lnTo>
                <a:lnTo>
                  <a:pt x="13" y="207"/>
                </a:lnTo>
                <a:lnTo>
                  <a:pt x="25" y="207"/>
                </a:lnTo>
                <a:lnTo>
                  <a:pt x="36" y="213"/>
                </a:lnTo>
                <a:lnTo>
                  <a:pt x="51" y="214"/>
                </a:lnTo>
                <a:lnTo>
                  <a:pt x="74" y="214"/>
                </a:lnTo>
                <a:lnTo>
                  <a:pt x="87" y="209"/>
                </a:lnTo>
                <a:lnTo>
                  <a:pt x="99" y="207"/>
                </a:lnTo>
                <a:lnTo>
                  <a:pt x="105" y="201"/>
                </a:lnTo>
                <a:lnTo>
                  <a:pt x="118" y="201"/>
                </a:lnTo>
                <a:lnTo>
                  <a:pt x="125" y="184"/>
                </a:lnTo>
                <a:lnTo>
                  <a:pt x="114" y="167"/>
                </a:lnTo>
                <a:lnTo>
                  <a:pt x="108" y="161"/>
                </a:lnTo>
                <a:lnTo>
                  <a:pt x="108" y="154"/>
                </a:lnTo>
                <a:lnTo>
                  <a:pt x="91" y="148"/>
                </a:lnTo>
                <a:lnTo>
                  <a:pt x="105" y="133"/>
                </a:lnTo>
                <a:lnTo>
                  <a:pt x="116" y="112"/>
                </a:lnTo>
                <a:lnTo>
                  <a:pt x="124" y="89"/>
                </a:lnTo>
                <a:lnTo>
                  <a:pt x="125" y="72"/>
                </a:lnTo>
                <a:lnTo>
                  <a:pt x="125" y="47"/>
                </a:lnTo>
                <a:lnTo>
                  <a:pt x="120" y="21"/>
                </a:lnTo>
                <a:lnTo>
                  <a:pt x="114" y="0"/>
                </a:lnTo>
                <a:lnTo>
                  <a:pt x="110" y="22"/>
                </a:lnTo>
                <a:lnTo>
                  <a:pt x="110" y="43"/>
                </a:lnTo>
                <a:lnTo>
                  <a:pt x="110" y="60"/>
                </a:lnTo>
                <a:lnTo>
                  <a:pt x="106" y="76"/>
                </a:lnTo>
                <a:lnTo>
                  <a:pt x="103" y="85"/>
                </a:lnTo>
                <a:lnTo>
                  <a:pt x="103" y="60"/>
                </a:lnTo>
                <a:lnTo>
                  <a:pt x="101" y="30"/>
                </a:lnTo>
                <a:lnTo>
                  <a:pt x="9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7" name="Freeform 29">
            <a:extLst>
              <a:ext uri="{FF2B5EF4-FFF2-40B4-BE49-F238E27FC236}">
                <a16:creationId xmlns:a16="http://schemas.microsoft.com/office/drawing/2014/main" id="{8BC0DAC8-1890-4C95-A8F3-8BA8BA2990E9}"/>
              </a:ext>
            </a:extLst>
          </p:cNvPr>
          <p:cNvSpPr>
            <a:spLocks/>
          </p:cNvSpPr>
          <p:nvPr/>
        </p:nvSpPr>
        <p:spPr bwMode="auto">
          <a:xfrm>
            <a:off x="7218969" y="5157029"/>
            <a:ext cx="145243" cy="239739"/>
          </a:xfrm>
          <a:custGeom>
            <a:avLst/>
            <a:gdLst>
              <a:gd name="T0" fmla="*/ 2147483646 w 168"/>
              <a:gd name="T1" fmla="*/ 2147483646 h 274"/>
              <a:gd name="T2" fmla="*/ 2147483646 w 168"/>
              <a:gd name="T3" fmla="*/ 2147483646 h 274"/>
              <a:gd name="T4" fmla="*/ 2147483646 w 168"/>
              <a:gd name="T5" fmla="*/ 2147483646 h 274"/>
              <a:gd name="T6" fmla="*/ 2147483646 w 168"/>
              <a:gd name="T7" fmla="*/ 2147483646 h 274"/>
              <a:gd name="T8" fmla="*/ 2147483646 w 168"/>
              <a:gd name="T9" fmla="*/ 2147483646 h 274"/>
              <a:gd name="T10" fmla="*/ 2147483646 w 168"/>
              <a:gd name="T11" fmla="*/ 2147483646 h 274"/>
              <a:gd name="T12" fmla="*/ 2147483646 w 168"/>
              <a:gd name="T13" fmla="*/ 2147483646 h 274"/>
              <a:gd name="T14" fmla="*/ 2147483646 w 168"/>
              <a:gd name="T15" fmla="*/ 2147483646 h 274"/>
              <a:gd name="T16" fmla="*/ 2147483646 w 168"/>
              <a:gd name="T17" fmla="*/ 2147483646 h 274"/>
              <a:gd name="T18" fmla="*/ 2147483646 w 168"/>
              <a:gd name="T19" fmla="*/ 2147483646 h 274"/>
              <a:gd name="T20" fmla="*/ 2147483646 w 168"/>
              <a:gd name="T21" fmla="*/ 2147483646 h 274"/>
              <a:gd name="T22" fmla="*/ 2147483646 w 168"/>
              <a:gd name="T23" fmla="*/ 2147483646 h 274"/>
              <a:gd name="T24" fmla="*/ 2147483646 w 168"/>
              <a:gd name="T25" fmla="*/ 2147483646 h 274"/>
              <a:gd name="T26" fmla="*/ 2147483646 w 168"/>
              <a:gd name="T27" fmla="*/ 2147483646 h 274"/>
              <a:gd name="T28" fmla="*/ 0 w 168"/>
              <a:gd name="T29" fmla="*/ 2147483646 h 274"/>
              <a:gd name="T30" fmla="*/ 965127631 w 168"/>
              <a:gd name="T31" fmla="*/ 2147483646 h 274"/>
              <a:gd name="T32" fmla="*/ 2147483646 w 168"/>
              <a:gd name="T33" fmla="*/ 2147483646 h 274"/>
              <a:gd name="T34" fmla="*/ 2147483646 w 168"/>
              <a:gd name="T35" fmla="*/ 2147483646 h 274"/>
              <a:gd name="T36" fmla="*/ 2147483646 w 168"/>
              <a:gd name="T37" fmla="*/ 2147483646 h 274"/>
              <a:gd name="T38" fmla="*/ 2147483646 w 168"/>
              <a:gd name="T39" fmla="*/ 2147483646 h 274"/>
              <a:gd name="T40" fmla="*/ 2147483646 w 168"/>
              <a:gd name="T41" fmla="*/ 2147483646 h 274"/>
              <a:gd name="T42" fmla="*/ 2147483646 w 168"/>
              <a:gd name="T43" fmla="*/ 2147483646 h 274"/>
              <a:gd name="T44" fmla="*/ 2147483646 w 168"/>
              <a:gd name="T45" fmla="*/ 2147483646 h 274"/>
              <a:gd name="T46" fmla="*/ 2147483646 w 168"/>
              <a:gd name="T47" fmla="*/ 2147483646 h 274"/>
              <a:gd name="T48" fmla="*/ 2147483646 w 168"/>
              <a:gd name="T49" fmla="*/ 999867114 h 274"/>
              <a:gd name="T50" fmla="*/ 2147483646 w 168"/>
              <a:gd name="T51" fmla="*/ 0 h 274"/>
              <a:gd name="T52" fmla="*/ 2147483646 w 168"/>
              <a:gd name="T53" fmla="*/ 999867114 h 274"/>
              <a:gd name="T54" fmla="*/ 2147483646 w 168"/>
              <a:gd name="T55" fmla="*/ 2147483646 h 274"/>
              <a:gd name="T56" fmla="*/ 2147483646 w 168"/>
              <a:gd name="T57" fmla="*/ 2147483646 h 274"/>
              <a:gd name="T58" fmla="*/ 2147483646 w 168"/>
              <a:gd name="T59" fmla="*/ 2147483646 h 274"/>
              <a:gd name="T60" fmla="*/ 2147483646 w 168"/>
              <a:gd name="T61" fmla="*/ 2147483646 h 27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8"/>
              <a:gd name="T94" fmla="*/ 0 h 274"/>
              <a:gd name="T95" fmla="*/ 168 w 168"/>
              <a:gd name="T96" fmla="*/ 274 h 27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8" h="274">
                <a:moveTo>
                  <a:pt x="152" y="11"/>
                </a:moveTo>
                <a:lnTo>
                  <a:pt x="139" y="19"/>
                </a:lnTo>
                <a:lnTo>
                  <a:pt x="126" y="30"/>
                </a:lnTo>
                <a:lnTo>
                  <a:pt x="103" y="49"/>
                </a:lnTo>
                <a:lnTo>
                  <a:pt x="90" y="72"/>
                </a:lnTo>
                <a:lnTo>
                  <a:pt x="72" y="97"/>
                </a:lnTo>
                <a:lnTo>
                  <a:pt x="57" y="122"/>
                </a:lnTo>
                <a:lnTo>
                  <a:pt x="44" y="152"/>
                </a:lnTo>
                <a:lnTo>
                  <a:pt x="36" y="175"/>
                </a:lnTo>
                <a:lnTo>
                  <a:pt x="31" y="198"/>
                </a:lnTo>
                <a:lnTo>
                  <a:pt x="23" y="222"/>
                </a:lnTo>
                <a:lnTo>
                  <a:pt x="19" y="247"/>
                </a:lnTo>
                <a:lnTo>
                  <a:pt x="17" y="262"/>
                </a:lnTo>
                <a:lnTo>
                  <a:pt x="6" y="274"/>
                </a:lnTo>
                <a:lnTo>
                  <a:pt x="0" y="268"/>
                </a:lnTo>
                <a:lnTo>
                  <a:pt x="2" y="234"/>
                </a:lnTo>
                <a:lnTo>
                  <a:pt x="6" y="200"/>
                </a:lnTo>
                <a:lnTo>
                  <a:pt x="17" y="163"/>
                </a:lnTo>
                <a:lnTo>
                  <a:pt x="31" y="133"/>
                </a:lnTo>
                <a:lnTo>
                  <a:pt x="46" y="105"/>
                </a:lnTo>
                <a:lnTo>
                  <a:pt x="61" y="74"/>
                </a:lnTo>
                <a:lnTo>
                  <a:pt x="78" y="48"/>
                </a:lnTo>
                <a:lnTo>
                  <a:pt x="103" y="23"/>
                </a:lnTo>
                <a:lnTo>
                  <a:pt x="120" y="10"/>
                </a:lnTo>
                <a:lnTo>
                  <a:pt x="137" y="2"/>
                </a:lnTo>
                <a:lnTo>
                  <a:pt x="152" y="0"/>
                </a:lnTo>
                <a:lnTo>
                  <a:pt x="166" y="2"/>
                </a:lnTo>
                <a:lnTo>
                  <a:pt x="168" y="11"/>
                </a:lnTo>
                <a:lnTo>
                  <a:pt x="160" y="15"/>
                </a:lnTo>
                <a:lnTo>
                  <a:pt x="15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8" name="Freeform 30">
            <a:extLst>
              <a:ext uri="{FF2B5EF4-FFF2-40B4-BE49-F238E27FC236}">
                <a16:creationId xmlns:a16="http://schemas.microsoft.com/office/drawing/2014/main" id="{0FFF0E3E-CF84-4836-B5E0-C437E1F23160}"/>
              </a:ext>
            </a:extLst>
          </p:cNvPr>
          <p:cNvSpPr>
            <a:spLocks/>
          </p:cNvSpPr>
          <p:nvPr/>
        </p:nvSpPr>
        <p:spPr bwMode="auto">
          <a:xfrm>
            <a:off x="7831443" y="5340770"/>
            <a:ext cx="17499" cy="40249"/>
          </a:xfrm>
          <a:custGeom>
            <a:avLst/>
            <a:gdLst>
              <a:gd name="T0" fmla="*/ 0 w 19"/>
              <a:gd name="T1" fmla="*/ 2147483646 h 48"/>
              <a:gd name="T2" fmla="*/ 0 w 19"/>
              <a:gd name="T3" fmla="*/ 2147483646 h 48"/>
              <a:gd name="T4" fmla="*/ 1750146895 w 19"/>
              <a:gd name="T5" fmla="*/ 2147483646 h 48"/>
              <a:gd name="T6" fmla="*/ 2147483646 w 19"/>
              <a:gd name="T7" fmla="*/ 2147483646 h 48"/>
              <a:gd name="T8" fmla="*/ 2147483646 w 19"/>
              <a:gd name="T9" fmla="*/ 2147483646 h 48"/>
              <a:gd name="T10" fmla="*/ 2147483646 w 19"/>
              <a:gd name="T11" fmla="*/ 880120002 h 48"/>
              <a:gd name="T12" fmla="*/ 2147483646 w 19"/>
              <a:gd name="T13" fmla="*/ 0 h 48"/>
              <a:gd name="T14" fmla="*/ 0 w 19"/>
              <a:gd name="T15" fmla="*/ 2147483646 h 48"/>
              <a:gd name="T16" fmla="*/ 0 w 19"/>
              <a:gd name="T17" fmla="*/ 2147483646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
              <a:gd name="T28" fmla="*/ 0 h 48"/>
              <a:gd name="T29" fmla="*/ 19 w 19"/>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 h="48">
                <a:moveTo>
                  <a:pt x="0" y="11"/>
                </a:moveTo>
                <a:lnTo>
                  <a:pt x="0" y="31"/>
                </a:lnTo>
                <a:lnTo>
                  <a:pt x="3" y="48"/>
                </a:lnTo>
                <a:lnTo>
                  <a:pt x="11" y="32"/>
                </a:lnTo>
                <a:lnTo>
                  <a:pt x="19" y="23"/>
                </a:lnTo>
                <a:lnTo>
                  <a:pt x="17" y="2"/>
                </a:lnTo>
                <a:lnTo>
                  <a:pt x="7"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99" name="Freeform 31">
            <a:extLst>
              <a:ext uri="{FF2B5EF4-FFF2-40B4-BE49-F238E27FC236}">
                <a16:creationId xmlns:a16="http://schemas.microsoft.com/office/drawing/2014/main" id="{D7C96E24-3AD8-4B46-9B5A-1282714BB11A}"/>
              </a:ext>
            </a:extLst>
          </p:cNvPr>
          <p:cNvSpPr>
            <a:spLocks/>
          </p:cNvSpPr>
          <p:nvPr/>
        </p:nvSpPr>
        <p:spPr bwMode="auto">
          <a:xfrm>
            <a:off x="7271466" y="5354769"/>
            <a:ext cx="19249" cy="48998"/>
          </a:xfrm>
          <a:custGeom>
            <a:avLst/>
            <a:gdLst>
              <a:gd name="T0" fmla="*/ 2147483646 w 23"/>
              <a:gd name="T1" fmla="*/ 2147483646 h 55"/>
              <a:gd name="T2" fmla="*/ 2147483646 w 23"/>
              <a:gd name="T3" fmla="*/ 2147483646 h 55"/>
              <a:gd name="T4" fmla="*/ 2147483646 w 23"/>
              <a:gd name="T5" fmla="*/ 2147483646 h 55"/>
              <a:gd name="T6" fmla="*/ 2147483646 w 23"/>
              <a:gd name="T7" fmla="*/ 2147483646 h 55"/>
              <a:gd name="T8" fmla="*/ 2147483646 w 23"/>
              <a:gd name="T9" fmla="*/ 2147483646 h 55"/>
              <a:gd name="T10" fmla="*/ 0 w 23"/>
              <a:gd name="T11" fmla="*/ 2147483646 h 55"/>
              <a:gd name="T12" fmla="*/ 874991970 w 23"/>
              <a:gd name="T13" fmla="*/ 2147483646 h 55"/>
              <a:gd name="T14" fmla="*/ 2147483646 w 23"/>
              <a:gd name="T15" fmla="*/ 2147483646 h 55"/>
              <a:gd name="T16" fmla="*/ 2147483646 w 23"/>
              <a:gd name="T17" fmla="*/ 2147483646 h 55"/>
              <a:gd name="T18" fmla="*/ 2147483646 w 23"/>
              <a:gd name="T19" fmla="*/ 0 h 55"/>
              <a:gd name="T20" fmla="*/ 2147483646 w 23"/>
              <a:gd name="T21" fmla="*/ 2147483646 h 55"/>
              <a:gd name="T22" fmla="*/ 2147483646 w 23"/>
              <a:gd name="T23" fmla="*/ 2147483646 h 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55"/>
              <a:gd name="T38" fmla="*/ 23 w 23"/>
              <a:gd name="T39" fmla="*/ 55 h 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55">
                <a:moveTo>
                  <a:pt x="23" y="6"/>
                </a:moveTo>
                <a:lnTo>
                  <a:pt x="23" y="21"/>
                </a:lnTo>
                <a:lnTo>
                  <a:pt x="19" y="38"/>
                </a:lnTo>
                <a:lnTo>
                  <a:pt x="17" y="55"/>
                </a:lnTo>
                <a:lnTo>
                  <a:pt x="8" y="55"/>
                </a:lnTo>
                <a:lnTo>
                  <a:pt x="0" y="50"/>
                </a:lnTo>
                <a:lnTo>
                  <a:pt x="2" y="34"/>
                </a:lnTo>
                <a:lnTo>
                  <a:pt x="6" y="17"/>
                </a:lnTo>
                <a:lnTo>
                  <a:pt x="10" y="8"/>
                </a:lnTo>
                <a:lnTo>
                  <a:pt x="15" y="0"/>
                </a:lnTo>
                <a:lnTo>
                  <a:pt x="23"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0" name="Freeform 32">
            <a:extLst>
              <a:ext uri="{FF2B5EF4-FFF2-40B4-BE49-F238E27FC236}">
                <a16:creationId xmlns:a16="http://schemas.microsoft.com/office/drawing/2014/main" id="{35F9BBE0-1A9A-4052-BB30-BC79B49C6A3A}"/>
              </a:ext>
            </a:extLst>
          </p:cNvPr>
          <p:cNvSpPr>
            <a:spLocks/>
          </p:cNvSpPr>
          <p:nvPr/>
        </p:nvSpPr>
        <p:spPr bwMode="auto">
          <a:xfrm>
            <a:off x="7211969" y="5386268"/>
            <a:ext cx="83996" cy="118995"/>
          </a:xfrm>
          <a:custGeom>
            <a:avLst/>
            <a:gdLst>
              <a:gd name="T0" fmla="*/ 2147483646 w 97"/>
              <a:gd name="T1" fmla="*/ 2147483646 h 135"/>
              <a:gd name="T2" fmla="*/ 2147483646 w 97"/>
              <a:gd name="T3" fmla="*/ 2147483646 h 135"/>
              <a:gd name="T4" fmla="*/ 2147483646 w 97"/>
              <a:gd name="T5" fmla="*/ 2147483646 h 135"/>
              <a:gd name="T6" fmla="*/ 2147483646 w 97"/>
              <a:gd name="T7" fmla="*/ 2147483646 h 135"/>
              <a:gd name="T8" fmla="*/ 2147483646 w 97"/>
              <a:gd name="T9" fmla="*/ 2147483646 h 135"/>
              <a:gd name="T10" fmla="*/ 2147483646 w 97"/>
              <a:gd name="T11" fmla="*/ 2147483646 h 135"/>
              <a:gd name="T12" fmla="*/ 2147483646 w 97"/>
              <a:gd name="T13" fmla="*/ 2147483646 h 135"/>
              <a:gd name="T14" fmla="*/ 2147483646 w 97"/>
              <a:gd name="T15" fmla="*/ 2147483646 h 135"/>
              <a:gd name="T16" fmla="*/ 2147483646 w 97"/>
              <a:gd name="T17" fmla="*/ 2147483646 h 135"/>
              <a:gd name="T18" fmla="*/ 0 w 97"/>
              <a:gd name="T19" fmla="*/ 2147483646 h 135"/>
              <a:gd name="T20" fmla="*/ 2147483646 w 97"/>
              <a:gd name="T21" fmla="*/ 2147483646 h 135"/>
              <a:gd name="T22" fmla="*/ 2147483646 w 97"/>
              <a:gd name="T23" fmla="*/ 2147483646 h 135"/>
              <a:gd name="T24" fmla="*/ 2147483646 w 97"/>
              <a:gd name="T25" fmla="*/ 2147483646 h 135"/>
              <a:gd name="T26" fmla="*/ 2147483646 w 97"/>
              <a:gd name="T27" fmla="*/ 2147483646 h 135"/>
              <a:gd name="T28" fmla="*/ 2147483646 w 97"/>
              <a:gd name="T29" fmla="*/ 2147483646 h 135"/>
              <a:gd name="T30" fmla="*/ 2147483646 w 97"/>
              <a:gd name="T31" fmla="*/ 2147483646 h 135"/>
              <a:gd name="T32" fmla="*/ 2147483646 w 97"/>
              <a:gd name="T33" fmla="*/ 2147483646 h 135"/>
              <a:gd name="T34" fmla="*/ 2147483646 w 97"/>
              <a:gd name="T35" fmla="*/ 2147483646 h 135"/>
              <a:gd name="T36" fmla="*/ 2147483646 w 97"/>
              <a:gd name="T37" fmla="*/ 2147483646 h 135"/>
              <a:gd name="T38" fmla="*/ 2147483646 w 97"/>
              <a:gd name="T39" fmla="*/ 2147483646 h 135"/>
              <a:gd name="T40" fmla="*/ 2147483646 w 97"/>
              <a:gd name="T41" fmla="*/ 2147483646 h 135"/>
              <a:gd name="T42" fmla="*/ 2147483646 w 97"/>
              <a:gd name="T43" fmla="*/ 2147483646 h 135"/>
              <a:gd name="T44" fmla="*/ 2147483646 w 97"/>
              <a:gd name="T45" fmla="*/ 2147483646 h 135"/>
              <a:gd name="T46" fmla="*/ 2147483646 w 97"/>
              <a:gd name="T47" fmla="*/ 2147483646 h 135"/>
              <a:gd name="T48" fmla="*/ 2147483646 w 97"/>
              <a:gd name="T49" fmla="*/ 2147483646 h 135"/>
              <a:gd name="T50" fmla="*/ 2147483646 w 97"/>
              <a:gd name="T51" fmla="*/ 2147483646 h 135"/>
              <a:gd name="T52" fmla="*/ 2147483646 w 97"/>
              <a:gd name="T53" fmla="*/ 2147483646 h 135"/>
              <a:gd name="T54" fmla="*/ 2147483646 w 97"/>
              <a:gd name="T55" fmla="*/ 2147483646 h 135"/>
              <a:gd name="T56" fmla="*/ 2147483646 w 97"/>
              <a:gd name="T57" fmla="*/ 2147483646 h 135"/>
              <a:gd name="T58" fmla="*/ 2147483646 w 97"/>
              <a:gd name="T59" fmla="*/ 2147483646 h 135"/>
              <a:gd name="T60" fmla="*/ 2147483646 w 97"/>
              <a:gd name="T61" fmla="*/ 2147483646 h 135"/>
              <a:gd name="T62" fmla="*/ 2147483646 w 97"/>
              <a:gd name="T63" fmla="*/ 0 h 135"/>
              <a:gd name="T64" fmla="*/ 2147483646 w 97"/>
              <a:gd name="T65" fmla="*/ 2147483646 h 135"/>
              <a:gd name="T66" fmla="*/ 2147483646 w 97"/>
              <a:gd name="T67" fmla="*/ 2147483646 h 13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7"/>
              <a:gd name="T103" fmla="*/ 0 h 135"/>
              <a:gd name="T104" fmla="*/ 97 w 97"/>
              <a:gd name="T105" fmla="*/ 135 h 13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7" h="135">
                <a:moveTo>
                  <a:pt x="9" y="8"/>
                </a:moveTo>
                <a:lnTo>
                  <a:pt x="11" y="16"/>
                </a:lnTo>
                <a:lnTo>
                  <a:pt x="26" y="23"/>
                </a:lnTo>
                <a:lnTo>
                  <a:pt x="38" y="35"/>
                </a:lnTo>
                <a:lnTo>
                  <a:pt x="45" y="40"/>
                </a:lnTo>
                <a:lnTo>
                  <a:pt x="41" y="52"/>
                </a:lnTo>
                <a:lnTo>
                  <a:pt x="26" y="67"/>
                </a:lnTo>
                <a:lnTo>
                  <a:pt x="15" y="84"/>
                </a:lnTo>
                <a:lnTo>
                  <a:pt x="5" y="101"/>
                </a:lnTo>
                <a:lnTo>
                  <a:pt x="0" y="112"/>
                </a:lnTo>
                <a:lnTo>
                  <a:pt x="17" y="97"/>
                </a:lnTo>
                <a:lnTo>
                  <a:pt x="32" y="92"/>
                </a:lnTo>
                <a:lnTo>
                  <a:pt x="17" y="118"/>
                </a:lnTo>
                <a:lnTo>
                  <a:pt x="41" y="135"/>
                </a:lnTo>
                <a:lnTo>
                  <a:pt x="55" y="128"/>
                </a:lnTo>
                <a:lnTo>
                  <a:pt x="64" y="120"/>
                </a:lnTo>
                <a:lnTo>
                  <a:pt x="68" y="112"/>
                </a:lnTo>
                <a:lnTo>
                  <a:pt x="74" y="112"/>
                </a:lnTo>
                <a:lnTo>
                  <a:pt x="78" y="103"/>
                </a:lnTo>
                <a:lnTo>
                  <a:pt x="85" y="105"/>
                </a:lnTo>
                <a:lnTo>
                  <a:pt x="93" y="101"/>
                </a:lnTo>
                <a:lnTo>
                  <a:pt x="97" y="95"/>
                </a:lnTo>
                <a:lnTo>
                  <a:pt x="91" y="90"/>
                </a:lnTo>
                <a:lnTo>
                  <a:pt x="91" y="76"/>
                </a:lnTo>
                <a:lnTo>
                  <a:pt x="91" y="57"/>
                </a:lnTo>
                <a:lnTo>
                  <a:pt x="83" y="44"/>
                </a:lnTo>
                <a:lnTo>
                  <a:pt x="78" y="33"/>
                </a:lnTo>
                <a:lnTo>
                  <a:pt x="72" y="31"/>
                </a:lnTo>
                <a:lnTo>
                  <a:pt x="62" y="27"/>
                </a:lnTo>
                <a:lnTo>
                  <a:pt x="49" y="21"/>
                </a:lnTo>
                <a:lnTo>
                  <a:pt x="32" y="8"/>
                </a:lnTo>
                <a:lnTo>
                  <a:pt x="15" y="0"/>
                </a:lnTo>
                <a:lnTo>
                  <a:pt x="9"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1" name="Freeform 33">
            <a:extLst>
              <a:ext uri="{FF2B5EF4-FFF2-40B4-BE49-F238E27FC236}">
                <a16:creationId xmlns:a16="http://schemas.microsoft.com/office/drawing/2014/main" id="{F0F23E28-ABF6-4740-B317-4453BABBC0BB}"/>
              </a:ext>
            </a:extLst>
          </p:cNvPr>
          <p:cNvSpPr>
            <a:spLocks/>
          </p:cNvSpPr>
          <p:nvPr/>
        </p:nvSpPr>
        <p:spPr bwMode="auto">
          <a:xfrm>
            <a:off x="7420210" y="5687256"/>
            <a:ext cx="138245" cy="75247"/>
          </a:xfrm>
          <a:custGeom>
            <a:avLst/>
            <a:gdLst>
              <a:gd name="T0" fmla="*/ 2147483646 w 160"/>
              <a:gd name="T1" fmla="*/ 2147483646 h 86"/>
              <a:gd name="T2" fmla="*/ 2147483646 w 160"/>
              <a:gd name="T3" fmla="*/ 2147483646 h 86"/>
              <a:gd name="T4" fmla="*/ 2147483646 w 160"/>
              <a:gd name="T5" fmla="*/ 2147483646 h 86"/>
              <a:gd name="T6" fmla="*/ 2147483646 w 160"/>
              <a:gd name="T7" fmla="*/ 2147483646 h 86"/>
              <a:gd name="T8" fmla="*/ 2147483646 w 160"/>
              <a:gd name="T9" fmla="*/ 2147483646 h 86"/>
              <a:gd name="T10" fmla="*/ 2147483646 w 160"/>
              <a:gd name="T11" fmla="*/ 2147483646 h 86"/>
              <a:gd name="T12" fmla="*/ 2147483646 w 160"/>
              <a:gd name="T13" fmla="*/ 2147483646 h 86"/>
              <a:gd name="T14" fmla="*/ 2147483646 w 160"/>
              <a:gd name="T15" fmla="*/ 2147483646 h 86"/>
              <a:gd name="T16" fmla="*/ 2147483646 w 160"/>
              <a:gd name="T17" fmla="*/ 1000516503 h 86"/>
              <a:gd name="T18" fmla="*/ 2147483646 w 160"/>
              <a:gd name="T19" fmla="*/ 0 h 86"/>
              <a:gd name="T20" fmla="*/ 2147483646 w 160"/>
              <a:gd name="T21" fmla="*/ 2147483646 h 86"/>
              <a:gd name="T22" fmla="*/ 2147483646 w 160"/>
              <a:gd name="T23" fmla="*/ 2147483646 h 86"/>
              <a:gd name="T24" fmla="*/ 2147483646 w 160"/>
              <a:gd name="T25" fmla="*/ 2147483646 h 86"/>
              <a:gd name="T26" fmla="*/ 2147483646 w 160"/>
              <a:gd name="T27" fmla="*/ 2147483646 h 86"/>
              <a:gd name="T28" fmla="*/ 2147483646 w 160"/>
              <a:gd name="T29" fmla="*/ 2147483646 h 86"/>
              <a:gd name="T30" fmla="*/ 2147483646 w 160"/>
              <a:gd name="T31" fmla="*/ 2147483646 h 86"/>
              <a:gd name="T32" fmla="*/ 2147483646 w 160"/>
              <a:gd name="T33" fmla="*/ 2147483646 h 86"/>
              <a:gd name="T34" fmla="*/ 2147483646 w 160"/>
              <a:gd name="T35" fmla="*/ 2147483646 h 86"/>
              <a:gd name="T36" fmla="*/ 2147483646 w 160"/>
              <a:gd name="T37" fmla="*/ 2147483646 h 86"/>
              <a:gd name="T38" fmla="*/ 2147483646 w 160"/>
              <a:gd name="T39" fmla="*/ 2147483646 h 86"/>
              <a:gd name="T40" fmla="*/ 2147483646 w 160"/>
              <a:gd name="T41" fmla="*/ 2147483646 h 86"/>
              <a:gd name="T42" fmla="*/ 2147483646 w 160"/>
              <a:gd name="T43" fmla="*/ 2147483646 h 86"/>
              <a:gd name="T44" fmla="*/ 2147483646 w 160"/>
              <a:gd name="T45" fmla="*/ 2147483646 h 86"/>
              <a:gd name="T46" fmla="*/ 2147483646 w 160"/>
              <a:gd name="T47" fmla="*/ 2147483646 h 86"/>
              <a:gd name="T48" fmla="*/ 2147483646 w 160"/>
              <a:gd name="T49" fmla="*/ 2147483646 h 86"/>
              <a:gd name="T50" fmla="*/ 1926117153 w 160"/>
              <a:gd name="T51" fmla="*/ 2147483646 h 86"/>
              <a:gd name="T52" fmla="*/ 0 w 160"/>
              <a:gd name="T53" fmla="*/ 2147483646 h 86"/>
              <a:gd name="T54" fmla="*/ 2147483646 w 160"/>
              <a:gd name="T55" fmla="*/ 2147483646 h 86"/>
              <a:gd name="T56" fmla="*/ 2147483646 w 160"/>
              <a:gd name="T57" fmla="*/ 2147483646 h 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60"/>
              <a:gd name="T88" fmla="*/ 0 h 86"/>
              <a:gd name="T89" fmla="*/ 160 w 160"/>
              <a:gd name="T90" fmla="*/ 86 h 8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60" h="86">
                <a:moveTo>
                  <a:pt x="6" y="8"/>
                </a:moveTo>
                <a:lnTo>
                  <a:pt x="14" y="6"/>
                </a:lnTo>
                <a:lnTo>
                  <a:pt x="25" y="14"/>
                </a:lnTo>
                <a:lnTo>
                  <a:pt x="38" y="21"/>
                </a:lnTo>
                <a:lnTo>
                  <a:pt x="57" y="25"/>
                </a:lnTo>
                <a:lnTo>
                  <a:pt x="80" y="21"/>
                </a:lnTo>
                <a:lnTo>
                  <a:pt x="103" y="14"/>
                </a:lnTo>
                <a:lnTo>
                  <a:pt x="128" y="6"/>
                </a:lnTo>
                <a:lnTo>
                  <a:pt x="145" y="2"/>
                </a:lnTo>
                <a:lnTo>
                  <a:pt x="156" y="0"/>
                </a:lnTo>
                <a:lnTo>
                  <a:pt x="160" y="6"/>
                </a:lnTo>
                <a:lnTo>
                  <a:pt x="154" y="14"/>
                </a:lnTo>
                <a:lnTo>
                  <a:pt x="137" y="23"/>
                </a:lnTo>
                <a:lnTo>
                  <a:pt x="120" y="33"/>
                </a:lnTo>
                <a:lnTo>
                  <a:pt x="105" y="38"/>
                </a:lnTo>
                <a:lnTo>
                  <a:pt x="95" y="42"/>
                </a:lnTo>
                <a:lnTo>
                  <a:pt x="101" y="50"/>
                </a:lnTo>
                <a:lnTo>
                  <a:pt x="95" y="65"/>
                </a:lnTo>
                <a:lnTo>
                  <a:pt x="86" y="74"/>
                </a:lnTo>
                <a:lnTo>
                  <a:pt x="74" y="86"/>
                </a:lnTo>
                <a:lnTo>
                  <a:pt x="57" y="86"/>
                </a:lnTo>
                <a:lnTo>
                  <a:pt x="44" y="73"/>
                </a:lnTo>
                <a:lnTo>
                  <a:pt x="34" y="63"/>
                </a:lnTo>
                <a:lnTo>
                  <a:pt x="29" y="50"/>
                </a:lnTo>
                <a:lnTo>
                  <a:pt x="14" y="40"/>
                </a:lnTo>
                <a:lnTo>
                  <a:pt x="4" y="27"/>
                </a:lnTo>
                <a:lnTo>
                  <a:pt x="0" y="16"/>
                </a:ln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2" name="Freeform 34">
            <a:extLst>
              <a:ext uri="{FF2B5EF4-FFF2-40B4-BE49-F238E27FC236}">
                <a16:creationId xmlns:a16="http://schemas.microsoft.com/office/drawing/2014/main" id="{F18B4DE0-601A-4217-B84F-C534BE887950}"/>
              </a:ext>
            </a:extLst>
          </p:cNvPr>
          <p:cNvSpPr>
            <a:spLocks/>
          </p:cNvSpPr>
          <p:nvPr/>
        </p:nvSpPr>
        <p:spPr bwMode="auto">
          <a:xfrm>
            <a:off x="7295966" y="5690755"/>
            <a:ext cx="41998" cy="40249"/>
          </a:xfrm>
          <a:custGeom>
            <a:avLst/>
            <a:gdLst>
              <a:gd name="T0" fmla="*/ 2147483646 w 47"/>
              <a:gd name="T1" fmla="*/ 2147483646 h 46"/>
              <a:gd name="T2" fmla="*/ 2147483646 w 47"/>
              <a:gd name="T3" fmla="*/ 2147483646 h 46"/>
              <a:gd name="T4" fmla="*/ 2147483646 w 47"/>
              <a:gd name="T5" fmla="*/ 2147483646 h 46"/>
              <a:gd name="T6" fmla="*/ 2147483646 w 47"/>
              <a:gd name="T7" fmla="*/ 2147483646 h 46"/>
              <a:gd name="T8" fmla="*/ 0 w 47"/>
              <a:gd name="T9" fmla="*/ 2147483646 h 46"/>
              <a:gd name="T10" fmla="*/ 2147483646 w 47"/>
              <a:gd name="T11" fmla="*/ 0 h 46"/>
              <a:gd name="T12" fmla="*/ 2147483646 w 47"/>
              <a:gd name="T13" fmla="*/ 2000429000 h 46"/>
              <a:gd name="T14" fmla="*/ 2147483646 w 47"/>
              <a:gd name="T15" fmla="*/ 2147483646 h 46"/>
              <a:gd name="T16" fmla="*/ 2147483646 w 47"/>
              <a:gd name="T17" fmla="*/ 2147483646 h 46"/>
              <a:gd name="T18" fmla="*/ 2147483646 w 47"/>
              <a:gd name="T19" fmla="*/ 2147483646 h 46"/>
              <a:gd name="T20" fmla="*/ 2147483646 w 47"/>
              <a:gd name="T21" fmla="*/ 2147483646 h 46"/>
              <a:gd name="T22" fmla="*/ 2147483646 w 47"/>
              <a:gd name="T23" fmla="*/ 2147483646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46"/>
              <a:gd name="T38" fmla="*/ 47 w 47"/>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46">
                <a:moveTo>
                  <a:pt x="38" y="46"/>
                </a:moveTo>
                <a:lnTo>
                  <a:pt x="30" y="32"/>
                </a:lnTo>
                <a:lnTo>
                  <a:pt x="17" y="21"/>
                </a:lnTo>
                <a:lnTo>
                  <a:pt x="7" y="13"/>
                </a:lnTo>
                <a:lnTo>
                  <a:pt x="0" y="6"/>
                </a:lnTo>
                <a:lnTo>
                  <a:pt x="7" y="0"/>
                </a:lnTo>
                <a:lnTo>
                  <a:pt x="21" y="4"/>
                </a:lnTo>
                <a:lnTo>
                  <a:pt x="34" y="12"/>
                </a:lnTo>
                <a:lnTo>
                  <a:pt x="43" y="23"/>
                </a:lnTo>
                <a:lnTo>
                  <a:pt x="47" y="32"/>
                </a:lnTo>
                <a:lnTo>
                  <a:pt x="38"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3" name="Freeform 35">
            <a:extLst>
              <a:ext uri="{FF2B5EF4-FFF2-40B4-BE49-F238E27FC236}">
                <a16:creationId xmlns:a16="http://schemas.microsoft.com/office/drawing/2014/main" id="{98019C4B-C1AD-4302-9DDC-61925F64448B}"/>
              </a:ext>
            </a:extLst>
          </p:cNvPr>
          <p:cNvSpPr>
            <a:spLocks/>
          </p:cNvSpPr>
          <p:nvPr/>
        </p:nvSpPr>
        <p:spPr bwMode="auto">
          <a:xfrm>
            <a:off x="7210219" y="5482515"/>
            <a:ext cx="127745" cy="232739"/>
          </a:xfrm>
          <a:custGeom>
            <a:avLst/>
            <a:gdLst>
              <a:gd name="T0" fmla="*/ 2147483646 w 146"/>
              <a:gd name="T1" fmla="*/ 2147483646 h 266"/>
              <a:gd name="T2" fmla="*/ 2147483646 w 146"/>
              <a:gd name="T3" fmla="*/ 2147483646 h 266"/>
              <a:gd name="T4" fmla="*/ 2147483646 w 146"/>
              <a:gd name="T5" fmla="*/ 2147483646 h 266"/>
              <a:gd name="T6" fmla="*/ 2147483646 w 146"/>
              <a:gd name="T7" fmla="*/ 2147483646 h 266"/>
              <a:gd name="T8" fmla="*/ 2147483646 w 146"/>
              <a:gd name="T9" fmla="*/ 2147483646 h 266"/>
              <a:gd name="T10" fmla="*/ 2147483646 w 146"/>
              <a:gd name="T11" fmla="*/ 2147483646 h 266"/>
              <a:gd name="T12" fmla="*/ 2147483646 w 146"/>
              <a:gd name="T13" fmla="*/ 2147483646 h 266"/>
              <a:gd name="T14" fmla="*/ 2147483646 w 146"/>
              <a:gd name="T15" fmla="*/ 2147483646 h 266"/>
              <a:gd name="T16" fmla="*/ 2147483646 w 146"/>
              <a:gd name="T17" fmla="*/ 2147483646 h 266"/>
              <a:gd name="T18" fmla="*/ 2147483646 w 146"/>
              <a:gd name="T19" fmla="*/ 2147483646 h 266"/>
              <a:gd name="T20" fmla="*/ 2147483646 w 146"/>
              <a:gd name="T21" fmla="*/ 2147483646 h 266"/>
              <a:gd name="T22" fmla="*/ 2147483646 w 146"/>
              <a:gd name="T23" fmla="*/ 2147483646 h 266"/>
              <a:gd name="T24" fmla="*/ 2147483646 w 146"/>
              <a:gd name="T25" fmla="*/ 2147483646 h 266"/>
              <a:gd name="T26" fmla="*/ 2000391187 w 146"/>
              <a:gd name="T27" fmla="*/ 2147483646 h 266"/>
              <a:gd name="T28" fmla="*/ 0 w 146"/>
              <a:gd name="T29" fmla="*/ 500248640 h 266"/>
              <a:gd name="T30" fmla="*/ 2147483646 w 146"/>
              <a:gd name="T31" fmla="*/ 0 h 266"/>
              <a:gd name="T32" fmla="*/ 2147483646 w 146"/>
              <a:gd name="T33" fmla="*/ 2147483646 h 266"/>
              <a:gd name="T34" fmla="*/ 2147483646 w 146"/>
              <a:gd name="T35" fmla="*/ 2147483646 h 266"/>
              <a:gd name="T36" fmla="*/ 2147483646 w 146"/>
              <a:gd name="T37" fmla="*/ 2147483646 h 266"/>
              <a:gd name="T38" fmla="*/ 2147483646 w 146"/>
              <a:gd name="T39" fmla="*/ 2147483646 h 266"/>
              <a:gd name="T40" fmla="*/ 2147483646 w 146"/>
              <a:gd name="T41" fmla="*/ 2147483646 h 266"/>
              <a:gd name="T42" fmla="*/ 2147483646 w 146"/>
              <a:gd name="T43" fmla="*/ 2147483646 h 266"/>
              <a:gd name="T44" fmla="*/ 2147483646 w 146"/>
              <a:gd name="T45" fmla="*/ 2147483646 h 266"/>
              <a:gd name="T46" fmla="*/ 2147483646 w 146"/>
              <a:gd name="T47" fmla="*/ 2147483646 h 266"/>
              <a:gd name="T48" fmla="*/ 2147483646 w 146"/>
              <a:gd name="T49" fmla="*/ 2147483646 h 266"/>
              <a:gd name="T50" fmla="*/ 2147483646 w 146"/>
              <a:gd name="T51" fmla="*/ 2147483646 h 266"/>
              <a:gd name="T52" fmla="*/ 2147483646 w 146"/>
              <a:gd name="T53" fmla="*/ 2147483646 h 266"/>
              <a:gd name="T54" fmla="*/ 2147483646 w 146"/>
              <a:gd name="T55" fmla="*/ 2147483646 h 266"/>
              <a:gd name="T56" fmla="*/ 2147483646 w 146"/>
              <a:gd name="T57" fmla="*/ 2147483646 h 266"/>
              <a:gd name="T58" fmla="*/ 2147483646 w 146"/>
              <a:gd name="T59" fmla="*/ 2147483646 h 266"/>
              <a:gd name="T60" fmla="*/ 2147483646 w 146"/>
              <a:gd name="T61" fmla="*/ 2147483646 h 266"/>
              <a:gd name="T62" fmla="*/ 2147483646 w 146"/>
              <a:gd name="T63" fmla="*/ 2147483646 h 266"/>
              <a:gd name="T64" fmla="*/ 2147483646 w 146"/>
              <a:gd name="T65" fmla="*/ 2147483646 h 266"/>
              <a:gd name="T66" fmla="*/ 2147483646 w 146"/>
              <a:gd name="T67" fmla="*/ 2147483646 h 266"/>
              <a:gd name="T68" fmla="*/ 2147483646 w 146"/>
              <a:gd name="T69" fmla="*/ 2147483646 h 266"/>
              <a:gd name="T70" fmla="*/ 2147483646 w 146"/>
              <a:gd name="T71" fmla="*/ 2147483646 h 2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6"/>
              <a:gd name="T109" fmla="*/ 0 h 266"/>
              <a:gd name="T110" fmla="*/ 146 w 146"/>
              <a:gd name="T111" fmla="*/ 266 h 26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6" h="266">
                <a:moveTo>
                  <a:pt x="125" y="254"/>
                </a:moveTo>
                <a:lnTo>
                  <a:pt x="121" y="224"/>
                </a:lnTo>
                <a:lnTo>
                  <a:pt x="121" y="188"/>
                </a:lnTo>
                <a:lnTo>
                  <a:pt x="118" y="157"/>
                </a:lnTo>
                <a:lnTo>
                  <a:pt x="112" y="135"/>
                </a:lnTo>
                <a:lnTo>
                  <a:pt x="104" y="121"/>
                </a:lnTo>
                <a:lnTo>
                  <a:pt x="89" y="106"/>
                </a:lnTo>
                <a:lnTo>
                  <a:pt x="70" y="96"/>
                </a:lnTo>
                <a:lnTo>
                  <a:pt x="47" y="81"/>
                </a:lnTo>
                <a:lnTo>
                  <a:pt x="32" y="72"/>
                </a:lnTo>
                <a:lnTo>
                  <a:pt x="23" y="66"/>
                </a:lnTo>
                <a:lnTo>
                  <a:pt x="23" y="24"/>
                </a:lnTo>
                <a:lnTo>
                  <a:pt x="11" y="17"/>
                </a:lnTo>
                <a:lnTo>
                  <a:pt x="4" y="11"/>
                </a:lnTo>
                <a:lnTo>
                  <a:pt x="0" y="1"/>
                </a:lnTo>
                <a:lnTo>
                  <a:pt x="26" y="0"/>
                </a:lnTo>
                <a:lnTo>
                  <a:pt x="51" y="20"/>
                </a:lnTo>
                <a:lnTo>
                  <a:pt x="62" y="24"/>
                </a:lnTo>
                <a:lnTo>
                  <a:pt x="68" y="20"/>
                </a:lnTo>
                <a:lnTo>
                  <a:pt x="74" y="17"/>
                </a:lnTo>
                <a:lnTo>
                  <a:pt x="72" y="9"/>
                </a:lnTo>
                <a:lnTo>
                  <a:pt x="97" y="9"/>
                </a:lnTo>
                <a:lnTo>
                  <a:pt x="110" y="17"/>
                </a:lnTo>
                <a:lnTo>
                  <a:pt x="112" y="32"/>
                </a:lnTo>
                <a:lnTo>
                  <a:pt x="121" y="62"/>
                </a:lnTo>
                <a:lnTo>
                  <a:pt x="131" y="95"/>
                </a:lnTo>
                <a:lnTo>
                  <a:pt x="139" y="119"/>
                </a:lnTo>
                <a:lnTo>
                  <a:pt x="139" y="135"/>
                </a:lnTo>
                <a:lnTo>
                  <a:pt x="140" y="154"/>
                </a:lnTo>
                <a:lnTo>
                  <a:pt x="144" y="174"/>
                </a:lnTo>
                <a:lnTo>
                  <a:pt x="146" y="201"/>
                </a:lnTo>
                <a:lnTo>
                  <a:pt x="144" y="224"/>
                </a:lnTo>
                <a:lnTo>
                  <a:pt x="137" y="237"/>
                </a:lnTo>
                <a:lnTo>
                  <a:pt x="137" y="266"/>
                </a:lnTo>
                <a:lnTo>
                  <a:pt x="125" y="2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4" name="Freeform 36">
            <a:extLst>
              <a:ext uri="{FF2B5EF4-FFF2-40B4-BE49-F238E27FC236}">
                <a16:creationId xmlns:a16="http://schemas.microsoft.com/office/drawing/2014/main" id="{BAA648E7-5754-4BFB-AD4A-CFEE0FA2F297}"/>
              </a:ext>
            </a:extLst>
          </p:cNvPr>
          <p:cNvSpPr>
            <a:spLocks/>
          </p:cNvSpPr>
          <p:nvPr/>
        </p:nvSpPr>
        <p:spPr bwMode="auto">
          <a:xfrm>
            <a:off x="7295966" y="5804501"/>
            <a:ext cx="47247" cy="66497"/>
          </a:xfrm>
          <a:custGeom>
            <a:avLst/>
            <a:gdLst>
              <a:gd name="T0" fmla="*/ 2147483646 w 53"/>
              <a:gd name="T1" fmla="*/ 0 h 76"/>
              <a:gd name="T2" fmla="*/ 2147483646 w 53"/>
              <a:gd name="T3" fmla="*/ 2147483646 h 76"/>
              <a:gd name="T4" fmla="*/ 2147483646 w 53"/>
              <a:gd name="T5" fmla="*/ 2147483646 h 76"/>
              <a:gd name="T6" fmla="*/ 2147483646 w 53"/>
              <a:gd name="T7" fmla="*/ 2147483646 h 76"/>
              <a:gd name="T8" fmla="*/ 0 w 53"/>
              <a:gd name="T9" fmla="*/ 2147483646 h 76"/>
              <a:gd name="T10" fmla="*/ 0 w 53"/>
              <a:gd name="T11" fmla="*/ 2147483646 h 76"/>
              <a:gd name="T12" fmla="*/ 2147483646 w 53"/>
              <a:gd name="T13" fmla="*/ 2147483646 h 76"/>
              <a:gd name="T14" fmla="*/ 2147483646 w 53"/>
              <a:gd name="T15" fmla="*/ 2147483646 h 76"/>
              <a:gd name="T16" fmla="*/ 2147483646 w 53"/>
              <a:gd name="T17" fmla="*/ 2147483646 h 76"/>
              <a:gd name="T18" fmla="*/ 2147483646 w 53"/>
              <a:gd name="T19" fmla="*/ 2147483646 h 76"/>
              <a:gd name="T20" fmla="*/ 2147483646 w 53"/>
              <a:gd name="T21" fmla="*/ 2147483646 h 76"/>
              <a:gd name="T22" fmla="*/ 2147483646 w 53"/>
              <a:gd name="T23" fmla="*/ 2147483646 h 76"/>
              <a:gd name="T24" fmla="*/ 2147483646 w 53"/>
              <a:gd name="T25" fmla="*/ 2147483646 h 76"/>
              <a:gd name="T26" fmla="*/ 2147483646 w 53"/>
              <a:gd name="T27" fmla="*/ 2147483646 h 76"/>
              <a:gd name="T28" fmla="*/ 2147483646 w 53"/>
              <a:gd name="T29" fmla="*/ 2147483646 h 76"/>
              <a:gd name="T30" fmla="*/ 2147483646 w 53"/>
              <a:gd name="T31" fmla="*/ 2147483646 h 76"/>
              <a:gd name="T32" fmla="*/ 2147483646 w 53"/>
              <a:gd name="T33" fmla="*/ 2147483646 h 76"/>
              <a:gd name="T34" fmla="*/ 2147483646 w 53"/>
              <a:gd name="T35" fmla="*/ 0 h 76"/>
              <a:gd name="T36" fmla="*/ 2147483646 w 53"/>
              <a:gd name="T37" fmla="*/ 0 h 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3"/>
              <a:gd name="T58" fmla="*/ 0 h 76"/>
              <a:gd name="T59" fmla="*/ 53 w 53"/>
              <a:gd name="T60" fmla="*/ 76 h 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3" h="76">
                <a:moveTo>
                  <a:pt x="19" y="0"/>
                </a:moveTo>
                <a:lnTo>
                  <a:pt x="19" y="17"/>
                </a:lnTo>
                <a:lnTo>
                  <a:pt x="15" y="29"/>
                </a:lnTo>
                <a:lnTo>
                  <a:pt x="7" y="37"/>
                </a:lnTo>
                <a:lnTo>
                  <a:pt x="0" y="44"/>
                </a:lnTo>
                <a:lnTo>
                  <a:pt x="0" y="52"/>
                </a:lnTo>
                <a:lnTo>
                  <a:pt x="9" y="61"/>
                </a:lnTo>
                <a:lnTo>
                  <a:pt x="22" y="71"/>
                </a:lnTo>
                <a:lnTo>
                  <a:pt x="32" y="76"/>
                </a:lnTo>
                <a:lnTo>
                  <a:pt x="40" y="73"/>
                </a:lnTo>
                <a:lnTo>
                  <a:pt x="53" y="71"/>
                </a:lnTo>
                <a:lnTo>
                  <a:pt x="43" y="37"/>
                </a:lnTo>
                <a:lnTo>
                  <a:pt x="36" y="50"/>
                </a:lnTo>
                <a:lnTo>
                  <a:pt x="28" y="54"/>
                </a:lnTo>
                <a:lnTo>
                  <a:pt x="17" y="46"/>
                </a:lnTo>
                <a:lnTo>
                  <a:pt x="30" y="33"/>
                </a:lnTo>
                <a:lnTo>
                  <a:pt x="38" y="12"/>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5" name="Freeform 37">
            <a:extLst>
              <a:ext uri="{FF2B5EF4-FFF2-40B4-BE49-F238E27FC236}">
                <a16:creationId xmlns:a16="http://schemas.microsoft.com/office/drawing/2014/main" id="{6E85BFD7-8FAB-4A82-94CA-5D6B70B5D734}"/>
              </a:ext>
            </a:extLst>
          </p:cNvPr>
          <p:cNvSpPr>
            <a:spLocks/>
          </p:cNvSpPr>
          <p:nvPr/>
        </p:nvSpPr>
        <p:spPr bwMode="auto">
          <a:xfrm>
            <a:off x="7392211" y="5776502"/>
            <a:ext cx="153993" cy="97996"/>
          </a:xfrm>
          <a:custGeom>
            <a:avLst/>
            <a:gdLst>
              <a:gd name="T0" fmla="*/ 0 w 175"/>
              <a:gd name="T1" fmla="*/ 2147483646 h 110"/>
              <a:gd name="T2" fmla="*/ 2147483646 w 175"/>
              <a:gd name="T3" fmla="*/ 2147483646 h 110"/>
              <a:gd name="T4" fmla="*/ 2147483646 w 175"/>
              <a:gd name="T5" fmla="*/ 2147483646 h 110"/>
              <a:gd name="T6" fmla="*/ 2147483646 w 175"/>
              <a:gd name="T7" fmla="*/ 2147483646 h 110"/>
              <a:gd name="T8" fmla="*/ 2147483646 w 175"/>
              <a:gd name="T9" fmla="*/ 2147483646 h 110"/>
              <a:gd name="T10" fmla="*/ 2147483646 w 175"/>
              <a:gd name="T11" fmla="*/ 2147483646 h 110"/>
              <a:gd name="T12" fmla="*/ 2147483646 w 175"/>
              <a:gd name="T13" fmla="*/ 2147483646 h 110"/>
              <a:gd name="T14" fmla="*/ 2147483646 w 175"/>
              <a:gd name="T15" fmla="*/ 2147483646 h 110"/>
              <a:gd name="T16" fmla="*/ 2147483646 w 175"/>
              <a:gd name="T17" fmla="*/ 2147483646 h 110"/>
              <a:gd name="T18" fmla="*/ 2147483646 w 175"/>
              <a:gd name="T19" fmla="*/ 2147483646 h 110"/>
              <a:gd name="T20" fmla="*/ 2147483646 w 175"/>
              <a:gd name="T21" fmla="*/ 0 h 110"/>
              <a:gd name="T22" fmla="*/ 2147483646 w 175"/>
              <a:gd name="T23" fmla="*/ 0 h 110"/>
              <a:gd name="T24" fmla="*/ 2147483646 w 175"/>
              <a:gd name="T25" fmla="*/ 2147483646 h 110"/>
              <a:gd name="T26" fmla="*/ 2147483646 w 175"/>
              <a:gd name="T27" fmla="*/ 2147483646 h 110"/>
              <a:gd name="T28" fmla="*/ 2147483646 w 175"/>
              <a:gd name="T29" fmla="*/ 2147483646 h 110"/>
              <a:gd name="T30" fmla="*/ 2147483646 w 175"/>
              <a:gd name="T31" fmla="*/ 2147483646 h 110"/>
              <a:gd name="T32" fmla="*/ 2147483646 w 175"/>
              <a:gd name="T33" fmla="*/ 2147483646 h 110"/>
              <a:gd name="T34" fmla="*/ 2147483646 w 175"/>
              <a:gd name="T35" fmla="*/ 2147483646 h 110"/>
              <a:gd name="T36" fmla="*/ 2147483646 w 175"/>
              <a:gd name="T37" fmla="*/ 2147483646 h 110"/>
              <a:gd name="T38" fmla="*/ 2147483646 w 175"/>
              <a:gd name="T39" fmla="*/ 2147483646 h 110"/>
              <a:gd name="T40" fmla="*/ 2147483646 w 175"/>
              <a:gd name="T41" fmla="*/ 2147483646 h 110"/>
              <a:gd name="T42" fmla="*/ 2147483646 w 175"/>
              <a:gd name="T43" fmla="*/ 2147483646 h 110"/>
              <a:gd name="T44" fmla="*/ 2147483646 w 175"/>
              <a:gd name="T45" fmla="*/ 2147483646 h 110"/>
              <a:gd name="T46" fmla="*/ 2147483646 w 175"/>
              <a:gd name="T47" fmla="*/ 2147483646 h 110"/>
              <a:gd name="T48" fmla="*/ 2147483646 w 175"/>
              <a:gd name="T49" fmla="*/ 2147483646 h 110"/>
              <a:gd name="T50" fmla="*/ 2147483646 w 175"/>
              <a:gd name="T51" fmla="*/ 2147483646 h 110"/>
              <a:gd name="T52" fmla="*/ 2147483646 w 175"/>
              <a:gd name="T53" fmla="*/ 2147483646 h 110"/>
              <a:gd name="T54" fmla="*/ 2147483646 w 175"/>
              <a:gd name="T55" fmla="*/ 2147483646 h 110"/>
              <a:gd name="T56" fmla="*/ 2147483646 w 175"/>
              <a:gd name="T57" fmla="*/ 2147483646 h 110"/>
              <a:gd name="T58" fmla="*/ 0 w 175"/>
              <a:gd name="T59" fmla="*/ 2147483646 h 110"/>
              <a:gd name="T60" fmla="*/ 0 w 175"/>
              <a:gd name="T61" fmla="*/ 2147483646 h 11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10"/>
              <a:gd name="T95" fmla="*/ 175 w 175"/>
              <a:gd name="T96" fmla="*/ 110 h 11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10">
                <a:moveTo>
                  <a:pt x="0" y="95"/>
                </a:moveTo>
                <a:lnTo>
                  <a:pt x="7" y="91"/>
                </a:lnTo>
                <a:lnTo>
                  <a:pt x="15" y="93"/>
                </a:lnTo>
                <a:lnTo>
                  <a:pt x="36" y="72"/>
                </a:lnTo>
                <a:lnTo>
                  <a:pt x="59" y="57"/>
                </a:lnTo>
                <a:lnTo>
                  <a:pt x="76" y="42"/>
                </a:lnTo>
                <a:lnTo>
                  <a:pt x="95" y="25"/>
                </a:lnTo>
                <a:lnTo>
                  <a:pt x="114" y="11"/>
                </a:lnTo>
                <a:lnTo>
                  <a:pt x="131" y="8"/>
                </a:lnTo>
                <a:lnTo>
                  <a:pt x="142" y="6"/>
                </a:lnTo>
                <a:lnTo>
                  <a:pt x="154" y="0"/>
                </a:lnTo>
                <a:lnTo>
                  <a:pt x="165" y="0"/>
                </a:lnTo>
                <a:lnTo>
                  <a:pt x="175" y="9"/>
                </a:lnTo>
                <a:lnTo>
                  <a:pt x="175" y="21"/>
                </a:lnTo>
                <a:lnTo>
                  <a:pt x="167" y="28"/>
                </a:lnTo>
                <a:lnTo>
                  <a:pt x="158" y="38"/>
                </a:lnTo>
                <a:lnTo>
                  <a:pt x="154" y="47"/>
                </a:lnTo>
                <a:lnTo>
                  <a:pt x="152" y="65"/>
                </a:lnTo>
                <a:lnTo>
                  <a:pt x="144" y="74"/>
                </a:lnTo>
                <a:lnTo>
                  <a:pt x="133" y="72"/>
                </a:lnTo>
                <a:lnTo>
                  <a:pt x="125" y="67"/>
                </a:lnTo>
                <a:lnTo>
                  <a:pt x="123" y="42"/>
                </a:lnTo>
                <a:lnTo>
                  <a:pt x="116" y="42"/>
                </a:lnTo>
                <a:lnTo>
                  <a:pt x="99" y="55"/>
                </a:lnTo>
                <a:lnTo>
                  <a:pt x="76" y="72"/>
                </a:lnTo>
                <a:lnTo>
                  <a:pt x="53" y="86"/>
                </a:lnTo>
                <a:lnTo>
                  <a:pt x="28" y="103"/>
                </a:lnTo>
                <a:lnTo>
                  <a:pt x="15" y="110"/>
                </a:lnTo>
                <a:lnTo>
                  <a:pt x="6" y="103"/>
                </a:lnTo>
                <a:lnTo>
                  <a:pt x="0"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6" name="Freeform 38">
            <a:extLst>
              <a:ext uri="{FF2B5EF4-FFF2-40B4-BE49-F238E27FC236}">
                <a16:creationId xmlns:a16="http://schemas.microsoft.com/office/drawing/2014/main" id="{7CDE5663-D400-4732-B16C-D52071A02409}"/>
              </a:ext>
            </a:extLst>
          </p:cNvPr>
          <p:cNvSpPr>
            <a:spLocks/>
          </p:cNvSpPr>
          <p:nvPr/>
        </p:nvSpPr>
        <p:spPr bwMode="auto">
          <a:xfrm>
            <a:off x="7432460" y="5856998"/>
            <a:ext cx="99745" cy="54247"/>
          </a:xfrm>
          <a:custGeom>
            <a:avLst/>
            <a:gdLst>
              <a:gd name="T0" fmla="*/ 2147483646 w 114"/>
              <a:gd name="T1" fmla="*/ 2147483646 h 61"/>
              <a:gd name="T2" fmla="*/ 2147483646 w 114"/>
              <a:gd name="T3" fmla="*/ 2147483646 h 61"/>
              <a:gd name="T4" fmla="*/ 2147483646 w 114"/>
              <a:gd name="T5" fmla="*/ 2147483646 h 61"/>
              <a:gd name="T6" fmla="*/ 2147483646 w 114"/>
              <a:gd name="T7" fmla="*/ 2147483646 h 61"/>
              <a:gd name="T8" fmla="*/ 2147483646 w 114"/>
              <a:gd name="T9" fmla="*/ 2147483646 h 61"/>
              <a:gd name="T10" fmla="*/ 2147483646 w 114"/>
              <a:gd name="T11" fmla="*/ 2147483646 h 61"/>
              <a:gd name="T12" fmla="*/ 2147483646 w 114"/>
              <a:gd name="T13" fmla="*/ 2147483646 h 61"/>
              <a:gd name="T14" fmla="*/ 2147483646 w 114"/>
              <a:gd name="T15" fmla="*/ 2147483646 h 61"/>
              <a:gd name="T16" fmla="*/ 2147483646 w 114"/>
              <a:gd name="T17" fmla="*/ 2147483646 h 61"/>
              <a:gd name="T18" fmla="*/ 2147483646 w 114"/>
              <a:gd name="T19" fmla="*/ 2147483646 h 61"/>
              <a:gd name="T20" fmla="*/ 2147483646 w 114"/>
              <a:gd name="T21" fmla="*/ 2147483646 h 61"/>
              <a:gd name="T22" fmla="*/ 2147483646 w 114"/>
              <a:gd name="T23" fmla="*/ 1050475318 h 61"/>
              <a:gd name="T24" fmla="*/ 2147483646 w 114"/>
              <a:gd name="T25" fmla="*/ 0 h 61"/>
              <a:gd name="T26" fmla="*/ 2147483646 w 114"/>
              <a:gd name="T27" fmla="*/ 2147483646 h 61"/>
              <a:gd name="T28" fmla="*/ 2147483646 w 114"/>
              <a:gd name="T29" fmla="*/ 2147483646 h 61"/>
              <a:gd name="T30" fmla="*/ 2147483646 w 114"/>
              <a:gd name="T31" fmla="*/ 2147483646 h 61"/>
              <a:gd name="T32" fmla="*/ 2147483646 w 114"/>
              <a:gd name="T33" fmla="*/ 2147483646 h 61"/>
              <a:gd name="T34" fmla="*/ 2147483646 w 114"/>
              <a:gd name="T35" fmla="*/ 2147483646 h 61"/>
              <a:gd name="T36" fmla="*/ 0 w 114"/>
              <a:gd name="T37" fmla="*/ 2147483646 h 61"/>
              <a:gd name="T38" fmla="*/ 0 w 114"/>
              <a:gd name="T39" fmla="*/ 2147483646 h 61"/>
              <a:gd name="T40" fmla="*/ 2147483646 w 114"/>
              <a:gd name="T41" fmla="*/ 2147483646 h 61"/>
              <a:gd name="T42" fmla="*/ 2147483646 w 114"/>
              <a:gd name="T43" fmla="*/ 2147483646 h 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
              <a:gd name="T67" fmla="*/ 0 h 61"/>
              <a:gd name="T68" fmla="*/ 114 w 114"/>
              <a:gd name="T69" fmla="*/ 61 h 6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 h="61">
                <a:moveTo>
                  <a:pt x="6" y="33"/>
                </a:moveTo>
                <a:lnTo>
                  <a:pt x="27" y="40"/>
                </a:lnTo>
                <a:lnTo>
                  <a:pt x="46" y="50"/>
                </a:lnTo>
                <a:lnTo>
                  <a:pt x="57" y="55"/>
                </a:lnTo>
                <a:lnTo>
                  <a:pt x="69" y="59"/>
                </a:lnTo>
                <a:lnTo>
                  <a:pt x="80" y="61"/>
                </a:lnTo>
                <a:lnTo>
                  <a:pt x="90" y="52"/>
                </a:lnTo>
                <a:lnTo>
                  <a:pt x="101" y="50"/>
                </a:lnTo>
                <a:lnTo>
                  <a:pt x="109" y="36"/>
                </a:lnTo>
                <a:lnTo>
                  <a:pt x="114" y="21"/>
                </a:lnTo>
                <a:lnTo>
                  <a:pt x="114" y="10"/>
                </a:lnTo>
                <a:lnTo>
                  <a:pt x="103" y="2"/>
                </a:lnTo>
                <a:lnTo>
                  <a:pt x="94" y="0"/>
                </a:lnTo>
                <a:lnTo>
                  <a:pt x="82" y="10"/>
                </a:lnTo>
                <a:lnTo>
                  <a:pt x="69" y="12"/>
                </a:lnTo>
                <a:lnTo>
                  <a:pt x="46" y="12"/>
                </a:lnTo>
                <a:lnTo>
                  <a:pt x="29" y="10"/>
                </a:lnTo>
                <a:lnTo>
                  <a:pt x="8" y="8"/>
                </a:lnTo>
                <a:lnTo>
                  <a:pt x="0" y="10"/>
                </a:lnTo>
                <a:lnTo>
                  <a:pt x="0" y="19"/>
                </a:lnTo>
                <a:lnTo>
                  <a:pt x="6"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7" name="Freeform 39">
            <a:extLst>
              <a:ext uri="{FF2B5EF4-FFF2-40B4-BE49-F238E27FC236}">
                <a16:creationId xmlns:a16="http://schemas.microsoft.com/office/drawing/2014/main" id="{BC2E7FCA-2624-4F32-A03E-B4F9CF063AD2}"/>
              </a:ext>
            </a:extLst>
          </p:cNvPr>
          <p:cNvSpPr>
            <a:spLocks/>
          </p:cNvSpPr>
          <p:nvPr/>
        </p:nvSpPr>
        <p:spPr bwMode="auto">
          <a:xfrm>
            <a:off x="7269716" y="5662756"/>
            <a:ext cx="57748" cy="153993"/>
          </a:xfrm>
          <a:custGeom>
            <a:avLst/>
            <a:gdLst>
              <a:gd name="T0" fmla="*/ 2147483646 w 67"/>
              <a:gd name="T1" fmla="*/ 1966621620 h 177"/>
              <a:gd name="T2" fmla="*/ 2147483646 w 67"/>
              <a:gd name="T3" fmla="*/ 0 h 177"/>
              <a:gd name="T4" fmla="*/ 2147483646 w 67"/>
              <a:gd name="T5" fmla="*/ 0 h 177"/>
              <a:gd name="T6" fmla="*/ 2147483646 w 67"/>
              <a:gd name="T7" fmla="*/ 983622175 h 177"/>
              <a:gd name="T8" fmla="*/ 2147483646 w 67"/>
              <a:gd name="T9" fmla="*/ 2147483646 h 177"/>
              <a:gd name="T10" fmla="*/ 956204542 w 67"/>
              <a:gd name="T11" fmla="*/ 2147483646 h 177"/>
              <a:gd name="T12" fmla="*/ 0 w 67"/>
              <a:gd name="T13" fmla="*/ 2147483646 h 177"/>
              <a:gd name="T14" fmla="*/ 0 w 67"/>
              <a:gd name="T15" fmla="*/ 2147483646 h 177"/>
              <a:gd name="T16" fmla="*/ 956204542 w 67"/>
              <a:gd name="T17" fmla="*/ 2147483646 h 177"/>
              <a:gd name="T18" fmla="*/ 2147483646 w 67"/>
              <a:gd name="T19" fmla="*/ 2147483646 h 177"/>
              <a:gd name="T20" fmla="*/ 2147483646 w 67"/>
              <a:gd name="T21" fmla="*/ 2147483646 h 177"/>
              <a:gd name="T22" fmla="*/ 2147483646 w 67"/>
              <a:gd name="T23" fmla="*/ 2147483646 h 177"/>
              <a:gd name="T24" fmla="*/ 2147483646 w 67"/>
              <a:gd name="T25" fmla="*/ 2147483646 h 177"/>
              <a:gd name="T26" fmla="*/ 2147483646 w 67"/>
              <a:gd name="T27" fmla="*/ 2147483646 h 177"/>
              <a:gd name="T28" fmla="*/ 2147483646 w 67"/>
              <a:gd name="T29" fmla="*/ 2147483646 h 177"/>
              <a:gd name="T30" fmla="*/ 2147483646 w 67"/>
              <a:gd name="T31" fmla="*/ 2147483646 h 177"/>
              <a:gd name="T32" fmla="*/ 2147483646 w 67"/>
              <a:gd name="T33" fmla="*/ 2147483646 h 177"/>
              <a:gd name="T34" fmla="*/ 2147483646 w 67"/>
              <a:gd name="T35" fmla="*/ 2147483646 h 177"/>
              <a:gd name="T36" fmla="*/ 2147483646 w 67"/>
              <a:gd name="T37" fmla="*/ 2147483646 h 177"/>
              <a:gd name="T38" fmla="*/ 2147483646 w 67"/>
              <a:gd name="T39" fmla="*/ 2147483646 h 177"/>
              <a:gd name="T40" fmla="*/ 2147483646 w 67"/>
              <a:gd name="T41" fmla="*/ 2147483646 h 177"/>
              <a:gd name="T42" fmla="*/ 2147483646 w 67"/>
              <a:gd name="T43" fmla="*/ 2147483646 h 177"/>
              <a:gd name="T44" fmla="*/ 2147483646 w 67"/>
              <a:gd name="T45" fmla="*/ 2147483646 h 177"/>
              <a:gd name="T46" fmla="*/ 2147483646 w 67"/>
              <a:gd name="T47" fmla="*/ 2147483646 h 177"/>
              <a:gd name="T48" fmla="*/ 2147483646 w 67"/>
              <a:gd name="T49" fmla="*/ 2147483646 h 177"/>
              <a:gd name="T50" fmla="*/ 2147483646 w 67"/>
              <a:gd name="T51" fmla="*/ 2147483646 h 177"/>
              <a:gd name="T52" fmla="*/ 2147483646 w 67"/>
              <a:gd name="T53" fmla="*/ 2147483646 h 177"/>
              <a:gd name="T54" fmla="*/ 2147483646 w 67"/>
              <a:gd name="T55" fmla="*/ 2147483646 h 177"/>
              <a:gd name="T56" fmla="*/ 2147483646 w 67"/>
              <a:gd name="T57" fmla="*/ 2147483646 h 177"/>
              <a:gd name="T58" fmla="*/ 2147483646 w 67"/>
              <a:gd name="T59" fmla="*/ 1966621620 h 177"/>
              <a:gd name="T60" fmla="*/ 2147483646 w 67"/>
              <a:gd name="T61" fmla="*/ 1966621620 h 17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7"/>
              <a:gd name="T94" fmla="*/ 0 h 177"/>
              <a:gd name="T95" fmla="*/ 67 w 67"/>
              <a:gd name="T96" fmla="*/ 177 h 177"/>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7" h="177">
                <a:moveTo>
                  <a:pt x="61" y="4"/>
                </a:moveTo>
                <a:lnTo>
                  <a:pt x="46" y="0"/>
                </a:lnTo>
                <a:lnTo>
                  <a:pt x="31" y="0"/>
                </a:lnTo>
                <a:lnTo>
                  <a:pt x="17" y="2"/>
                </a:lnTo>
                <a:lnTo>
                  <a:pt x="6" y="6"/>
                </a:lnTo>
                <a:lnTo>
                  <a:pt x="2" y="13"/>
                </a:lnTo>
                <a:lnTo>
                  <a:pt x="0" y="26"/>
                </a:lnTo>
                <a:lnTo>
                  <a:pt x="0" y="49"/>
                </a:lnTo>
                <a:lnTo>
                  <a:pt x="2" y="66"/>
                </a:lnTo>
                <a:lnTo>
                  <a:pt x="8" y="83"/>
                </a:lnTo>
                <a:lnTo>
                  <a:pt x="17" y="101"/>
                </a:lnTo>
                <a:lnTo>
                  <a:pt x="25" y="120"/>
                </a:lnTo>
                <a:lnTo>
                  <a:pt x="38" y="135"/>
                </a:lnTo>
                <a:lnTo>
                  <a:pt x="50" y="148"/>
                </a:lnTo>
                <a:lnTo>
                  <a:pt x="57" y="159"/>
                </a:lnTo>
                <a:lnTo>
                  <a:pt x="61" y="177"/>
                </a:lnTo>
                <a:lnTo>
                  <a:pt x="67" y="167"/>
                </a:lnTo>
                <a:lnTo>
                  <a:pt x="67" y="150"/>
                </a:lnTo>
                <a:lnTo>
                  <a:pt x="61" y="133"/>
                </a:lnTo>
                <a:lnTo>
                  <a:pt x="53" y="112"/>
                </a:lnTo>
                <a:lnTo>
                  <a:pt x="38" y="89"/>
                </a:lnTo>
                <a:lnTo>
                  <a:pt x="31" y="70"/>
                </a:lnTo>
                <a:lnTo>
                  <a:pt x="27" y="59"/>
                </a:lnTo>
                <a:lnTo>
                  <a:pt x="25" y="47"/>
                </a:lnTo>
                <a:lnTo>
                  <a:pt x="23" y="32"/>
                </a:lnTo>
                <a:lnTo>
                  <a:pt x="25" y="21"/>
                </a:lnTo>
                <a:lnTo>
                  <a:pt x="34" y="17"/>
                </a:lnTo>
                <a:lnTo>
                  <a:pt x="46" y="17"/>
                </a:lnTo>
                <a:lnTo>
                  <a:pt x="61" y="26"/>
                </a:lnTo>
                <a:lnTo>
                  <a:pt x="6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8" name="Freeform 40">
            <a:extLst>
              <a:ext uri="{FF2B5EF4-FFF2-40B4-BE49-F238E27FC236}">
                <a16:creationId xmlns:a16="http://schemas.microsoft.com/office/drawing/2014/main" id="{4FDC4520-E35B-4105-8464-88941B797F61}"/>
              </a:ext>
            </a:extLst>
          </p:cNvPr>
          <p:cNvSpPr>
            <a:spLocks/>
          </p:cNvSpPr>
          <p:nvPr/>
        </p:nvSpPr>
        <p:spPr bwMode="auto">
          <a:xfrm>
            <a:off x="7323965" y="5330271"/>
            <a:ext cx="467229" cy="773467"/>
          </a:xfrm>
          <a:custGeom>
            <a:avLst/>
            <a:gdLst>
              <a:gd name="T0" fmla="*/ 2147483646 w 534"/>
              <a:gd name="T1" fmla="*/ 2147483646 h 884"/>
              <a:gd name="T2" fmla="*/ 2147483646 w 534"/>
              <a:gd name="T3" fmla="*/ 2147483646 h 884"/>
              <a:gd name="T4" fmla="*/ 2147483646 w 534"/>
              <a:gd name="T5" fmla="*/ 2147483646 h 884"/>
              <a:gd name="T6" fmla="*/ 2147483646 w 534"/>
              <a:gd name="T7" fmla="*/ 2147483646 h 884"/>
              <a:gd name="T8" fmla="*/ 2147483646 w 534"/>
              <a:gd name="T9" fmla="*/ 2147483646 h 884"/>
              <a:gd name="T10" fmla="*/ 2147483646 w 534"/>
              <a:gd name="T11" fmla="*/ 2147483646 h 884"/>
              <a:gd name="T12" fmla="*/ 2147483646 w 534"/>
              <a:gd name="T13" fmla="*/ 2147483646 h 884"/>
              <a:gd name="T14" fmla="*/ 2147483646 w 534"/>
              <a:gd name="T15" fmla="*/ 2147483646 h 884"/>
              <a:gd name="T16" fmla="*/ 2147483646 w 534"/>
              <a:gd name="T17" fmla="*/ 2147483646 h 884"/>
              <a:gd name="T18" fmla="*/ 2147483646 w 534"/>
              <a:gd name="T19" fmla="*/ 2147483646 h 884"/>
              <a:gd name="T20" fmla="*/ 2147483646 w 534"/>
              <a:gd name="T21" fmla="*/ 2147483646 h 884"/>
              <a:gd name="T22" fmla="*/ 2147483646 w 534"/>
              <a:gd name="T23" fmla="*/ 2147483646 h 884"/>
              <a:gd name="T24" fmla="*/ 2147483646 w 534"/>
              <a:gd name="T25" fmla="*/ 2147483646 h 884"/>
              <a:gd name="T26" fmla="*/ 2147483646 w 534"/>
              <a:gd name="T27" fmla="*/ 2147483646 h 884"/>
              <a:gd name="T28" fmla="*/ 2147483646 w 534"/>
              <a:gd name="T29" fmla="*/ 2147483646 h 884"/>
              <a:gd name="T30" fmla="*/ 2147483646 w 534"/>
              <a:gd name="T31" fmla="*/ 2147483646 h 884"/>
              <a:gd name="T32" fmla="*/ 2147483646 w 534"/>
              <a:gd name="T33" fmla="*/ 2147483646 h 884"/>
              <a:gd name="T34" fmla="*/ 2147483646 w 534"/>
              <a:gd name="T35" fmla="*/ 2147483646 h 884"/>
              <a:gd name="T36" fmla="*/ 2147483646 w 534"/>
              <a:gd name="T37" fmla="*/ 2147483646 h 884"/>
              <a:gd name="T38" fmla="*/ 2147483646 w 534"/>
              <a:gd name="T39" fmla="*/ 2147483646 h 884"/>
              <a:gd name="T40" fmla="*/ 2147483646 w 534"/>
              <a:gd name="T41" fmla="*/ 2147483646 h 884"/>
              <a:gd name="T42" fmla="*/ 2147483646 w 534"/>
              <a:gd name="T43" fmla="*/ 2147483646 h 884"/>
              <a:gd name="T44" fmla="*/ 2147483646 w 534"/>
              <a:gd name="T45" fmla="*/ 2147483646 h 884"/>
              <a:gd name="T46" fmla="*/ 2147483646 w 534"/>
              <a:gd name="T47" fmla="*/ 2147483646 h 884"/>
              <a:gd name="T48" fmla="*/ 2147483646 w 534"/>
              <a:gd name="T49" fmla="*/ 2147483646 h 884"/>
              <a:gd name="T50" fmla="*/ 2147483646 w 534"/>
              <a:gd name="T51" fmla="*/ 2147483646 h 884"/>
              <a:gd name="T52" fmla="*/ 2147483646 w 534"/>
              <a:gd name="T53" fmla="*/ 2147483646 h 884"/>
              <a:gd name="T54" fmla="*/ 2147483646 w 534"/>
              <a:gd name="T55" fmla="*/ 2147483646 h 884"/>
              <a:gd name="T56" fmla="*/ 2147483646 w 534"/>
              <a:gd name="T57" fmla="*/ 2147483646 h 884"/>
              <a:gd name="T58" fmla="*/ 2147483646 w 534"/>
              <a:gd name="T59" fmla="*/ 2147483646 h 884"/>
              <a:gd name="T60" fmla="*/ 2147483646 w 534"/>
              <a:gd name="T61" fmla="*/ 2147483646 h 884"/>
              <a:gd name="T62" fmla="*/ 2147483646 w 534"/>
              <a:gd name="T63" fmla="*/ 2147483646 h 884"/>
              <a:gd name="T64" fmla="*/ 2147483646 w 534"/>
              <a:gd name="T65" fmla="*/ 2147483646 h 884"/>
              <a:gd name="T66" fmla="*/ 2147483646 w 534"/>
              <a:gd name="T67" fmla="*/ 2147483646 h 884"/>
              <a:gd name="T68" fmla="*/ 2147483646 w 534"/>
              <a:gd name="T69" fmla="*/ 2147483646 h 884"/>
              <a:gd name="T70" fmla="*/ 2147483646 w 534"/>
              <a:gd name="T71" fmla="*/ 2147483646 h 884"/>
              <a:gd name="T72" fmla="*/ 2147483646 w 534"/>
              <a:gd name="T73" fmla="*/ 2147483646 h 884"/>
              <a:gd name="T74" fmla="*/ 2147483646 w 534"/>
              <a:gd name="T75" fmla="*/ 2147483646 h 884"/>
              <a:gd name="T76" fmla="*/ 2147483646 w 534"/>
              <a:gd name="T77" fmla="*/ 2147483646 h 884"/>
              <a:gd name="T78" fmla="*/ 2147483646 w 534"/>
              <a:gd name="T79" fmla="*/ 2147483646 h 884"/>
              <a:gd name="T80" fmla="*/ 2147483646 w 534"/>
              <a:gd name="T81" fmla="*/ 2147483646 h 884"/>
              <a:gd name="T82" fmla="*/ 2147483646 w 534"/>
              <a:gd name="T83" fmla="*/ 2147483646 h 884"/>
              <a:gd name="T84" fmla="*/ 2147483646 w 534"/>
              <a:gd name="T85" fmla="*/ 2147483646 h 884"/>
              <a:gd name="T86" fmla="*/ 2147483646 w 534"/>
              <a:gd name="T87" fmla="*/ 2147483646 h 884"/>
              <a:gd name="T88" fmla="*/ 2147483646 w 534"/>
              <a:gd name="T89" fmla="*/ 2147483646 h 884"/>
              <a:gd name="T90" fmla="*/ 2147483646 w 534"/>
              <a:gd name="T91" fmla="*/ 2147483646 h 884"/>
              <a:gd name="T92" fmla="*/ 2147483646 w 534"/>
              <a:gd name="T93" fmla="*/ 2147483646 h 884"/>
              <a:gd name="T94" fmla="*/ 2147483646 w 534"/>
              <a:gd name="T95" fmla="*/ 2147483646 h 884"/>
              <a:gd name="T96" fmla="*/ 2147483646 w 534"/>
              <a:gd name="T97" fmla="*/ 2147483646 h 884"/>
              <a:gd name="T98" fmla="*/ 2000369084 w 534"/>
              <a:gd name="T99" fmla="*/ 2147483646 h 884"/>
              <a:gd name="T100" fmla="*/ 2147483646 w 534"/>
              <a:gd name="T101" fmla="*/ 2147483646 h 88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4"/>
              <a:gd name="T154" fmla="*/ 0 h 884"/>
              <a:gd name="T155" fmla="*/ 534 w 534"/>
              <a:gd name="T156" fmla="*/ 884 h 88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4" h="884">
                <a:moveTo>
                  <a:pt x="13" y="524"/>
                </a:moveTo>
                <a:lnTo>
                  <a:pt x="19" y="541"/>
                </a:lnTo>
                <a:lnTo>
                  <a:pt x="23" y="557"/>
                </a:lnTo>
                <a:lnTo>
                  <a:pt x="25" y="578"/>
                </a:lnTo>
                <a:lnTo>
                  <a:pt x="30" y="598"/>
                </a:lnTo>
                <a:lnTo>
                  <a:pt x="38" y="627"/>
                </a:lnTo>
                <a:lnTo>
                  <a:pt x="44" y="650"/>
                </a:lnTo>
                <a:lnTo>
                  <a:pt x="51" y="674"/>
                </a:lnTo>
                <a:lnTo>
                  <a:pt x="67" y="699"/>
                </a:lnTo>
                <a:lnTo>
                  <a:pt x="82" y="726"/>
                </a:lnTo>
                <a:lnTo>
                  <a:pt x="101" y="749"/>
                </a:lnTo>
                <a:lnTo>
                  <a:pt x="124" y="771"/>
                </a:lnTo>
                <a:lnTo>
                  <a:pt x="144" y="787"/>
                </a:lnTo>
                <a:lnTo>
                  <a:pt x="163" y="802"/>
                </a:lnTo>
                <a:lnTo>
                  <a:pt x="181" y="813"/>
                </a:lnTo>
                <a:lnTo>
                  <a:pt x="190" y="815"/>
                </a:lnTo>
                <a:lnTo>
                  <a:pt x="198" y="811"/>
                </a:lnTo>
                <a:lnTo>
                  <a:pt x="203" y="804"/>
                </a:lnTo>
                <a:lnTo>
                  <a:pt x="211" y="788"/>
                </a:lnTo>
                <a:lnTo>
                  <a:pt x="220" y="760"/>
                </a:lnTo>
                <a:lnTo>
                  <a:pt x="234" y="726"/>
                </a:lnTo>
                <a:lnTo>
                  <a:pt x="247" y="693"/>
                </a:lnTo>
                <a:lnTo>
                  <a:pt x="260" y="659"/>
                </a:lnTo>
                <a:lnTo>
                  <a:pt x="277" y="621"/>
                </a:lnTo>
                <a:lnTo>
                  <a:pt x="289" y="585"/>
                </a:lnTo>
                <a:lnTo>
                  <a:pt x="296" y="555"/>
                </a:lnTo>
                <a:lnTo>
                  <a:pt x="302" y="520"/>
                </a:lnTo>
                <a:lnTo>
                  <a:pt x="306" y="482"/>
                </a:lnTo>
                <a:lnTo>
                  <a:pt x="306" y="456"/>
                </a:lnTo>
                <a:lnTo>
                  <a:pt x="306" y="433"/>
                </a:lnTo>
                <a:lnTo>
                  <a:pt x="298" y="408"/>
                </a:lnTo>
                <a:lnTo>
                  <a:pt x="289" y="380"/>
                </a:lnTo>
                <a:lnTo>
                  <a:pt x="272" y="348"/>
                </a:lnTo>
                <a:lnTo>
                  <a:pt x="253" y="317"/>
                </a:lnTo>
                <a:lnTo>
                  <a:pt x="230" y="281"/>
                </a:lnTo>
                <a:lnTo>
                  <a:pt x="211" y="256"/>
                </a:lnTo>
                <a:lnTo>
                  <a:pt x="196" y="232"/>
                </a:lnTo>
                <a:lnTo>
                  <a:pt x="181" y="199"/>
                </a:lnTo>
                <a:lnTo>
                  <a:pt x="167" y="176"/>
                </a:lnTo>
                <a:lnTo>
                  <a:pt x="154" y="150"/>
                </a:lnTo>
                <a:lnTo>
                  <a:pt x="143" y="125"/>
                </a:lnTo>
                <a:lnTo>
                  <a:pt x="124" y="97"/>
                </a:lnTo>
                <a:lnTo>
                  <a:pt x="110" y="74"/>
                </a:lnTo>
                <a:lnTo>
                  <a:pt x="97" y="59"/>
                </a:lnTo>
                <a:lnTo>
                  <a:pt x="86" y="43"/>
                </a:lnTo>
                <a:lnTo>
                  <a:pt x="65" y="26"/>
                </a:lnTo>
                <a:lnTo>
                  <a:pt x="80" y="0"/>
                </a:lnTo>
                <a:lnTo>
                  <a:pt x="99" y="21"/>
                </a:lnTo>
                <a:lnTo>
                  <a:pt x="118" y="21"/>
                </a:lnTo>
                <a:lnTo>
                  <a:pt x="139" y="19"/>
                </a:lnTo>
                <a:lnTo>
                  <a:pt x="148" y="21"/>
                </a:lnTo>
                <a:lnTo>
                  <a:pt x="156" y="26"/>
                </a:lnTo>
                <a:lnTo>
                  <a:pt x="160" y="36"/>
                </a:lnTo>
                <a:lnTo>
                  <a:pt x="156" y="62"/>
                </a:lnTo>
                <a:lnTo>
                  <a:pt x="156" y="100"/>
                </a:lnTo>
                <a:lnTo>
                  <a:pt x="160" y="118"/>
                </a:lnTo>
                <a:lnTo>
                  <a:pt x="167" y="131"/>
                </a:lnTo>
                <a:lnTo>
                  <a:pt x="179" y="157"/>
                </a:lnTo>
                <a:lnTo>
                  <a:pt x="198" y="194"/>
                </a:lnTo>
                <a:lnTo>
                  <a:pt x="219" y="232"/>
                </a:lnTo>
                <a:lnTo>
                  <a:pt x="241" y="268"/>
                </a:lnTo>
                <a:lnTo>
                  <a:pt x="257" y="290"/>
                </a:lnTo>
                <a:lnTo>
                  <a:pt x="262" y="304"/>
                </a:lnTo>
                <a:lnTo>
                  <a:pt x="287" y="300"/>
                </a:lnTo>
                <a:lnTo>
                  <a:pt x="304" y="304"/>
                </a:lnTo>
                <a:lnTo>
                  <a:pt x="314" y="310"/>
                </a:lnTo>
                <a:lnTo>
                  <a:pt x="314" y="319"/>
                </a:lnTo>
                <a:lnTo>
                  <a:pt x="317" y="340"/>
                </a:lnTo>
                <a:lnTo>
                  <a:pt x="319" y="363"/>
                </a:lnTo>
                <a:lnTo>
                  <a:pt x="315" y="374"/>
                </a:lnTo>
                <a:lnTo>
                  <a:pt x="310" y="384"/>
                </a:lnTo>
                <a:lnTo>
                  <a:pt x="315" y="397"/>
                </a:lnTo>
                <a:lnTo>
                  <a:pt x="321" y="414"/>
                </a:lnTo>
                <a:lnTo>
                  <a:pt x="327" y="429"/>
                </a:lnTo>
                <a:lnTo>
                  <a:pt x="331" y="458"/>
                </a:lnTo>
                <a:lnTo>
                  <a:pt x="327" y="486"/>
                </a:lnTo>
                <a:lnTo>
                  <a:pt x="325" y="511"/>
                </a:lnTo>
                <a:lnTo>
                  <a:pt x="321" y="534"/>
                </a:lnTo>
                <a:lnTo>
                  <a:pt x="315" y="562"/>
                </a:lnTo>
                <a:lnTo>
                  <a:pt x="312" y="583"/>
                </a:lnTo>
                <a:lnTo>
                  <a:pt x="302" y="614"/>
                </a:lnTo>
                <a:lnTo>
                  <a:pt x="291" y="644"/>
                </a:lnTo>
                <a:lnTo>
                  <a:pt x="277" y="682"/>
                </a:lnTo>
                <a:lnTo>
                  <a:pt x="264" y="716"/>
                </a:lnTo>
                <a:lnTo>
                  <a:pt x="260" y="733"/>
                </a:lnTo>
                <a:lnTo>
                  <a:pt x="270" y="728"/>
                </a:lnTo>
                <a:lnTo>
                  <a:pt x="276" y="720"/>
                </a:lnTo>
                <a:lnTo>
                  <a:pt x="291" y="712"/>
                </a:lnTo>
                <a:lnTo>
                  <a:pt x="314" y="703"/>
                </a:lnTo>
                <a:lnTo>
                  <a:pt x="331" y="695"/>
                </a:lnTo>
                <a:lnTo>
                  <a:pt x="350" y="688"/>
                </a:lnTo>
                <a:lnTo>
                  <a:pt x="367" y="678"/>
                </a:lnTo>
                <a:lnTo>
                  <a:pt x="376" y="665"/>
                </a:lnTo>
                <a:lnTo>
                  <a:pt x="384" y="654"/>
                </a:lnTo>
                <a:lnTo>
                  <a:pt x="392" y="652"/>
                </a:lnTo>
                <a:lnTo>
                  <a:pt x="401" y="657"/>
                </a:lnTo>
                <a:lnTo>
                  <a:pt x="416" y="665"/>
                </a:lnTo>
                <a:lnTo>
                  <a:pt x="426" y="673"/>
                </a:lnTo>
                <a:lnTo>
                  <a:pt x="433" y="669"/>
                </a:lnTo>
                <a:lnTo>
                  <a:pt x="447" y="684"/>
                </a:lnTo>
                <a:lnTo>
                  <a:pt x="458" y="697"/>
                </a:lnTo>
                <a:lnTo>
                  <a:pt x="454" y="709"/>
                </a:lnTo>
                <a:lnTo>
                  <a:pt x="456" y="724"/>
                </a:lnTo>
                <a:lnTo>
                  <a:pt x="471" y="739"/>
                </a:lnTo>
                <a:lnTo>
                  <a:pt x="481" y="756"/>
                </a:lnTo>
                <a:lnTo>
                  <a:pt x="494" y="779"/>
                </a:lnTo>
                <a:lnTo>
                  <a:pt x="492" y="758"/>
                </a:lnTo>
                <a:lnTo>
                  <a:pt x="498" y="747"/>
                </a:lnTo>
                <a:lnTo>
                  <a:pt x="511" y="743"/>
                </a:lnTo>
                <a:lnTo>
                  <a:pt x="521" y="779"/>
                </a:lnTo>
                <a:lnTo>
                  <a:pt x="534" y="796"/>
                </a:lnTo>
                <a:lnTo>
                  <a:pt x="534" y="819"/>
                </a:lnTo>
                <a:lnTo>
                  <a:pt x="534" y="838"/>
                </a:lnTo>
                <a:lnTo>
                  <a:pt x="528" y="865"/>
                </a:lnTo>
                <a:lnTo>
                  <a:pt x="519" y="884"/>
                </a:lnTo>
                <a:lnTo>
                  <a:pt x="509" y="865"/>
                </a:lnTo>
                <a:lnTo>
                  <a:pt x="507" y="844"/>
                </a:lnTo>
                <a:lnTo>
                  <a:pt x="502" y="826"/>
                </a:lnTo>
                <a:lnTo>
                  <a:pt x="487" y="804"/>
                </a:lnTo>
                <a:lnTo>
                  <a:pt x="469" y="781"/>
                </a:lnTo>
                <a:lnTo>
                  <a:pt x="452" y="756"/>
                </a:lnTo>
                <a:lnTo>
                  <a:pt x="433" y="733"/>
                </a:lnTo>
                <a:lnTo>
                  <a:pt x="424" y="718"/>
                </a:lnTo>
                <a:lnTo>
                  <a:pt x="424" y="709"/>
                </a:lnTo>
                <a:lnTo>
                  <a:pt x="416" y="699"/>
                </a:lnTo>
                <a:lnTo>
                  <a:pt x="403" y="693"/>
                </a:lnTo>
                <a:lnTo>
                  <a:pt x="384" y="701"/>
                </a:lnTo>
                <a:lnTo>
                  <a:pt x="363" y="712"/>
                </a:lnTo>
                <a:lnTo>
                  <a:pt x="342" y="722"/>
                </a:lnTo>
                <a:lnTo>
                  <a:pt x="323" y="739"/>
                </a:lnTo>
                <a:lnTo>
                  <a:pt x="308" y="758"/>
                </a:lnTo>
                <a:lnTo>
                  <a:pt x="293" y="781"/>
                </a:lnTo>
                <a:lnTo>
                  <a:pt x="277" y="809"/>
                </a:lnTo>
                <a:lnTo>
                  <a:pt x="264" y="828"/>
                </a:lnTo>
                <a:lnTo>
                  <a:pt x="243" y="842"/>
                </a:lnTo>
                <a:lnTo>
                  <a:pt x="224" y="849"/>
                </a:lnTo>
                <a:lnTo>
                  <a:pt x="198" y="844"/>
                </a:lnTo>
                <a:lnTo>
                  <a:pt x="175" y="838"/>
                </a:lnTo>
                <a:lnTo>
                  <a:pt x="150" y="823"/>
                </a:lnTo>
                <a:lnTo>
                  <a:pt x="122" y="800"/>
                </a:lnTo>
                <a:lnTo>
                  <a:pt x="91" y="779"/>
                </a:lnTo>
                <a:lnTo>
                  <a:pt x="74" y="758"/>
                </a:lnTo>
                <a:lnTo>
                  <a:pt x="57" y="733"/>
                </a:lnTo>
                <a:lnTo>
                  <a:pt x="42" y="707"/>
                </a:lnTo>
                <a:lnTo>
                  <a:pt x="29" y="674"/>
                </a:lnTo>
                <a:lnTo>
                  <a:pt x="21" y="642"/>
                </a:lnTo>
                <a:lnTo>
                  <a:pt x="13" y="608"/>
                </a:lnTo>
                <a:lnTo>
                  <a:pt x="8" y="585"/>
                </a:lnTo>
                <a:lnTo>
                  <a:pt x="0" y="564"/>
                </a:lnTo>
                <a:lnTo>
                  <a:pt x="4" y="551"/>
                </a:lnTo>
                <a:lnTo>
                  <a:pt x="8" y="539"/>
                </a:lnTo>
                <a:lnTo>
                  <a:pt x="13" y="5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09" name="Freeform 41">
            <a:extLst>
              <a:ext uri="{FF2B5EF4-FFF2-40B4-BE49-F238E27FC236}">
                <a16:creationId xmlns:a16="http://schemas.microsoft.com/office/drawing/2014/main" id="{6018650C-6E75-486D-BF46-0ACEAF2B617A}"/>
              </a:ext>
            </a:extLst>
          </p:cNvPr>
          <p:cNvSpPr>
            <a:spLocks/>
          </p:cNvSpPr>
          <p:nvPr/>
        </p:nvSpPr>
        <p:spPr bwMode="auto">
          <a:xfrm>
            <a:off x="7222469" y="6163235"/>
            <a:ext cx="117244" cy="94496"/>
          </a:xfrm>
          <a:custGeom>
            <a:avLst/>
            <a:gdLst>
              <a:gd name="T0" fmla="*/ 2147483646 w 135"/>
              <a:gd name="T1" fmla="*/ 0 h 108"/>
              <a:gd name="T2" fmla="*/ 2147483646 w 135"/>
              <a:gd name="T3" fmla="*/ 2147483646 h 108"/>
              <a:gd name="T4" fmla="*/ 2147483646 w 135"/>
              <a:gd name="T5" fmla="*/ 2147483646 h 108"/>
              <a:gd name="T6" fmla="*/ 2147483646 w 135"/>
              <a:gd name="T7" fmla="*/ 2147483646 h 108"/>
              <a:gd name="T8" fmla="*/ 2147483646 w 135"/>
              <a:gd name="T9" fmla="*/ 2147483646 h 108"/>
              <a:gd name="T10" fmla="*/ 2147483646 w 135"/>
              <a:gd name="T11" fmla="*/ 2147483646 h 108"/>
              <a:gd name="T12" fmla="*/ 2147483646 w 135"/>
              <a:gd name="T13" fmla="*/ 2147483646 h 108"/>
              <a:gd name="T14" fmla="*/ 2147483646 w 135"/>
              <a:gd name="T15" fmla="*/ 2147483646 h 108"/>
              <a:gd name="T16" fmla="*/ 2147483646 w 135"/>
              <a:gd name="T17" fmla="*/ 2147483646 h 108"/>
              <a:gd name="T18" fmla="*/ 2147483646 w 135"/>
              <a:gd name="T19" fmla="*/ 2147483646 h 108"/>
              <a:gd name="T20" fmla="*/ 2147483646 w 135"/>
              <a:gd name="T21" fmla="*/ 2147483646 h 108"/>
              <a:gd name="T22" fmla="*/ 2147483646 w 135"/>
              <a:gd name="T23" fmla="*/ 2147483646 h 108"/>
              <a:gd name="T24" fmla="*/ 2147483646 w 135"/>
              <a:gd name="T25" fmla="*/ 2147483646 h 108"/>
              <a:gd name="T26" fmla="*/ 2147483646 w 135"/>
              <a:gd name="T27" fmla="*/ 2147483646 h 108"/>
              <a:gd name="T28" fmla="*/ 2147483646 w 135"/>
              <a:gd name="T29" fmla="*/ 2147483646 h 108"/>
              <a:gd name="T30" fmla="*/ 2147483646 w 135"/>
              <a:gd name="T31" fmla="*/ 2147483646 h 108"/>
              <a:gd name="T32" fmla="*/ 0 w 135"/>
              <a:gd name="T33" fmla="*/ 2147483646 h 108"/>
              <a:gd name="T34" fmla="*/ 2147483646 w 135"/>
              <a:gd name="T35" fmla="*/ 2000373825 h 108"/>
              <a:gd name="T36" fmla="*/ 2147483646 w 135"/>
              <a:gd name="T37" fmla="*/ 0 h 108"/>
              <a:gd name="T38" fmla="*/ 2147483646 w 135"/>
              <a:gd name="T39" fmla="*/ 0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5"/>
              <a:gd name="T61" fmla="*/ 0 h 108"/>
              <a:gd name="T62" fmla="*/ 135 w 135"/>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5" h="108">
                <a:moveTo>
                  <a:pt x="15" y="0"/>
                </a:moveTo>
                <a:lnTo>
                  <a:pt x="29" y="6"/>
                </a:lnTo>
                <a:lnTo>
                  <a:pt x="49" y="17"/>
                </a:lnTo>
                <a:lnTo>
                  <a:pt x="65" y="27"/>
                </a:lnTo>
                <a:lnTo>
                  <a:pt x="74" y="32"/>
                </a:lnTo>
                <a:lnTo>
                  <a:pt x="86" y="44"/>
                </a:lnTo>
                <a:lnTo>
                  <a:pt x="103" y="61"/>
                </a:lnTo>
                <a:lnTo>
                  <a:pt x="120" y="78"/>
                </a:lnTo>
                <a:lnTo>
                  <a:pt x="127" y="87"/>
                </a:lnTo>
                <a:lnTo>
                  <a:pt x="135" y="108"/>
                </a:lnTo>
                <a:lnTo>
                  <a:pt x="120" y="93"/>
                </a:lnTo>
                <a:lnTo>
                  <a:pt x="93" y="72"/>
                </a:lnTo>
                <a:lnTo>
                  <a:pt x="70" y="51"/>
                </a:lnTo>
                <a:lnTo>
                  <a:pt x="49" y="34"/>
                </a:lnTo>
                <a:lnTo>
                  <a:pt x="30" y="23"/>
                </a:lnTo>
                <a:lnTo>
                  <a:pt x="11" y="17"/>
                </a:lnTo>
                <a:lnTo>
                  <a:pt x="0" y="9"/>
                </a:lnTo>
                <a:lnTo>
                  <a:pt x="6" y="4"/>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0" name="Freeform 42">
            <a:extLst>
              <a:ext uri="{FF2B5EF4-FFF2-40B4-BE49-F238E27FC236}">
                <a16:creationId xmlns:a16="http://schemas.microsoft.com/office/drawing/2014/main" id="{4DB1C919-FE9F-4BA5-8D00-A934C04469E9}"/>
              </a:ext>
            </a:extLst>
          </p:cNvPr>
          <p:cNvSpPr>
            <a:spLocks/>
          </p:cNvSpPr>
          <p:nvPr/>
        </p:nvSpPr>
        <p:spPr bwMode="auto">
          <a:xfrm>
            <a:off x="7196219" y="6066990"/>
            <a:ext cx="204742" cy="171493"/>
          </a:xfrm>
          <a:custGeom>
            <a:avLst/>
            <a:gdLst>
              <a:gd name="T0" fmla="*/ 2147483646 w 233"/>
              <a:gd name="T1" fmla="*/ 2147483646 h 195"/>
              <a:gd name="T2" fmla="*/ 2147483646 w 233"/>
              <a:gd name="T3" fmla="*/ 2147483646 h 195"/>
              <a:gd name="T4" fmla="*/ 2147483646 w 233"/>
              <a:gd name="T5" fmla="*/ 2147483646 h 195"/>
              <a:gd name="T6" fmla="*/ 2147483646 w 233"/>
              <a:gd name="T7" fmla="*/ 2147483646 h 195"/>
              <a:gd name="T8" fmla="*/ 2147483646 w 233"/>
              <a:gd name="T9" fmla="*/ 2147483646 h 195"/>
              <a:gd name="T10" fmla="*/ 2147483646 w 233"/>
              <a:gd name="T11" fmla="*/ 2147483646 h 195"/>
              <a:gd name="T12" fmla="*/ 2147483646 w 233"/>
              <a:gd name="T13" fmla="*/ 2147483646 h 195"/>
              <a:gd name="T14" fmla="*/ 2147483646 w 233"/>
              <a:gd name="T15" fmla="*/ 2147483646 h 195"/>
              <a:gd name="T16" fmla="*/ 2147483646 w 233"/>
              <a:gd name="T17" fmla="*/ 2147483646 h 195"/>
              <a:gd name="T18" fmla="*/ 2147483646 w 233"/>
              <a:gd name="T19" fmla="*/ 2147483646 h 195"/>
              <a:gd name="T20" fmla="*/ 2147483646 w 233"/>
              <a:gd name="T21" fmla="*/ 2147483646 h 195"/>
              <a:gd name="T22" fmla="*/ 2147483646 w 233"/>
              <a:gd name="T23" fmla="*/ 2147483646 h 195"/>
              <a:gd name="T24" fmla="*/ 2147483646 w 233"/>
              <a:gd name="T25" fmla="*/ 2147483646 h 195"/>
              <a:gd name="T26" fmla="*/ 2147483646 w 233"/>
              <a:gd name="T27" fmla="*/ 2147483646 h 195"/>
              <a:gd name="T28" fmla="*/ 2147483646 w 233"/>
              <a:gd name="T29" fmla="*/ 2147483646 h 195"/>
              <a:gd name="T30" fmla="*/ 2147483646 w 233"/>
              <a:gd name="T31" fmla="*/ 2147483646 h 195"/>
              <a:gd name="T32" fmla="*/ 2147483646 w 233"/>
              <a:gd name="T33" fmla="*/ 2147483646 h 195"/>
              <a:gd name="T34" fmla="*/ 2147483646 w 233"/>
              <a:gd name="T35" fmla="*/ 2147483646 h 195"/>
              <a:gd name="T36" fmla="*/ 2147483646 w 233"/>
              <a:gd name="T37" fmla="*/ 2147483646 h 195"/>
              <a:gd name="T38" fmla="*/ 2147483646 w 233"/>
              <a:gd name="T39" fmla="*/ 0 h 195"/>
              <a:gd name="T40" fmla="*/ 2147483646 w 233"/>
              <a:gd name="T41" fmla="*/ 1015882411 h 195"/>
              <a:gd name="T42" fmla="*/ 506463682 w 233"/>
              <a:gd name="T43" fmla="*/ 2147483646 h 195"/>
              <a:gd name="T44" fmla="*/ 0 w 233"/>
              <a:gd name="T45" fmla="*/ 2147483646 h 195"/>
              <a:gd name="T46" fmla="*/ 2147483646 w 233"/>
              <a:gd name="T47" fmla="*/ 2147483646 h 195"/>
              <a:gd name="T48" fmla="*/ 2147483646 w 233"/>
              <a:gd name="T49" fmla="*/ 2147483646 h 195"/>
              <a:gd name="T50" fmla="*/ 2147483646 w 233"/>
              <a:gd name="T51" fmla="*/ 2147483646 h 195"/>
              <a:gd name="T52" fmla="*/ 2147483646 w 233"/>
              <a:gd name="T53" fmla="*/ 2147483646 h 19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33"/>
              <a:gd name="T82" fmla="*/ 0 h 195"/>
              <a:gd name="T83" fmla="*/ 233 w 233"/>
              <a:gd name="T84" fmla="*/ 195 h 19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33" h="195">
                <a:moveTo>
                  <a:pt x="24" y="24"/>
                </a:moveTo>
                <a:lnTo>
                  <a:pt x="55" y="45"/>
                </a:lnTo>
                <a:lnTo>
                  <a:pt x="91" y="70"/>
                </a:lnTo>
                <a:lnTo>
                  <a:pt x="119" y="91"/>
                </a:lnTo>
                <a:lnTo>
                  <a:pt x="154" y="121"/>
                </a:lnTo>
                <a:lnTo>
                  <a:pt x="195" y="159"/>
                </a:lnTo>
                <a:lnTo>
                  <a:pt x="212" y="173"/>
                </a:lnTo>
                <a:lnTo>
                  <a:pt x="233" y="195"/>
                </a:lnTo>
                <a:lnTo>
                  <a:pt x="228" y="180"/>
                </a:lnTo>
                <a:lnTo>
                  <a:pt x="209" y="152"/>
                </a:lnTo>
                <a:lnTo>
                  <a:pt x="190" y="129"/>
                </a:lnTo>
                <a:lnTo>
                  <a:pt x="169" y="106"/>
                </a:lnTo>
                <a:lnTo>
                  <a:pt x="146" y="80"/>
                </a:lnTo>
                <a:lnTo>
                  <a:pt x="121" y="62"/>
                </a:lnTo>
                <a:lnTo>
                  <a:pt x="98" y="45"/>
                </a:lnTo>
                <a:lnTo>
                  <a:pt x="77" y="30"/>
                </a:lnTo>
                <a:lnTo>
                  <a:pt x="58" y="17"/>
                </a:lnTo>
                <a:lnTo>
                  <a:pt x="41" y="9"/>
                </a:lnTo>
                <a:lnTo>
                  <a:pt x="22" y="9"/>
                </a:lnTo>
                <a:lnTo>
                  <a:pt x="17" y="0"/>
                </a:lnTo>
                <a:lnTo>
                  <a:pt x="5" y="2"/>
                </a:lnTo>
                <a:lnTo>
                  <a:pt x="1" y="11"/>
                </a:lnTo>
                <a:lnTo>
                  <a:pt x="0" y="24"/>
                </a:lnTo>
                <a:lnTo>
                  <a:pt x="9" y="30"/>
                </a:lnTo>
                <a:lnTo>
                  <a:pt x="11" y="24"/>
                </a:lnTo>
                <a:lnTo>
                  <a:pt x="24"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1" name="Freeform 43">
            <a:extLst>
              <a:ext uri="{FF2B5EF4-FFF2-40B4-BE49-F238E27FC236}">
                <a16:creationId xmlns:a16="http://schemas.microsoft.com/office/drawing/2014/main" id="{27B2EDCF-E60A-40AB-973C-EF855AE8ECB1}"/>
              </a:ext>
            </a:extLst>
          </p:cNvPr>
          <p:cNvSpPr>
            <a:spLocks/>
          </p:cNvSpPr>
          <p:nvPr/>
        </p:nvSpPr>
        <p:spPr bwMode="auto">
          <a:xfrm>
            <a:off x="7152472" y="5995242"/>
            <a:ext cx="267738" cy="286988"/>
          </a:xfrm>
          <a:custGeom>
            <a:avLst/>
            <a:gdLst>
              <a:gd name="T0" fmla="*/ 2147483646 w 306"/>
              <a:gd name="T1" fmla="*/ 2147483646 h 329"/>
              <a:gd name="T2" fmla="*/ 2147483646 w 306"/>
              <a:gd name="T3" fmla="*/ 2147483646 h 329"/>
              <a:gd name="T4" fmla="*/ 2147483646 w 306"/>
              <a:gd name="T5" fmla="*/ 2147483646 h 329"/>
              <a:gd name="T6" fmla="*/ 2147483646 w 306"/>
              <a:gd name="T7" fmla="*/ 2147483646 h 329"/>
              <a:gd name="T8" fmla="*/ 2147483646 w 306"/>
              <a:gd name="T9" fmla="*/ 2147483646 h 329"/>
              <a:gd name="T10" fmla="*/ 2147483646 w 306"/>
              <a:gd name="T11" fmla="*/ 2147483646 h 329"/>
              <a:gd name="T12" fmla="*/ 2147483646 w 306"/>
              <a:gd name="T13" fmla="*/ 2147483646 h 329"/>
              <a:gd name="T14" fmla="*/ 0 w 306"/>
              <a:gd name="T15" fmla="*/ 2147483646 h 329"/>
              <a:gd name="T16" fmla="*/ 2147483646 w 306"/>
              <a:gd name="T17" fmla="*/ 2147483646 h 329"/>
              <a:gd name="T18" fmla="*/ 2147483646 w 306"/>
              <a:gd name="T19" fmla="*/ 2147483646 h 329"/>
              <a:gd name="T20" fmla="*/ 2147483646 w 306"/>
              <a:gd name="T21" fmla="*/ 2147483646 h 329"/>
              <a:gd name="T22" fmla="*/ 2147483646 w 306"/>
              <a:gd name="T23" fmla="*/ 2147483646 h 329"/>
              <a:gd name="T24" fmla="*/ 2147483646 w 306"/>
              <a:gd name="T25" fmla="*/ 2147483646 h 329"/>
              <a:gd name="T26" fmla="*/ 2147483646 w 306"/>
              <a:gd name="T27" fmla="*/ 2147483646 h 329"/>
              <a:gd name="T28" fmla="*/ 2147483646 w 306"/>
              <a:gd name="T29" fmla="*/ 2147483646 h 329"/>
              <a:gd name="T30" fmla="*/ 2147483646 w 306"/>
              <a:gd name="T31" fmla="*/ 2147483646 h 329"/>
              <a:gd name="T32" fmla="*/ 2147483646 w 306"/>
              <a:gd name="T33" fmla="*/ 2147483646 h 329"/>
              <a:gd name="T34" fmla="*/ 2147483646 w 306"/>
              <a:gd name="T35" fmla="*/ 2147483646 h 329"/>
              <a:gd name="T36" fmla="*/ 2147483646 w 306"/>
              <a:gd name="T37" fmla="*/ 2147483646 h 329"/>
              <a:gd name="T38" fmla="*/ 2147483646 w 306"/>
              <a:gd name="T39" fmla="*/ 2147483646 h 329"/>
              <a:gd name="T40" fmla="*/ 2147483646 w 306"/>
              <a:gd name="T41" fmla="*/ 2147483646 h 329"/>
              <a:gd name="T42" fmla="*/ 2147483646 w 306"/>
              <a:gd name="T43" fmla="*/ 2147483646 h 329"/>
              <a:gd name="T44" fmla="*/ 2147483646 w 306"/>
              <a:gd name="T45" fmla="*/ 2147483646 h 329"/>
              <a:gd name="T46" fmla="*/ 2147483646 w 306"/>
              <a:gd name="T47" fmla="*/ 2147483646 h 329"/>
              <a:gd name="T48" fmla="*/ 2147483646 w 306"/>
              <a:gd name="T49" fmla="*/ 2147483646 h 329"/>
              <a:gd name="T50" fmla="*/ 2147483646 w 306"/>
              <a:gd name="T51" fmla="*/ 2147483646 h 329"/>
              <a:gd name="T52" fmla="*/ 2147483646 w 306"/>
              <a:gd name="T53" fmla="*/ 2147483646 h 329"/>
              <a:gd name="T54" fmla="*/ 2147483646 w 306"/>
              <a:gd name="T55" fmla="*/ 2147483646 h 329"/>
              <a:gd name="T56" fmla="*/ 2147483646 w 306"/>
              <a:gd name="T57" fmla="*/ 2147483646 h 329"/>
              <a:gd name="T58" fmla="*/ 2147483646 w 306"/>
              <a:gd name="T59" fmla="*/ 2147483646 h 329"/>
              <a:gd name="T60" fmla="*/ 2147483646 w 306"/>
              <a:gd name="T61" fmla="*/ 2147483646 h 329"/>
              <a:gd name="T62" fmla="*/ 2147483646 w 306"/>
              <a:gd name="T63" fmla="*/ 2147483646 h 329"/>
              <a:gd name="T64" fmla="*/ 2147483646 w 306"/>
              <a:gd name="T65" fmla="*/ 2147483646 h 329"/>
              <a:gd name="T66" fmla="*/ 2147483646 w 306"/>
              <a:gd name="T67" fmla="*/ 0 h 3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6"/>
              <a:gd name="T103" fmla="*/ 0 h 329"/>
              <a:gd name="T104" fmla="*/ 306 w 306"/>
              <a:gd name="T105" fmla="*/ 329 h 3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6" h="329">
                <a:moveTo>
                  <a:pt x="285" y="0"/>
                </a:moveTo>
                <a:lnTo>
                  <a:pt x="261" y="9"/>
                </a:lnTo>
                <a:lnTo>
                  <a:pt x="232" y="19"/>
                </a:lnTo>
                <a:lnTo>
                  <a:pt x="209" y="25"/>
                </a:lnTo>
                <a:lnTo>
                  <a:pt x="185" y="30"/>
                </a:lnTo>
                <a:lnTo>
                  <a:pt x="160" y="32"/>
                </a:lnTo>
                <a:lnTo>
                  <a:pt x="128" y="30"/>
                </a:lnTo>
                <a:lnTo>
                  <a:pt x="97" y="25"/>
                </a:lnTo>
                <a:lnTo>
                  <a:pt x="61" y="19"/>
                </a:lnTo>
                <a:lnTo>
                  <a:pt x="40" y="19"/>
                </a:lnTo>
                <a:lnTo>
                  <a:pt x="31" y="21"/>
                </a:lnTo>
                <a:lnTo>
                  <a:pt x="23" y="38"/>
                </a:lnTo>
                <a:lnTo>
                  <a:pt x="17" y="55"/>
                </a:lnTo>
                <a:lnTo>
                  <a:pt x="12" y="70"/>
                </a:lnTo>
                <a:lnTo>
                  <a:pt x="2" y="89"/>
                </a:lnTo>
                <a:lnTo>
                  <a:pt x="0" y="101"/>
                </a:lnTo>
                <a:lnTo>
                  <a:pt x="6" y="116"/>
                </a:lnTo>
                <a:lnTo>
                  <a:pt x="15" y="131"/>
                </a:lnTo>
                <a:lnTo>
                  <a:pt x="21" y="141"/>
                </a:lnTo>
                <a:lnTo>
                  <a:pt x="31" y="146"/>
                </a:lnTo>
                <a:lnTo>
                  <a:pt x="31" y="156"/>
                </a:lnTo>
                <a:lnTo>
                  <a:pt x="21" y="169"/>
                </a:lnTo>
                <a:lnTo>
                  <a:pt x="21" y="181"/>
                </a:lnTo>
                <a:lnTo>
                  <a:pt x="29" y="194"/>
                </a:lnTo>
                <a:lnTo>
                  <a:pt x="38" y="201"/>
                </a:lnTo>
                <a:lnTo>
                  <a:pt x="40" y="211"/>
                </a:lnTo>
                <a:lnTo>
                  <a:pt x="34" y="232"/>
                </a:lnTo>
                <a:lnTo>
                  <a:pt x="31" y="249"/>
                </a:lnTo>
                <a:lnTo>
                  <a:pt x="29" y="262"/>
                </a:lnTo>
                <a:lnTo>
                  <a:pt x="31" y="277"/>
                </a:lnTo>
                <a:lnTo>
                  <a:pt x="40" y="293"/>
                </a:lnTo>
                <a:lnTo>
                  <a:pt x="50" y="314"/>
                </a:lnTo>
                <a:lnTo>
                  <a:pt x="57" y="325"/>
                </a:lnTo>
                <a:lnTo>
                  <a:pt x="67" y="329"/>
                </a:lnTo>
                <a:lnTo>
                  <a:pt x="71" y="319"/>
                </a:lnTo>
                <a:lnTo>
                  <a:pt x="72" y="308"/>
                </a:lnTo>
                <a:lnTo>
                  <a:pt x="67" y="291"/>
                </a:lnTo>
                <a:lnTo>
                  <a:pt x="61" y="276"/>
                </a:lnTo>
                <a:lnTo>
                  <a:pt x="59" y="255"/>
                </a:lnTo>
                <a:lnTo>
                  <a:pt x="63" y="234"/>
                </a:lnTo>
                <a:lnTo>
                  <a:pt x="71" y="224"/>
                </a:lnTo>
                <a:lnTo>
                  <a:pt x="78" y="211"/>
                </a:lnTo>
                <a:lnTo>
                  <a:pt x="74" y="196"/>
                </a:lnTo>
                <a:lnTo>
                  <a:pt x="63" y="188"/>
                </a:lnTo>
                <a:lnTo>
                  <a:pt x="53" y="179"/>
                </a:lnTo>
                <a:lnTo>
                  <a:pt x="57" y="162"/>
                </a:lnTo>
                <a:lnTo>
                  <a:pt x="61" y="148"/>
                </a:lnTo>
                <a:lnTo>
                  <a:pt x="57" y="137"/>
                </a:lnTo>
                <a:lnTo>
                  <a:pt x="44" y="131"/>
                </a:lnTo>
                <a:lnTo>
                  <a:pt x="34" y="129"/>
                </a:lnTo>
                <a:lnTo>
                  <a:pt x="29" y="116"/>
                </a:lnTo>
                <a:lnTo>
                  <a:pt x="33" y="97"/>
                </a:lnTo>
                <a:lnTo>
                  <a:pt x="34" y="82"/>
                </a:lnTo>
                <a:lnTo>
                  <a:pt x="48" y="61"/>
                </a:lnTo>
                <a:lnTo>
                  <a:pt x="53" y="49"/>
                </a:lnTo>
                <a:lnTo>
                  <a:pt x="63" y="46"/>
                </a:lnTo>
                <a:lnTo>
                  <a:pt x="84" y="49"/>
                </a:lnTo>
                <a:lnTo>
                  <a:pt x="114" y="55"/>
                </a:lnTo>
                <a:lnTo>
                  <a:pt x="137" y="59"/>
                </a:lnTo>
                <a:lnTo>
                  <a:pt x="166" y="59"/>
                </a:lnTo>
                <a:lnTo>
                  <a:pt x="196" y="53"/>
                </a:lnTo>
                <a:lnTo>
                  <a:pt x="228" y="46"/>
                </a:lnTo>
                <a:lnTo>
                  <a:pt x="247" y="42"/>
                </a:lnTo>
                <a:lnTo>
                  <a:pt x="268" y="36"/>
                </a:lnTo>
                <a:lnTo>
                  <a:pt x="283" y="32"/>
                </a:lnTo>
                <a:lnTo>
                  <a:pt x="306" y="23"/>
                </a:lnTo>
                <a:lnTo>
                  <a:pt x="28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2" name="Freeform 44">
            <a:extLst>
              <a:ext uri="{FF2B5EF4-FFF2-40B4-BE49-F238E27FC236}">
                <a16:creationId xmlns:a16="http://schemas.microsoft.com/office/drawing/2014/main" id="{84A307E3-D977-48F9-80F3-0AB514197521}"/>
              </a:ext>
            </a:extLst>
          </p:cNvPr>
          <p:cNvSpPr>
            <a:spLocks/>
          </p:cNvSpPr>
          <p:nvPr/>
        </p:nvSpPr>
        <p:spPr bwMode="auto">
          <a:xfrm>
            <a:off x="7278466" y="6063490"/>
            <a:ext cx="131244" cy="143494"/>
          </a:xfrm>
          <a:custGeom>
            <a:avLst/>
            <a:gdLst>
              <a:gd name="T0" fmla="*/ 0 w 150"/>
              <a:gd name="T1" fmla="*/ 2147483646 h 163"/>
              <a:gd name="T2" fmla="*/ 999863626 w 150"/>
              <a:gd name="T3" fmla="*/ 0 h 163"/>
              <a:gd name="T4" fmla="*/ 2147483646 w 150"/>
              <a:gd name="T5" fmla="*/ 2147483646 h 163"/>
              <a:gd name="T6" fmla="*/ 2147483646 w 150"/>
              <a:gd name="T7" fmla="*/ 2147483646 h 163"/>
              <a:gd name="T8" fmla="*/ 2147483646 w 150"/>
              <a:gd name="T9" fmla="*/ 2147483646 h 163"/>
              <a:gd name="T10" fmla="*/ 2147483646 w 150"/>
              <a:gd name="T11" fmla="*/ 2147483646 h 163"/>
              <a:gd name="T12" fmla="*/ 2147483646 w 150"/>
              <a:gd name="T13" fmla="*/ 2147483646 h 163"/>
              <a:gd name="T14" fmla="*/ 2147483646 w 150"/>
              <a:gd name="T15" fmla="*/ 2147483646 h 163"/>
              <a:gd name="T16" fmla="*/ 2147483646 w 150"/>
              <a:gd name="T17" fmla="*/ 2147483646 h 163"/>
              <a:gd name="T18" fmla="*/ 2147483646 w 150"/>
              <a:gd name="T19" fmla="*/ 2147483646 h 163"/>
              <a:gd name="T20" fmla="*/ 2147483646 w 150"/>
              <a:gd name="T21" fmla="*/ 2147483646 h 163"/>
              <a:gd name="T22" fmla="*/ 2147483646 w 150"/>
              <a:gd name="T23" fmla="*/ 2147483646 h 163"/>
              <a:gd name="T24" fmla="*/ 2147483646 w 150"/>
              <a:gd name="T25" fmla="*/ 2147483646 h 163"/>
              <a:gd name="T26" fmla="*/ 2147483646 w 150"/>
              <a:gd name="T27" fmla="*/ 2147483646 h 163"/>
              <a:gd name="T28" fmla="*/ 2147483646 w 150"/>
              <a:gd name="T29" fmla="*/ 2147483646 h 163"/>
              <a:gd name="T30" fmla="*/ 2147483646 w 150"/>
              <a:gd name="T31" fmla="*/ 2147483646 h 163"/>
              <a:gd name="T32" fmla="*/ 2147483646 w 150"/>
              <a:gd name="T33" fmla="*/ 2147483646 h 163"/>
              <a:gd name="T34" fmla="*/ 2147483646 w 150"/>
              <a:gd name="T35" fmla="*/ 2147483646 h 163"/>
              <a:gd name="T36" fmla="*/ 2147483646 w 150"/>
              <a:gd name="T37" fmla="*/ 2147483646 h 163"/>
              <a:gd name="T38" fmla="*/ 2147483646 w 150"/>
              <a:gd name="T39" fmla="*/ 2147483646 h 163"/>
              <a:gd name="T40" fmla="*/ 2147483646 w 150"/>
              <a:gd name="T41" fmla="*/ 2147483646 h 163"/>
              <a:gd name="T42" fmla="*/ 2147483646 w 150"/>
              <a:gd name="T43" fmla="*/ 2147483646 h 163"/>
              <a:gd name="T44" fmla="*/ 2147483646 w 150"/>
              <a:gd name="T45" fmla="*/ 2147483646 h 163"/>
              <a:gd name="T46" fmla="*/ 0 w 150"/>
              <a:gd name="T47" fmla="*/ 2147483646 h 163"/>
              <a:gd name="T48" fmla="*/ 0 w 150"/>
              <a:gd name="T49" fmla="*/ 2147483646 h 16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0"/>
              <a:gd name="T76" fmla="*/ 0 h 163"/>
              <a:gd name="T77" fmla="*/ 150 w 150"/>
              <a:gd name="T78" fmla="*/ 163 h 16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0" h="163">
                <a:moveTo>
                  <a:pt x="0" y="8"/>
                </a:moveTo>
                <a:lnTo>
                  <a:pt x="2" y="0"/>
                </a:lnTo>
                <a:lnTo>
                  <a:pt x="11" y="6"/>
                </a:lnTo>
                <a:lnTo>
                  <a:pt x="28" y="15"/>
                </a:lnTo>
                <a:lnTo>
                  <a:pt x="47" y="28"/>
                </a:lnTo>
                <a:lnTo>
                  <a:pt x="61" y="44"/>
                </a:lnTo>
                <a:lnTo>
                  <a:pt x="70" y="55"/>
                </a:lnTo>
                <a:lnTo>
                  <a:pt x="80" y="70"/>
                </a:lnTo>
                <a:lnTo>
                  <a:pt x="91" y="87"/>
                </a:lnTo>
                <a:lnTo>
                  <a:pt x="104" y="104"/>
                </a:lnTo>
                <a:lnTo>
                  <a:pt x="121" y="125"/>
                </a:lnTo>
                <a:lnTo>
                  <a:pt x="135" y="141"/>
                </a:lnTo>
                <a:lnTo>
                  <a:pt x="150" y="163"/>
                </a:lnTo>
                <a:lnTo>
                  <a:pt x="142" y="160"/>
                </a:lnTo>
                <a:lnTo>
                  <a:pt x="127" y="144"/>
                </a:lnTo>
                <a:lnTo>
                  <a:pt x="110" y="125"/>
                </a:lnTo>
                <a:lnTo>
                  <a:pt x="91" y="103"/>
                </a:lnTo>
                <a:lnTo>
                  <a:pt x="76" y="84"/>
                </a:lnTo>
                <a:lnTo>
                  <a:pt x="62" y="66"/>
                </a:lnTo>
                <a:lnTo>
                  <a:pt x="51" y="51"/>
                </a:lnTo>
                <a:lnTo>
                  <a:pt x="32" y="36"/>
                </a:lnTo>
                <a:lnTo>
                  <a:pt x="19" y="25"/>
                </a:lnTo>
                <a:lnTo>
                  <a:pt x="7" y="17"/>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3" name="Freeform 45">
            <a:extLst>
              <a:ext uri="{FF2B5EF4-FFF2-40B4-BE49-F238E27FC236}">
                <a16:creationId xmlns:a16="http://schemas.microsoft.com/office/drawing/2014/main" id="{4B334F5D-AE61-4A5A-802C-A349AF2BBC3D}"/>
              </a:ext>
            </a:extLst>
          </p:cNvPr>
          <p:cNvSpPr>
            <a:spLocks/>
          </p:cNvSpPr>
          <p:nvPr/>
        </p:nvSpPr>
        <p:spPr bwMode="auto">
          <a:xfrm>
            <a:off x="7743947" y="6245482"/>
            <a:ext cx="101496" cy="75246"/>
          </a:xfrm>
          <a:custGeom>
            <a:avLst/>
            <a:gdLst>
              <a:gd name="T0" fmla="*/ 0 w 116"/>
              <a:gd name="T1" fmla="*/ 2147483646 h 86"/>
              <a:gd name="T2" fmla="*/ 2147483646 w 116"/>
              <a:gd name="T3" fmla="*/ 2147483646 h 86"/>
              <a:gd name="T4" fmla="*/ 2147483646 w 116"/>
              <a:gd name="T5" fmla="*/ 2147483646 h 86"/>
              <a:gd name="T6" fmla="*/ 2147483646 w 116"/>
              <a:gd name="T7" fmla="*/ 2147483646 h 86"/>
              <a:gd name="T8" fmla="*/ 2147483646 w 116"/>
              <a:gd name="T9" fmla="*/ 2147483646 h 86"/>
              <a:gd name="T10" fmla="*/ 2147483646 w 116"/>
              <a:gd name="T11" fmla="*/ 2000344886 h 86"/>
              <a:gd name="T12" fmla="*/ 2147483646 w 116"/>
              <a:gd name="T13" fmla="*/ 0 h 86"/>
              <a:gd name="T14" fmla="*/ 2147483646 w 116"/>
              <a:gd name="T15" fmla="*/ 999857326 h 86"/>
              <a:gd name="T16" fmla="*/ 2147483646 w 116"/>
              <a:gd name="T17" fmla="*/ 2147483646 h 86"/>
              <a:gd name="T18" fmla="*/ 2147483646 w 116"/>
              <a:gd name="T19" fmla="*/ 2147483646 h 86"/>
              <a:gd name="T20" fmla="*/ 2147483646 w 116"/>
              <a:gd name="T21" fmla="*/ 2147483646 h 86"/>
              <a:gd name="T22" fmla="*/ 2147483646 w 116"/>
              <a:gd name="T23" fmla="*/ 2147483646 h 86"/>
              <a:gd name="T24" fmla="*/ 2147483646 w 116"/>
              <a:gd name="T25" fmla="*/ 2147483646 h 86"/>
              <a:gd name="T26" fmla="*/ 2147483646 w 116"/>
              <a:gd name="T27" fmla="*/ 2147483646 h 86"/>
              <a:gd name="T28" fmla="*/ 2147483646 w 116"/>
              <a:gd name="T29" fmla="*/ 2147483646 h 86"/>
              <a:gd name="T30" fmla="*/ 2147483646 w 116"/>
              <a:gd name="T31" fmla="*/ 2147483646 h 86"/>
              <a:gd name="T32" fmla="*/ 0 w 116"/>
              <a:gd name="T33" fmla="*/ 2147483646 h 86"/>
              <a:gd name="T34" fmla="*/ 0 w 116"/>
              <a:gd name="T35" fmla="*/ 2147483646 h 8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6"/>
              <a:gd name="T55" fmla="*/ 0 h 86"/>
              <a:gd name="T56" fmla="*/ 116 w 116"/>
              <a:gd name="T57" fmla="*/ 86 h 8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6" h="86">
                <a:moveTo>
                  <a:pt x="0" y="84"/>
                </a:moveTo>
                <a:lnTo>
                  <a:pt x="17" y="59"/>
                </a:lnTo>
                <a:lnTo>
                  <a:pt x="42" y="38"/>
                </a:lnTo>
                <a:lnTo>
                  <a:pt x="61" y="27"/>
                </a:lnTo>
                <a:lnTo>
                  <a:pt x="78" y="13"/>
                </a:lnTo>
                <a:lnTo>
                  <a:pt x="91" y="4"/>
                </a:lnTo>
                <a:lnTo>
                  <a:pt x="102" y="0"/>
                </a:lnTo>
                <a:lnTo>
                  <a:pt x="110" y="2"/>
                </a:lnTo>
                <a:lnTo>
                  <a:pt x="116" y="11"/>
                </a:lnTo>
                <a:lnTo>
                  <a:pt x="110" y="19"/>
                </a:lnTo>
                <a:lnTo>
                  <a:pt x="104" y="27"/>
                </a:lnTo>
                <a:lnTo>
                  <a:pt x="83" y="38"/>
                </a:lnTo>
                <a:lnTo>
                  <a:pt x="63" y="53"/>
                </a:lnTo>
                <a:lnTo>
                  <a:pt x="51" y="65"/>
                </a:lnTo>
                <a:lnTo>
                  <a:pt x="44" y="72"/>
                </a:lnTo>
                <a:lnTo>
                  <a:pt x="38" y="86"/>
                </a:lnTo>
                <a:lnTo>
                  <a:pt x="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4" name="Freeform 46">
            <a:extLst>
              <a:ext uri="{FF2B5EF4-FFF2-40B4-BE49-F238E27FC236}">
                <a16:creationId xmlns:a16="http://schemas.microsoft.com/office/drawing/2014/main" id="{8ECC6B42-A1C9-4C37-8D47-804D279F2265}"/>
              </a:ext>
            </a:extLst>
          </p:cNvPr>
          <p:cNvSpPr>
            <a:spLocks/>
          </p:cNvSpPr>
          <p:nvPr/>
        </p:nvSpPr>
        <p:spPr bwMode="auto">
          <a:xfrm>
            <a:off x="7572454" y="6273480"/>
            <a:ext cx="122495" cy="75246"/>
          </a:xfrm>
          <a:custGeom>
            <a:avLst/>
            <a:gdLst>
              <a:gd name="T0" fmla="*/ 0 w 141"/>
              <a:gd name="T1" fmla="*/ 2147483646 h 88"/>
              <a:gd name="T2" fmla="*/ 2147483646 w 141"/>
              <a:gd name="T3" fmla="*/ 2147483646 h 88"/>
              <a:gd name="T4" fmla="*/ 2147483646 w 141"/>
              <a:gd name="T5" fmla="*/ 2147483646 h 88"/>
              <a:gd name="T6" fmla="*/ 2147483646 w 141"/>
              <a:gd name="T7" fmla="*/ 2147483646 h 88"/>
              <a:gd name="T8" fmla="*/ 2147483646 w 141"/>
              <a:gd name="T9" fmla="*/ 2147483646 h 88"/>
              <a:gd name="T10" fmla="*/ 2147483646 w 141"/>
              <a:gd name="T11" fmla="*/ 1867129374 h 88"/>
              <a:gd name="T12" fmla="*/ 2147483646 w 141"/>
              <a:gd name="T13" fmla="*/ 0 h 88"/>
              <a:gd name="T14" fmla="*/ 2147483646 w 141"/>
              <a:gd name="T15" fmla="*/ 933264101 h 88"/>
              <a:gd name="T16" fmla="*/ 2147483646 w 141"/>
              <a:gd name="T17" fmla="*/ 2147483646 h 88"/>
              <a:gd name="T18" fmla="*/ 2147483646 w 141"/>
              <a:gd name="T19" fmla="*/ 2147483646 h 88"/>
              <a:gd name="T20" fmla="*/ 2147483646 w 141"/>
              <a:gd name="T21" fmla="*/ 2147483646 h 88"/>
              <a:gd name="T22" fmla="*/ 2147483646 w 141"/>
              <a:gd name="T23" fmla="*/ 2147483646 h 88"/>
              <a:gd name="T24" fmla="*/ 2147483646 w 141"/>
              <a:gd name="T25" fmla="*/ 2147483646 h 88"/>
              <a:gd name="T26" fmla="*/ 2147483646 w 141"/>
              <a:gd name="T27" fmla="*/ 2147483646 h 88"/>
              <a:gd name="T28" fmla="*/ 2147483646 w 141"/>
              <a:gd name="T29" fmla="*/ 2147483646 h 88"/>
              <a:gd name="T30" fmla="*/ 2147483646 w 141"/>
              <a:gd name="T31" fmla="*/ 2147483646 h 88"/>
              <a:gd name="T32" fmla="*/ 0 w 141"/>
              <a:gd name="T33" fmla="*/ 2147483646 h 88"/>
              <a:gd name="T34" fmla="*/ 0 w 141"/>
              <a:gd name="T35" fmla="*/ 2147483646 h 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41"/>
              <a:gd name="T55" fmla="*/ 0 h 88"/>
              <a:gd name="T56" fmla="*/ 141 w 141"/>
              <a:gd name="T57" fmla="*/ 88 h 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41" h="88">
                <a:moveTo>
                  <a:pt x="0" y="65"/>
                </a:moveTo>
                <a:lnTo>
                  <a:pt x="17" y="50"/>
                </a:lnTo>
                <a:lnTo>
                  <a:pt x="51" y="35"/>
                </a:lnTo>
                <a:lnTo>
                  <a:pt x="72" y="27"/>
                </a:lnTo>
                <a:lnTo>
                  <a:pt x="95" y="16"/>
                </a:lnTo>
                <a:lnTo>
                  <a:pt x="116" y="4"/>
                </a:lnTo>
                <a:lnTo>
                  <a:pt x="127" y="0"/>
                </a:lnTo>
                <a:lnTo>
                  <a:pt x="137" y="2"/>
                </a:lnTo>
                <a:lnTo>
                  <a:pt x="141" y="12"/>
                </a:lnTo>
                <a:lnTo>
                  <a:pt x="139" y="19"/>
                </a:lnTo>
                <a:lnTo>
                  <a:pt x="122" y="31"/>
                </a:lnTo>
                <a:lnTo>
                  <a:pt x="88" y="57"/>
                </a:lnTo>
                <a:lnTo>
                  <a:pt x="67" y="78"/>
                </a:lnTo>
                <a:lnTo>
                  <a:pt x="59" y="84"/>
                </a:lnTo>
                <a:lnTo>
                  <a:pt x="44" y="88"/>
                </a:lnTo>
                <a:lnTo>
                  <a:pt x="21" y="78"/>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5" name="Freeform 47">
            <a:extLst>
              <a:ext uri="{FF2B5EF4-FFF2-40B4-BE49-F238E27FC236}">
                <a16:creationId xmlns:a16="http://schemas.microsoft.com/office/drawing/2014/main" id="{5F3DA956-A92E-477C-B348-3F9A60F6FBD7}"/>
              </a:ext>
            </a:extLst>
          </p:cNvPr>
          <p:cNvSpPr>
            <a:spLocks/>
          </p:cNvSpPr>
          <p:nvPr/>
        </p:nvSpPr>
        <p:spPr bwMode="auto">
          <a:xfrm>
            <a:off x="7413210" y="6222732"/>
            <a:ext cx="62997" cy="99746"/>
          </a:xfrm>
          <a:custGeom>
            <a:avLst/>
            <a:gdLst>
              <a:gd name="T0" fmla="*/ 0 w 72"/>
              <a:gd name="T1" fmla="*/ 2147483646 h 114"/>
              <a:gd name="T2" fmla="*/ 2147483646 w 72"/>
              <a:gd name="T3" fmla="*/ 2147483646 h 114"/>
              <a:gd name="T4" fmla="*/ 2147483646 w 72"/>
              <a:gd name="T5" fmla="*/ 2147483646 h 114"/>
              <a:gd name="T6" fmla="*/ 2147483646 w 72"/>
              <a:gd name="T7" fmla="*/ 2147483646 h 114"/>
              <a:gd name="T8" fmla="*/ 2147483646 w 72"/>
              <a:gd name="T9" fmla="*/ 2147483646 h 114"/>
              <a:gd name="T10" fmla="*/ 2147483646 w 72"/>
              <a:gd name="T11" fmla="*/ 2147483646 h 114"/>
              <a:gd name="T12" fmla="*/ 2147483646 w 72"/>
              <a:gd name="T13" fmla="*/ 2147483646 h 114"/>
              <a:gd name="T14" fmla="*/ 2147483646 w 72"/>
              <a:gd name="T15" fmla="*/ 2147483646 h 114"/>
              <a:gd name="T16" fmla="*/ 2147483646 w 72"/>
              <a:gd name="T17" fmla="*/ 2147483646 h 114"/>
              <a:gd name="T18" fmla="*/ 2147483646 w 72"/>
              <a:gd name="T19" fmla="*/ 2147483646 h 114"/>
              <a:gd name="T20" fmla="*/ 2147483646 w 72"/>
              <a:gd name="T21" fmla="*/ 2147483646 h 114"/>
              <a:gd name="T22" fmla="*/ 2147483646 w 72"/>
              <a:gd name="T23" fmla="*/ 0 h 114"/>
              <a:gd name="T24" fmla="*/ 0 w 72"/>
              <a:gd name="T25" fmla="*/ 0 h 114"/>
              <a:gd name="T26" fmla="*/ 0 w 72"/>
              <a:gd name="T27" fmla="*/ 2147483646 h 114"/>
              <a:gd name="T28" fmla="*/ 0 w 72"/>
              <a:gd name="T29" fmla="*/ 2147483646 h 1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114"/>
              <a:gd name="T47" fmla="*/ 72 w 72"/>
              <a:gd name="T48" fmla="*/ 114 h 11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114">
                <a:moveTo>
                  <a:pt x="0" y="8"/>
                </a:moveTo>
                <a:lnTo>
                  <a:pt x="13" y="21"/>
                </a:lnTo>
                <a:lnTo>
                  <a:pt x="26" y="40"/>
                </a:lnTo>
                <a:lnTo>
                  <a:pt x="36" y="57"/>
                </a:lnTo>
                <a:lnTo>
                  <a:pt x="49" y="76"/>
                </a:lnTo>
                <a:lnTo>
                  <a:pt x="60" y="92"/>
                </a:lnTo>
                <a:lnTo>
                  <a:pt x="72" y="114"/>
                </a:lnTo>
                <a:lnTo>
                  <a:pt x="72" y="95"/>
                </a:lnTo>
                <a:lnTo>
                  <a:pt x="59" y="73"/>
                </a:lnTo>
                <a:lnTo>
                  <a:pt x="41" y="46"/>
                </a:lnTo>
                <a:lnTo>
                  <a:pt x="28" y="25"/>
                </a:lnTo>
                <a:lnTo>
                  <a:pt x="11" y="0"/>
                </a:lnTo>
                <a:lnTo>
                  <a:pt x="0" y="0"/>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6" name="Freeform 48">
            <a:extLst>
              <a:ext uri="{FF2B5EF4-FFF2-40B4-BE49-F238E27FC236}">
                <a16:creationId xmlns:a16="http://schemas.microsoft.com/office/drawing/2014/main" id="{F62F2C69-6812-4EF4-B77D-09F64DB11B94}"/>
              </a:ext>
            </a:extLst>
          </p:cNvPr>
          <p:cNvSpPr>
            <a:spLocks/>
          </p:cNvSpPr>
          <p:nvPr/>
        </p:nvSpPr>
        <p:spPr bwMode="auto">
          <a:xfrm>
            <a:off x="7491958" y="6063490"/>
            <a:ext cx="71746" cy="96245"/>
          </a:xfrm>
          <a:custGeom>
            <a:avLst/>
            <a:gdLst>
              <a:gd name="T0" fmla="*/ 0 w 82"/>
              <a:gd name="T1" fmla="*/ 0 h 110"/>
              <a:gd name="T2" fmla="*/ 2147483646 w 82"/>
              <a:gd name="T3" fmla="*/ 2147483646 h 110"/>
              <a:gd name="T4" fmla="*/ 2147483646 w 82"/>
              <a:gd name="T5" fmla="*/ 2147483646 h 110"/>
              <a:gd name="T6" fmla="*/ 2147483646 w 82"/>
              <a:gd name="T7" fmla="*/ 2147483646 h 110"/>
              <a:gd name="T8" fmla="*/ 2147483646 w 82"/>
              <a:gd name="T9" fmla="*/ 2147483646 h 110"/>
              <a:gd name="T10" fmla="*/ 2147483646 w 82"/>
              <a:gd name="T11" fmla="*/ 2147483646 h 110"/>
              <a:gd name="T12" fmla="*/ 2147483646 w 82"/>
              <a:gd name="T13" fmla="*/ 2147483646 h 110"/>
              <a:gd name="T14" fmla="*/ 2147483646 w 82"/>
              <a:gd name="T15" fmla="*/ 2147483646 h 110"/>
              <a:gd name="T16" fmla="*/ 2147483646 w 82"/>
              <a:gd name="T17" fmla="*/ 2147483646 h 110"/>
              <a:gd name="T18" fmla="*/ 2147483646 w 82"/>
              <a:gd name="T19" fmla="*/ 2147483646 h 110"/>
              <a:gd name="T20" fmla="*/ 2147483646 w 82"/>
              <a:gd name="T21" fmla="*/ 2147483646 h 110"/>
              <a:gd name="T22" fmla="*/ 2147483646 w 82"/>
              <a:gd name="T23" fmla="*/ 2147483646 h 110"/>
              <a:gd name="T24" fmla="*/ 2147483646 w 82"/>
              <a:gd name="T25" fmla="*/ 2147483646 h 110"/>
              <a:gd name="T26" fmla="*/ 2147483646 w 82"/>
              <a:gd name="T27" fmla="*/ 2147483646 h 110"/>
              <a:gd name="T28" fmla="*/ 2147483646 w 82"/>
              <a:gd name="T29" fmla="*/ 0 h 110"/>
              <a:gd name="T30" fmla="*/ 0 w 82"/>
              <a:gd name="T31" fmla="*/ 0 h 110"/>
              <a:gd name="T32" fmla="*/ 0 w 82"/>
              <a:gd name="T33" fmla="*/ 0 h 1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110"/>
              <a:gd name="T53" fmla="*/ 82 w 82"/>
              <a:gd name="T54" fmla="*/ 110 h 11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110">
                <a:moveTo>
                  <a:pt x="0" y="0"/>
                </a:moveTo>
                <a:lnTo>
                  <a:pt x="17" y="15"/>
                </a:lnTo>
                <a:lnTo>
                  <a:pt x="26" y="28"/>
                </a:lnTo>
                <a:lnTo>
                  <a:pt x="40" y="46"/>
                </a:lnTo>
                <a:lnTo>
                  <a:pt x="51" y="61"/>
                </a:lnTo>
                <a:lnTo>
                  <a:pt x="61" y="78"/>
                </a:lnTo>
                <a:lnTo>
                  <a:pt x="70" y="91"/>
                </a:lnTo>
                <a:lnTo>
                  <a:pt x="82" y="110"/>
                </a:lnTo>
                <a:lnTo>
                  <a:pt x="80" y="93"/>
                </a:lnTo>
                <a:lnTo>
                  <a:pt x="76" y="74"/>
                </a:lnTo>
                <a:lnTo>
                  <a:pt x="68" y="57"/>
                </a:lnTo>
                <a:lnTo>
                  <a:pt x="55" y="40"/>
                </a:lnTo>
                <a:lnTo>
                  <a:pt x="45" y="27"/>
                </a:lnTo>
                <a:lnTo>
                  <a:pt x="42" y="15"/>
                </a:lnTo>
                <a:lnTo>
                  <a:pt x="2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7" name="Freeform 49">
            <a:extLst>
              <a:ext uri="{FF2B5EF4-FFF2-40B4-BE49-F238E27FC236}">
                <a16:creationId xmlns:a16="http://schemas.microsoft.com/office/drawing/2014/main" id="{513AC61E-C772-47C6-A605-7C3FB587106C}"/>
              </a:ext>
            </a:extLst>
          </p:cNvPr>
          <p:cNvSpPr>
            <a:spLocks/>
          </p:cNvSpPr>
          <p:nvPr/>
        </p:nvSpPr>
        <p:spPr bwMode="auto">
          <a:xfrm>
            <a:off x="7542705" y="6047740"/>
            <a:ext cx="80497" cy="101496"/>
          </a:xfrm>
          <a:custGeom>
            <a:avLst/>
            <a:gdLst>
              <a:gd name="T0" fmla="*/ 0 w 93"/>
              <a:gd name="T1" fmla="*/ 2000373825 h 116"/>
              <a:gd name="T2" fmla="*/ 2147483646 w 93"/>
              <a:gd name="T3" fmla="*/ 2147483646 h 116"/>
              <a:gd name="T4" fmla="*/ 2147483646 w 93"/>
              <a:gd name="T5" fmla="*/ 2147483646 h 116"/>
              <a:gd name="T6" fmla="*/ 2147483646 w 93"/>
              <a:gd name="T7" fmla="*/ 2147483646 h 116"/>
              <a:gd name="T8" fmla="*/ 2147483646 w 93"/>
              <a:gd name="T9" fmla="*/ 2147483646 h 116"/>
              <a:gd name="T10" fmla="*/ 2147483646 w 93"/>
              <a:gd name="T11" fmla="*/ 2147483646 h 116"/>
              <a:gd name="T12" fmla="*/ 2147483646 w 93"/>
              <a:gd name="T13" fmla="*/ 2147483646 h 116"/>
              <a:gd name="T14" fmla="*/ 2147483646 w 93"/>
              <a:gd name="T15" fmla="*/ 2147483646 h 116"/>
              <a:gd name="T16" fmla="*/ 2147483646 w 93"/>
              <a:gd name="T17" fmla="*/ 2147483646 h 116"/>
              <a:gd name="T18" fmla="*/ 2147483646 w 93"/>
              <a:gd name="T19" fmla="*/ 2147483646 h 116"/>
              <a:gd name="T20" fmla="*/ 2147483646 w 93"/>
              <a:gd name="T21" fmla="*/ 2147483646 h 116"/>
              <a:gd name="T22" fmla="*/ 2147483646 w 93"/>
              <a:gd name="T23" fmla="*/ 2147483646 h 116"/>
              <a:gd name="T24" fmla="*/ 2147483646 w 93"/>
              <a:gd name="T25" fmla="*/ 2147483646 h 116"/>
              <a:gd name="T26" fmla="*/ 2147483646 w 93"/>
              <a:gd name="T27" fmla="*/ 2147483646 h 116"/>
              <a:gd name="T28" fmla="*/ 2147483646 w 93"/>
              <a:gd name="T29" fmla="*/ 2147483646 h 116"/>
              <a:gd name="T30" fmla="*/ 2147483646 w 93"/>
              <a:gd name="T31" fmla="*/ 0 h 116"/>
              <a:gd name="T32" fmla="*/ 0 w 93"/>
              <a:gd name="T33" fmla="*/ 2000373825 h 116"/>
              <a:gd name="T34" fmla="*/ 0 w 93"/>
              <a:gd name="T35" fmla="*/ 2000373825 h 1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3"/>
              <a:gd name="T55" fmla="*/ 0 h 116"/>
              <a:gd name="T56" fmla="*/ 93 w 93"/>
              <a:gd name="T57" fmla="*/ 116 h 1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3" h="116">
                <a:moveTo>
                  <a:pt x="0" y="4"/>
                </a:moveTo>
                <a:lnTo>
                  <a:pt x="13" y="19"/>
                </a:lnTo>
                <a:lnTo>
                  <a:pt x="26" y="32"/>
                </a:lnTo>
                <a:lnTo>
                  <a:pt x="42" y="45"/>
                </a:lnTo>
                <a:lnTo>
                  <a:pt x="55" y="61"/>
                </a:lnTo>
                <a:lnTo>
                  <a:pt x="66" y="74"/>
                </a:lnTo>
                <a:lnTo>
                  <a:pt x="76" y="89"/>
                </a:lnTo>
                <a:lnTo>
                  <a:pt x="85" y="104"/>
                </a:lnTo>
                <a:lnTo>
                  <a:pt x="93" y="116"/>
                </a:lnTo>
                <a:lnTo>
                  <a:pt x="87" y="95"/>
                </a:lnTo>
                <a:lnTo>
                  <a:pt x="78" y="72"/>
                </a:lnTo>
                <a:lnTo>
                  <a:pt x="63" y="49"/>
                </a:lnTo>
                <a:lnTo>
                  <a:pt x="49" y="38"/>
                </a:lnTo>
                <a:lnTo>
                  <a:pt x="34" y="23"/>
                </a:lnTo>
                <a:lnTo>
                  <a:pt x="23" y="11"/>
                </a:lnTo>
                <a:lnTo>
                  <a:pt x="13" y="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8" name="Freeform 50">
            <a:extLst>
              <a:ext uri="{FF2B5EF4-FFF2-40B4-BE49-F238E27FC236}">
                <a16:creationId xmlns:a16="http://schemas.microsoft.com/office/drawing/2014/main" id="{BD3F792E-8281-4898-B8AC-20C2E6B13483}"/>
              </a:ext>
            </a:extLst>
          </p:cNvPr>
          <p:cNvSpPr>
            <a:spLocks/>
          </p:cNvSpPr>
          <p:nvPr/>
        </p:nvSpPr>
        <p:spPr bwMode="auto">
          <a:xfrm>
            <a:off x="7645951" y="5993493"/>
            <a:ext cx="267738" cy="332486"/>
          </a:xfrm>
          <a:custGeom>
            <a:avLst/>
            <a:gdLst>
              <a:gd name="T0" fmla="*/ 2147483646 w 306"/>
              <a:gd name="T1" fmla="*/ 2000373825 h 380"/>
              <a:gd name="T2" fmla="*/ 2147483646 w 306"/>
              <a:gd name="T3" fmla="*/ 2147483646 h 380"/>
              <a:gd name="T4" fmla="*/ 2147483646 w 306"/>
              <a:gd name="T5" fmla="*/ 2147483646 h 380"/>
              <a:gd name="T6" fmla="*/ 2147483646 w 306"/>
              <a:gd name="T7" fmla="*/ 2147483646 h 380"/>
              <a:gd name="T8" fmla="*/ 2147483646 w 306"/>
              <a:gd name="T9" fmla="*/ 2147483646 h 380"/>
              <a:gd name="T10" fmla="*/ 2147483646 w 306"/>
              <a:gd name="T11" fmla="*/ 2147483646 h 380"/>
              <a:gd name="T12" fmla="*/ 2147483646 w 306"/>
              <a:gd name="T13" fmla="*/ 2147483646 h 380"/>
              <a:gd name="T14" fmla="*/ 2147483646 w 306"/>
              <a:gd name="T15" fmla="*/ 2147483646 h 380"/>
              <a:gd name="T16" fmla="*/ 2147483646 w 306"/>
              <a:gd name="T17" fmla="*/ 2147483646 h 380"/>
              <a:gd name="T18" fmla="*/ 2147483646 w 306"/>
              <a:gd name="T19" fmla="*/ 2147483646 h 380"/>
              <a:gd name="T20" fmla="*/ 2147483646 w 306"/>
              <a:gd name="T21" fmla="*/ 2147483646 h 380"/>
              <a:gd name="T22" fmla="*/ 2147483646 w 306"/>
              <a:gd name="T23" fmla="*/ 2147483646 h 380"/>
              <a:gd name="T24" fmla="*/ 2147483646 w 306"/>
              <a:gd name="T25" fmla="*/ 2147483646 h 380"/>
              <a:gd name="T26" fmla="*/ 2147483646 w 306"/>
              <a:gd name="T27" fmla="*/ 2147483646 h 380"/>
              <a:gd name="T28" fmla="*/ 2147483646 w 306"/>
              <a:gd name="T29" fmla="*/ 2147483646 h 380"/>
              <a:gd name="T30" fmla="*/ 2147483646 w 306"/>
              <a:gd name="T31" fmla="*/ 2147483646 h 380"/>
              <a:gd name="T32" fmla="*/ 2147483646 w 306"/>
              <a:gd name="T33" fmla="*/ 2147483646 h 380"/>
              <a:gd name="T34" fmla="*/ 2147483646 w 306"/>
              <a:gd name="T35" fmla="*/ 2147483646 h 380"/>
              <a:gd name="T36" fmla="*/ 2147483646 w 306"/>
              <a:gd name="T37" fmla="*/ 2147483646 h 380"/>
              <a:gd name="T38" fmla="*/ 2147483646 w 306"/>
              <a:gd name="T39" fmla="*/ 2147483646 h 380"/>
              <a:gd name="T40" fmla="*/ 2147483646 w 306"/>
              <a:gd name="T41" fmla="*/ 2147483646 h 380"/>
              <a:gd name="T42" fmla="*/ 2147483646 w 306"/>
              <a:gd name="T43" fmla="*/ 2147483646 h 380"/>
              <a:gd name="T44" fmla="*/ 2147483646 w 306"/>
              <a:gd name="T45" fmla="*/ 2147483646 h 380"/>
              <a:gd name="T46" fmla="*/ 2147483646 w 306"/>
              <a:gd name="T47" fmla="*/ 2147483646 h 380"/>
              <a:gd name="T48" fmla="*/ 2147483646 w 306"/>
              <a:gd name="T49" fmla="*/ 2147483646 h 380"/>
              <a:gd name="T50" fmla="*/ 2147483646 w 306"/>
              <a:gd name="T51" fmla="*/ 2147483646 h 380"/>
              <a:gd name="T52" fmla="*/ 2147483646 w 306"/>
              <a:gd name="T53" fmla="*/ 2147483646 h 380"/>
              <a:gd name="T54" fmla="*/ 2147483646 w 306"/>
              <a:gd name="T55" fmla="*/ 2147483646 h 380"/>
              <a:gd name="T56" fmla="*/ 2147483646 w 306"/>
              <a:gd name="T57" fmla="*/ 2147483646 h 380"/>
              <a:gd name="T58" fmla="*/ 2147483646 w 306"/>
              <a:gd name="T59" fmla="*/ 2147483646 h 380"/>
              <a:gd name="T60" fmla="*/ 2147483646 w 306"/>
              <a:gd name="T61" fmla="*/ 2147483646 h 380"/>
              <a:gd name="T62" fmla="*/ 2147483646 w 306"/>
              <a:gd name="T63" fmla="*/ 2147483646 h 380"/>
              <a:gd name="T64" fmla="*/ 2147483646 w 306"/>
              <a:gd name="T65" fmla="*/ 2147483646 h 380"/>
              <a:gd name="T66" fmla="*/ 2147483646 w 306"/>
              <a:gd name="T67" fmla="*/ 2147483646 h 380"/>
              <a:gd name="T68" fmla="*/ 0 w 306"/>
              <a:gd name="T69" fmla="*/ 2147483646 h 380"/>
              <a:gd name="T70" fmla="*/ 0 w 306"/>
              <a:gd name="T71" fmla="*/ 2147483646 h 380"/>
              <a:gd name="T72" fmla="*/ 2147483646 w 306"/>
              <a:gd name="T73" fmla="*/ 0 h 380"/>
              <a:gd name="T74" fmla="*/ 2147483646 w 306"/>
              <a:gd name="T75" fmla="*/ 2000373825 h 380"/>
              <a:gd name="T76" fmla="*/ 2147483646 w 306"/>
              <a:gd name="T77" fmla="*/ 2000373825 h 3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06"/>
              <a:gd name="T118" fmla="*/ 0 h 380"/>
              <a:gd name="T119" fmla="*/ 306 w 306"/>
              <a:gd name="T120" fmla="*/ 380 h 38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06" h="380">
                <a:moveTo>
                  <a:pt x="19" y="4"/>
                </a:moveTo>
                <a:lnTo>
                  <a:pt x="40" y="25"/>
                </a:lnTo>
                <a:lnTo>
                  <a:pt x="62" y="44"/>
                </a:lnTo>
                <a:lnTo>
                  <a:pt x="80" y="63"/>
                </a:lnTo>
                <a:lnTo>
                  <a:pt x="99" y="78"/>
                </a:lnTo>
                <a:lnTo>
                  <a:pt x="118" y="97"/>
                </a:lnTo>
                <a:lnTo>
                  <a:pt x="135" y="116"/>
                </a:lnTo>
                <a:lnTo>
                  <a:pt x="150" y="133"/>
                </a:lnTo>
                <a:lnTo>
                  <a:pt x="165" y="152"/>
                </a:lnTo>
                <a:lnTo>
                  <a:pt x="182" y="175"/>
                </a:lnTo>
                <a:lnTo>
                  <a:pt x="201" y="198"/>
                </a:lnTo>
                <a:lnTo>
                  <a:pt x="216" y="221"/>
                </a:lnTo>
                <a:lnTo>
                  <a:pt x="235" y="247"/>
                </a:lnTo>
                <a:lnTo>
                  <a:pt x="249" y="270"/>
                </a:lnTo>
                <a:lnTo>
                  <a:pt x="262" y="293"/>
                </a:lnTo>
                <a:lnTo>
                  <a:pt x="277" y="316"/>
                </a:lnTo>
                <a:lnTo>
                  <a:pt x="289" y="336"/>
                </a:lnTo>
                <a:lnTo>
                  <a:pt x="296" y="354"/>
                </a:lnTo>
                <a:lnTo>
                  <a:pt x="306" y="380"/>
                </a:lnTo>
                <a:lnTo>
                  <a:pt x="275" y="380"/>
                </a:lnTo>
                <a:lnTo>
                  <a:pt x="260" y="346"/>
                </a:lnTo>
                <a:lnTo>
                  <a:pt x="247" y="316"/>
                </a:lnTo>
                <a:lnTo>
                  <a:pt x="232" y="289"/>
                </a:lnTo>
                <a:lnTo>
                  <a:pt x="218" y="262"/>
                </a:lnTo>
                <a:lnTo>
                  <a:pt x="203" y="238"/>
                </a:lnTo>
                <a:lnTo>
                  <a:pt x="188" y="219"/>
                </a:lnTo>
                <a:lnTo>
                  <a:pt x="171" y="194"/>
                </a:lnTo>
                <a:lnTo>
                  <a:pt x="152" y="169"/>
                </a:lnTo>
                <a:lnTo>
                  <a:pt x="129" y="145"/>
                </a:lnTo>
                <a:lnTo>
                  <a:pt x="106" y="116"/>
                </a:lnTo>
                <a:lnTo>
                  <a:pt x="81" y="93"/>
                </a:lnTo>
                <a:lnTo>
                  <a:pt x="55" y="68"/>
                </a:lnTo>
                <a:lnTo>
                  <a:pt x="32" y="49"/>
                </a:lnTo>
                <a:lnTo>
                  <a:pt x="19" y="32"/>
                </a:lnTo>
                <a:lnTo>
                  <a:pt x="0" y="19"/>
                </a:lnTo>
                <a:lnTo>
                  <a:pt x="0" y="8"/>
                </a:lnTo>
                <a:lnTo>
                  <a:pt x="7" y="0"/>
                </a:lnTo>
                <a:lnTo>
                  <a:pt x="1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19" name="Freeform 51">
            <a:extLst>
              <a:ext uri="{FF2B5EF4-FFF2-40B4-BE49-F238E27FC236}">
                <a16:creationId xmlns:a16="http://schemas.microsoft.com/office/drawing/2014/main" id="{454304D7-CEC6-48B2-A1B8-548F32CB1CFE}"/>
              </a:ext>
            </a:extLst>
          </p:cNvPr>
          <p:cNvSpPr>
            <a:spLocks/>
          </p:cNvSpPr>
          <p:nvPr/>
        </p:nvSpPr>
        <p:spPr bwMode="auto">
          <a:xfrm>
            <a:off x="7556704" y="6021492"/>
            <a:ext cx="136494" cy="190741"/>
          </a:xfrm>
          <a:custGeom>
            <a:avLst/>
            <a:gdLst>
              <a:gd name="T0" fmla="*/ 962435298 w 158"/>
              <a:gd name="T1" fmla="*/ 0 h 217"/>
              <a:gd name="T2" fmla="*/ 2147483646 w 158"/>
              <a:gd name="T3" fmla="*/ 2147483646 h 217"/>
              <a:gd name="T4" fmla="*/ 2147483646 w 158"/>
              <a:gd name="T5" fmla="*/ 2147483646 h 217"/>
              <a:gd name="T6" fmla="*/ 2147483646 w 158"/>
              <a:gd name="T7" fmla="*/ 2147483646 h 217"/>
              <a:gd name="T8" fmla="*/ 2147483646 w 158"/>
              <a:gd name="T9" fmla="*/ 2147483646 h 217"/>
              <a:gd name="T10" fmla="*/ 2147483646 w 158"/>
              <a:gd name="T11" fmla="*/ 2147483646 h 217"/>
              <a:gd name="T12" fmla="*/ 2147483646 w 158"/>
              <a:gd name="T13" fmla="*/ 2147483646 h 217"/>
              <a:gd name="T14" fmla="*/ 2147483646 w 158"/>
              <a:gd name="T15" fmla="*/ 2147483646 h 217"/>
              <a:gd name="T16" fmla="*/ 2147483646 w 158"/>
              <a:gd name="T17" fmla="*/ 2147483646 h 217"/>
              <a:gd name="T18" fmla="*/ 2147483646 w 158"/>
              <a:gd name="T19" fmla="*/ 2147483646 h 217"/>
              <a:gd name="T20" fmla="*/ 2147483646 w 158"/>
              <a:gd name="T21" fmla="*/ 2147483646 h 217"/>
              <a:gd name="T22" fmla="*/ 2147483646 w 158"/>
              <a:gd name="T23" fmla="*/ 2147483646 h 217"/>
              <a:gd name="T24" fmla="*/ 2147483646 w 158"/>
              <a:gd name="T25" fmla="*/ 2147483646 h 217"/>
              <a:gd name="T26" fmla="*/ 2147483646 w 158"/>
              <a:gd name="T27" fmla="*/ 2147483646 h 217"/>
              <a:gd name="T28" fmla="*/ 2147483646 w 158"/>
              <a:gd name="T29" fmla="*/ 2147483646 h 217"/>
              <a:gd name="T30" fmla="*/ 2147483646 w 158"/>
              <a:gd name="T31" fmla="*/ 2147483646 h 217"/>
              <a:gd name="T32" fmla="*/ 2147483646 w 158"/>
              <a:gd name="T33" fmla="*/ 2147483646 h 217"/>
              <a:gd name="T34" fmla="*/ 2147483646 w 158"/>
              <a:gd name="T35" fmla="*/ 2147483646 h 217"/>
              <a:gd name="T36" fmla="*/ 2147483646 w 158"/>
              <a:gd name="T37" fmla="*/ 2147483646 h 217"/>
              <a:gd name="T38" fmla="*/ 2147483646 w 158"/>
              <a:gd name="T39" fmla="*/ 2147483646 h 217"/>
              <a:gd name="T40" fmla="*/ 2147483646 w 158"/>
              <a:gd name="T41" fmla="*/ 2147483646 h 217"/>
              <a:gd name="T42" fmla="*/ 2147483646 w 158"/>
              <a:gd name="T43" fmla="*/ 2147483646 h 217"/>
              <a:gd name="T44" fmla="*/ 2147483646 w 158"/>
              <a:gd name="T45" fmla="*/ 2147483646 h 217"/>
              <a:gd name="T46" fmla="*/ 2147483646 w 158"/>
              <a:gd name="T47" fmla="*/ 2147483646 h 217"/>
              <a:gd name="T48" fmla="*/ 2147483646 w 158"/>
              <a:gd name="T49" fmla="*/ 2147483646 h 217"/>
              <a:gd name="T50" fmla="*/ 2147483646 w 158"/>
              <a:gd name="T51" fmla="*/ 2147483646 h 217"/>
              <a:gd name="T52" fmla="*/ 2147483646 w 158"/>
              <a:gd name="T53" fmla="*/ 2147483646 h 217"/>
              <a:gd name="T54" fmla="*/ 2147483646 w 158"/>
              <a:gd name="T55" fmla="*/ 2147483646 h 217"/>
              <a:gd name="T56" fmla="*/ 2147483646 w 158"/>
              <a:gd name="T57" fmla="*/ 2147483646 h 217"/>
              <a:gd name="T58" fmla="*/ 2147483646 w 158"/>
              <a:gd name="T59" fmla="*/ 2147483646 h 217"/>
              <a:gd name="T60" fmla="*/ 2147483646 w 158"/>
              <a:gd name="T61" fmla="*/ 2147483646 h 217"/>
              <a:gd name="T62" fmla="*/ 2147483646 w 158"/>
              <a:gd name="T63" fmla="*/ 2147483646 h 217"/>
              <a:gd name="T64" fmla="*/ 2147483646 w 158"/>
              <a:gd name="T65" fmla="*/ 2147483646 h 217"/>
              <a:gd name="T66" fmla="*/ 2147483646 w 158"/>
              <a:gd name="T67" fmla="*/ 2147483646 h 217"/>
              <a:gd name="T68" fmla="*/ 0 w 158"/>
              <a:gd name="T69" fmla="*/ 2147483646 h 217"/>
              <a:gd name="T70" fmla="*/ 962435298 w 158"/>
              <a:gd name="T71" fmla="*/ 0 h 217"/>
              <a:gd name="T72" fmla="*/ 962435298 w 158"/>
              <a:gd name="T73" fmla="*/ 0 h 21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8"/>
              <a:gd name="T112" fmla="*/ 0 h 217"/>
              <a:gd name="T113" fmla="*/ 158 w 158"/>
              <a:gd name="T114" fmla="*/ 217 h 21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8" h="217">
                <a:moveTo>
                  <a:pt x="2" y="0"/>
                </a:moveTo>
                <a:lnTo>
                  <a:pt x="32" y="16"/>
                </a:lnTo>
                <a:lnTo>
                  <a:pt x="61" y="36"/>
                </a:lnTo>
                <a:lnTo>
                  <a:pt x="86" y="50"/>
                </a:lnTo>
                <a:lnTo>
                  <a:pt x="105" y="59"/>
                </a:lnTo>
                <a:lnTo>
                  <a:pt x="122" y="67"/>
                </a:lnTo>
                <a:lnTo>
                  <a:pt x="135" y="76"/>
                </a:lnTo>
                <a:lnTo>
                  <a:pt x="135" y="88"/>
                </a:lnTo>
                <a:lnTo>
                  <a:pt x="129" y="99"/>
                </a:lnTo>
                <a:lnTo>
                  <a:pt x="126" y="107"/>
                </a:lnTo>
                <a:lnTo>
                  <a:pt x="135" y="107"/>
                </a:lnTo>
                <a:lnTo>
                  <a:pt x="146" y="113"/>
                </a:lnTo>
                <a:lnTo>
                  <a:pt x="158" y="120"/>
                </a:lnTo>
                <a:lnTo>
                  <a:pt x="158" y="130"/>
                </a:lnTo>
                <a:lnTo>
                  <a:pt x="154" y="149"/>
                </a:lnTo>
                <a:lnTo>
                  <a:pt x="150" y="171"/>
                </a:lnTo>
                <a:lnTo>
                  <a:pt x="150" y="187"/>
                </a:lnTo>
                <a:lnTo>
                  <a:pt x="143" y="202"/>
                </a:lnTo>
                <a:lnTo>
                  <a:pt x="137" y="217"/>
                </a:lnTo>
                <a:lnTo>
                  <a:pt x="129" y="206"/>
                </a:lnTo>
                <a:lnTo>
                  <a:pt x="127" y="189"/>
                </a:lnTo>
                <a:lnTo>
                  <a:pt x="126" y="168"/>
                </a:lnTo>
                <a:lnTo>
                  <a:pt x="124" y="145"/>
                </a:lnTo>
                <a:lnTo>
                  <a:pt x="124" y="132"/>
                </a:lnTo>
                <a:lnTo>
                  <a:pt x="118" y="124"/>
                </a:lnTo>
                <a:lnTo>
                  <a:pt x="107" y="126"/>
                </a:lnTo>
                <a:lnTo>
                  <a:pt x="97" y="118"/>
                </a:lnTo>
                <a:lnTo>
                  <a:pt x="91" y="111"/>
                </a:lnTo>
                <a:lnTo>
                  <a:pt x="91" y="101"/>
                </a:lnTo>
                <a:lnTo>
                  <a:pt x="99" y="90"/>
                </a:lnTo>
                <a:lnTo>
                  <a:pt x="101" y="78"/>
                </a:lnTo>
                <a:lnTo>
                  <a:pt x="91" y="73"/>
                </a:lnTo>
                <a:lnTo>
                  <a:pt x="63" y="57"/>
                </a:lnTo>
                <a:lnTo>
                  <a:pt x="29" y="38"/>
                </a:lnTo>
                <a:lnTo>
                  <a:pt x="0" y="19"/>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0" name="Freeform 52">
            <a:extLst>
              <a:ext uri="{FF2B5EF4-FFF2-40B4-BE49-F238E27FC236}">
                <a16:creationId xmlns:a16="http://schemas.microsoft.com/office/drawing/2014/main" id="{C0F7645E-FA75-4A52-8961-D259AC4C7AD0}"/>
              </a:ext>
            </a:extLst>
          </p:cNvPr>
          <p:cNvSpPr>
            <a:spLocks/>
          </p:cNvSpPr>
          <p:nvPr/>
        </p:nvSpPr>
        <p:spPr bwMode="auto">
          <a:xfrm>
            <a:off x="7521706" y="6061739"/>
            <a:ext cx="89247" cy="127745"/>
          </a:xfrm>
          <a:custGeom>
            <a:avLst/>
            <a:gdLst>
              <a:gd name="T0" fmla="*/ 2147483646 w 103"/>
              <a:gd name="T1" fmla="*/ 0 h 146"/>
              <a:gd name="T2" fmla="*/ 2147483646 w 103"/>
              <a:gd name="T3" fmla="*/ 2147483646 h 146"/>
              <a:gd name="T4" fmla="*/ 2147483646 w 103"/>
              <a:gd name="T5" fmla="*/ 2147483646 h 146"/>
              <a:gd name="T6" fmla="*/ 2147483646 w 103"/>
              <a:gd name="T7" fmla="*/ 2147483646 h 146"/>
              <a:gd name="T8" fmla="*/ 2147483646 w 103"/>
              <a:gd name="T9" fmla="*/ 2147483646 h 146"/>
              <a:gd name="T10" fmla="*/ 2147483646 w 103"/>
              <a:gd name="T11" fmla="*/ 2147483646 h 146"/>
              <a:gd name="T12" fmla="*/ 2147483646 w 103"/>
              <a:gd name="T13" fmla="*/ 2147483646 h 146"/>
              <a:gd name="T14" fmla="*/ 2147483646 w 103"/>
              <a:gd name="T15" fmla="*/ 2147483646 h 146"/>
              <a:gd name="T16" fmla="*/ 2147483646 w 103"/>
              <a:gd name="T17" fmla="*/ 2147483646 h 146"/>
              <a:gd name="T18" fmla="*/ 2147483646 w 103"/>
              <a:gd name="T19" fmla="*/ 2147483646 h 146"/>
              <a:gd name="T20" fmla="*/ 2147483646 w 103"/>
              <a:gd name="T21" fmla="*/ 2147483646 h 146"/>
              <a:gd name="T22" fmla="*/ 2147483646 w 103"/>
              <a:gd name="T23" fmla="*/ 2147483646 h 146"/>
              <a:gd name="T24" fmla="*/ 2147483646 w 103"/>
              <a:gd name="T25" fmla="*/ 2147483646 h 146"/>
              <a:gd name="T26" fmla="*/ 2147483646 w 103"/>
              <a:gd name="T27" fmla="*/ 2147483646 h 146"/>
              <a:gd name="T28" fmla="*/ 2147483646 w 103"/>
              <a:gd name="T29" fmla="*/ 2147483646 h 146"/>
              <a:gd name="T30" fmla="*/ 2147483646 w 103"/>
              <a:gd name="T31" fmla="*/ 2147483646 h 146"/>
              <a:gd name="T32" fmla="*/ 0 w 103"/>
              <a:gd name="T33" fmla="*/ 2147483646 h 146"/>
              <a:gd name="T34" fmla="*/ 2147483646 w 103"/>
              <a:gd name="T35" fmla="*/ 0 h 146"/>
              <a:gd name="T36" fmla="*/ 2147483646 w 103"/>
              <a:gd name="T37" fmla="*/ 0 h 1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3"/>
              <a:gd name="T58" fmla="*/ 0 h 146"/>
              <a:gd name="T59" fmla="*/ 103 w 103"/>
              <a:gd name="T60" fmla="*/ 146 h 14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3" h="146">
                <a:moveTo>
                  <a:pt x="17" y="0"/>
                </a:moveTo>
                <a:lnTo>
                  <a:pt x="38" y="15"/>
                </a:lnTo>
                <a:lnTo>
                  <a:pt x="51" y="32"/>
                </a:lnTo>
                <a:lnTo>
                  <a:pt x="65" y="51"/>
                </a:lnTo>
                <a:lnTo>
                  <a:pt x="76" y="68"/>
                </a:lnTo>
                <a:lnTo>
                  <a:pt x="82" y="84"/>
                </a:lnTo>
                <a:lnTo>
                  <a:pt x="89" y="97"/>
                </a:lnTo>
                <a:lnTo>
                  <a:pt x="95" y="120"/>
                </a:lnTo>
                <a:lnTo>
                  <a:pt x="103" y="146"/>
                </a:lnTo>
                <a:lnTo>
                  <a:pt x="91" y="137"/>
                </a:lnTo>
                <a:lnTo>
                  <a:pt x="80" y="110"/>
                </a:lnTo>
                <a:lnTo>
                  <a:pt x="67" y="89"/>
                </a:lnTo>
                <a:lnTo>
                  <a:pt x="57" y="70"/>
                </a:lnTo>
                <a:lnTo>
                  <a:pt x="44" y="53"/>
                </a:lnTo>
                <a:lnTo>
                  <a:pt x="32" y="36"/>
                </a:lnTo>
                <a:lnTo>
                  <a:pt x="21" y="25"/>
                </a:lnTo>
                <a:lnTo>
                  <a:pt x="0" y="6"/>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1" name="Freeform 53">
            <a:extLst>
              <a:ext uri="{FF2B5EF4-FFF2-40B4-BE49-F238E27FC236}">
                <a16:creationId xmlns:a16="http://schemas.microsoft.com/office/drawing/2014/main" id="{23EF429A-A952-43F0-960D-96923E18E6A4}"/>
              </a:ext>
            </a:extLst>
          </p:cNvPr>
          <p:cNvSpPr>
            <a:spLocks/>
          </p:cNvSpPr>
          <p:nvPr/>
        </p:nvSpPr>
        <p:spPr bwMode="auto">
          <a:xfrm>
            <a:off x="7449959" y="6051240"/>
            <a:ext cx="97996" cy="138245"/>
          </a:xfrm>
          <a:custGeom>
            <a:avLst/>
            <a:gdLst>
              <a:gd name="T0" fmla="*/ 2147483646 w 113"/>
              <a:gd name="T1" fmla="*/ 0 h 157"/>
              <a:gd name="T2" fmla="*/ 2147483646 w 113"/>
              <a:gd name="T3" fmla="*/ 2147483646 h 157"/>
              <a:gd name="T4" fmla="*/ 2147483646 w 113"/>
              <a:gd name="T5" fmla="*/ 2147483646 h 157"/>
              <a:gd name="T6" fmla="*/ 1947795853 w 113"/>
              <a:gd name="T7" fmla="*/ 2147483646 h 157"/>
              <a:gd name="T8" fmla="*/ 0 w 113"/>
              <a:gd name="T9" fmla="*/ 2147483646 h 157"/>
              <a:gd name="T10" fmla="*/ 0 w 113"/>
              <a:gd name="T11" fmla="*/ 2147483646 h 157"/>
              <a:gd name="T12" fmla="*/ 2147483646 w 113"/>
              <a:gd name="T13" fmla="*/ 2147483646 h 157"/>
              <a:gd name="T14" fmla="*/ 2147483646 w 113"/>
              <a:gd name="T15" fmla="*/ 2147483646 h 157"/>
              <a:gd name="T16" fmla="*/ 2147483646 w 113"/>
              <a:gd name="T17" fmla="*/ 2147483646 h 157"/>
              <a:gd name="T18" fmla="*/ 2147483646 w 113"/>
              <a:gd name="T19" fmla="*/ 2147483646 h 157"/>
              <a:gd name="T20" fmla="*/ 2147483646 w 113"/>
              <a:gd name="T21" fmla="*/ 2147483646 h 157"/>
              <a:gd name="T22" fmla="*/ 2147483646 w 113"/>
              <a:gd name="T23" fmla="*/ 2147483646 h 157"/>
              <a:gd name="T24" fmla="*/ 2147483646 w 113"/>
              <a:gd name="T25" fmla="*/ 2147483646 h 157"/>
              <a:gd name="T26" fmla="*/ 2147483646 w 113"/>
              <a:gd name="T27" fmla="*/ 2147483646 h 157"/>
              <a:gd name="T28" fmla="*/ 2147483646 w 113"/>
              <a:gd name="T29" fmla="*/ 2147483646 h 157"/>
              <a:gd name="T30" fmla="*/ 2147483646 w 113"/>
              <a:gd name="T31" fmla="*/ 2147483646 h 157"/>
              <a:gd name="T32" fmla="*/ 2147483646 w 113"/>
              <a:gd name="T33" fmla="*/ 2147483646 h 157"/>
              <a:gd name="T34" fmla="*/ 2147483646 w 113"/>
              <a:gd name="T35" fmla="*/ 2147483646 h 157"/>
              <a:gd name="T36" fmla="*/ 2147483646 w 113"/>
              <a:gd name="T37" fmla="*/ 2147483646 h 157"/>
              <a:gd name="T38" fmla="*/ 2147483646 w 113"/>
              <a:gd name="T39" fmla="*/ 2147483646 h 157"/>
              <a:gd name="T40" fmla="*/ 2147483646 w 113"/>
              <a:gd name="T41" fmla="*/ 2147483646 h 157"/>
              <a:gd name="T42" fmla="*/ 2147483646 w 113"/>
              <a:gd name="T43" fmla="*/ 2147483646 h 157"/>
              <a:gd name="T44" fmla="*/ 2147483646 w 113"/>
              <a:gd name="T45" fmla="*/ 2147483646 h 157"/>
              <a:gd name="T46" fmla="*/ 2147483646 w 113"/>
              <a:gd name="T47" fmla="*/ 2147483646 h 157"/>
              <a:gd name="T48" fmla="*/ 2147483646 w 113"/>
              <a:gd name="T49" fmla="*/ 2147483646 h 157"/>
              <a:gd name="T50" fmla="*/ 2147483646 w 113"/>
              <a:gd name="T51" fmla="*/ 2147483646 h 157"/>
              <a:gd name="T52" fmla="*/ 2147483646 w 113"/>
              <a:gd name="T53" fmla="*/ 2147483646 h 157"/>
              <a:gd name="T54" fmla="*/ 2147483646 w 113"/>
              <a:gd name="T55" fmla="*/ 2147483646 h 157"/>
              <a:gd name="T56" fmla="*/ 2147483646 w 113"/>
              <a:gd name="T57" fmla="*/ 2147483646 h 157"/>
              <a:gd name="T58" fmla="*/ 2147483646 w 113"/>
              <a:gd name="T59" fmla="*/ 2147483646 h 157"/>
              <a:gd name="T60" fmla="*/ 2147483646 w 113"/>
              <a:gd name="T61" fmla="*/ 2147483646 h 157"/>
              <a:gd name="T62" fmla="*/ 2147483646 w 113"/>
              <a:gd name="T63" fmla="*/ 2147483646 h 157"/>
              <a:gd name="T64" fmla="*/ 2147483646 w 113"/>
              <a:gd name="T65" fmla="*/ 2147483646 h 157"/>
              <a:gd name="T66" fmla="*/ 2147483646 w 113"/>
              <a:gd name="T67" fmla="*/ 2147483646 h 157"/>
              <a:gd name="T68" fmla="*/ 2147483646 w 113"/>
              <a:gd name="T69" fmla="*/ 2147483646 h 157"/>
              <a:gd name="T70" fmla="*/ 2147483646 w 113"/>
              <a:gd name="T71" fmla="*/ 2147483646 h 157"/>
              <a:gd name="T72" fmla="*/ 2147483646 w 113"/>
              <a:gd name="T73" fmla="*/ 2147483646 h 157"/>
              <a:gd name="T74" fmla="*/ 2147483646 w 113"/>
              <a:gd name="T75" fmla="*/ 0 h 157"/>
              <a:gd name="T76" fmla="*/ 2147483646 w 113"/>
              <a:gd name="T77" fmla="*/ 0 h 15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13"/>
              <a:gd name="T118" fmla="*/ 0 h 157"/>
              <a:gd name="T119" fmla="*/ 113 w 113"/>
              <a:gd name="T120" fmla="*/ 157 h 157"/>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13" h="157">
                <a:moveTo>
                  <a:pt x="23" y="0"/>
                </a:moveTo>
                <a:lnTo>
                  <a:pt x="18" y="30"/>
                </a:lnTo>
                <a:lnTo>
                  <a:pt x="10" y="55"/>
                </a:lnTo>
                <a:lnTo>
                  <a:pt x="4" y="78"/>
                </a:lnTo>
                <a:lnTo>
                  <a:pt x="0" y="100"/>
                </a:lnTo>
                <a:lnTo>
                  <a:pt x="0" y="112"/>
                </a:lnTo>
                <a:lnTo>
                  <a:pt x="8" y="121"/>
                </a:lnTo>
                <a:lnTo>
                  <a:pt x="16" y="123"/>
                </a:lnTo>
                <a:lnTo>
                  <a:pt x="23" y="121"/>
                </a:lnTo>
                <a:lnTo>
                  <a:pt x="31" y="121"/>
                </a:lnTo>
                <a:lnTo>
                  <a:pt x="38" y="116"/>
                </a:lnTo>
                <a:lnTo>
                  <a:pt x="37" y="131"/>
                </a:lnTo>
                <a:lnTo>
                  <a:pt x="38" y="144"/>
                </a:lnTo>
                <a:lnTo>
                  <a:pt x="44" y="152"/>
                </a:lnTo>
                <a:lnTo>
                  <a:pt x="50" y="155"/>
                </a:lnTo>
                <a:lnTo>
                  <a:pt x="59" y="157"/>
                </a:lnTo>
                <a:lnTo>
                  <a:pt x="67" y="152"/>
                </a:lnTo>
                <a:lnTo>
                  <a:pt x="78" y="148"/>
                </a:lnTo>
                <a:lnTo>
                  <a:pt x="90" y="146"/>
                </a:lnTo>
                <a:lnTo>
                  <a:pt x="97" y="146"/>
                </a:lnTo>
                <a:lnTo>
                  <a:pt x="109" y="152"/>
                </a:lnTo>
                <a:lnTo>
                  <a:pt x="113" y="142"/>
                </a:lnTo>
                <a:lnTo>
                  <a:pt x="101" y="133"/>
                </a:lnTo>
                <a:lnTo>
                  <a:pt x="86" y="129"/>
                </a:lnTo>
                <a:lnTo>
                  <a:pt x="75" y="131"/>
                </a:lnTo>
                <a:lnTo>
                  <a:pt x="65" y="133"/>
                </a:lnTo>
                <a:lnTo>
                  <a:pt x="67" y="117"/>
                </a:lnTo>
                <a:lnTo>
                  <a:pt x="65" y="102"/>
                </a:lnTo>
                <a:lnTo>
                  <a:pt x="61" y="95"/>
                </a:lnTo>
                <a:lnTo>
                  <a:pt x="54" y="87"/>
                </a:lnTo>
                <a:lnTo>
                  <a:pt x="42" y="93"/>
                </a:lnTo>
                <a:lnTo>
                  <a:pt x="31" y="98"/>
                </a:lnTo>
                <a:lnTo>
                  <a:pt x="23" y="97"/>
                </a:lnTo>
                <a:lnTo>
                  <a:pt x="29" y="83"/>
                </a:lnTo>
                <a:lnTo>
                  <a:pt x="35" y="57"/>
                </a:lnTo>
                <a:lnTo>
                  <a:pt x="40" y="34"/>
                </a:lnTo>
                <a:lnTo>
                  <a:pt x="50" y="11"/>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2" name="Freeform 54">
            <a:extLst>
              <a:ext uri="{FF2B5EF4-FFF2-40B4-BE49-F238E27FC236}">
                <a16:creationId xmlns:a16="http://schemas.microsoft.com/office/drawing/2014/main" id="{D3104545-CAB9-4F1A-ACD0-CEB4A98A0177}"/>
              </a:ext>
            </a:extLst>
          </p:cNvPr>
          <p:cNvSpPr>
            <a:spLocks/>
          </p:cNvSpPr>
          <p:nvPr/>
        </p:nvSpPr>
        <p:spPr bwMode="auto">
          <a:xfrm>
            <a:off x="7194470" y="6075739"/>
            <a:ext cx="979958" cy="269488"/>
          </a:xfrm>
          <a:custGeom>
            <a:avLst/>
            <a:gdLst>
              <a:gd name="T0" fmla="*/ 2147483646 w 1119"/>
              <a:gd name="T1" fmla="*/ 2147483646 h 308"/>
              <a:gd name="T2" fmla="*/ 2147483646 w 1119"/>
              <a:gd name="T3" fmla="*/ 2147483646 h 308"/>
              <a:gd name="T4" fmla="*/ 2147483646 w 1119"/>
              <a:gd name="T5" fmla="*/ 2147483646 h 308"/>
              <a:gd name="T6" fmla="*/ 2147483646 w 1119"/>
              <a:gd name="T7" fmla="*/ 2147483646 h 308"/>
              <a:gd name="T8" fmla="*/ 2147483646 w 1119"/>
              <a:gd name="T9" fmla="*/ 2147483646 h 308"/>
              <a:gd name="T10" fmla="*/ 2147483646 w 1119"/>
              <a:gd name="T11" fmla="*/ 2147483646 h 308"/>
              <a:gd name="T12" fmla="*/ 2147483646 w 1119"/>
              <a:gd name="T13" fmla="*/ 2147483646 h 308"/>
              <a:gd name="T14" fmla="*/ 2147483646 w 1119"/>
              <a:gd name="T15" fmla="*/ 2147483646 h 308"/>
              <a:gd name="T16" fmla="*/ 2147483646 w 1119"/>
              <a:gd name="T17" fmla="*/ 2147483646 h 308"/>
              <a:gd name="T18" fmla="*/ 2147483646 w 1119"/>
              <a:gd name="T19" fmla="*/ 2147483646 h 308"/>
              <a:gd name="T20" fmla="*/ 2147483646 w 1119"/>
              <a:gd name="T21" fmla="*/ 2147483646 h 308"/>
              <a:gd name="T22" fmla="*/ 2147483646 w 1119"/>
              <a:gd name="T23" fmla="*/ 2147483646 h 308"/>
              <a:gd name="T24" fmla="*/ 2147483646 w 1119"/>
              <a:gd name="T25" fmla="*/ 2147483646 h 308"/>
              <a:gd name="T26" fmla="*/ 2147483646 w 1119"/>
              <a:gd name="T27" fmla="*/ 2147483646 h 308"/>
              <a:gd name="T28" fmla="*/ 2147483646 w 1119"/>
              <a:gd name="T29" fmla="*/ 2147483646 h 308"/>
              <a:gd name="T30" fmla="*/ 2147483646 w 1119"/>
              <a:gd name="T31" fmla="*/ 2147483646 h 308"/>
              <a:gd name="T32" fmla="*/ 2147483646 w 1119"/>
              <a:gd name="T33" fmla="*/ 2147483646 h 308"/>
              <a:gd name="T34" fmla="*/ 2147483646 w 1119"/>
              <a:gd name="T35" fmla="*/ 2147483646 h 308"/>
              <a:gd name="T36" fmla="*/ 2147483646 w 1119"/>
              <a:gd name="T37" fmla="*/ 2147483646 h 308"/>
              <a:gd name="T38" fmla="*/ 2147483646 w 1119"/>
              <a:gd name="T39" fmla="*/ 2147483646 h 308"/>
              <a:gd name="T40" fmla="*/ 2147483646 w 1119"/>
              <a:gd name="T41" fmla="*/ 2147483646 h 308"/>
              <a:gd name="T42" fmla="*/ 2147483646 w 1119"/>
              <a:gd name="T43" fmla="*/ 2147483646 h 308"/>
              <a:gd name="T44" fmla="*/ 0 w 1119"/>
              <a:gd name="T45" fmla="*/ 2147483646 h 308"/>
              <a:gd name="T46" fmla="*/ 2147483646 w 1119"/>
              <a:gd name="T47" fmla="*/ 2147483646 h 308"/>
              <a:gd name="T48" fmla="*/ 2147483646 w 1119"/>
              <a:gd name="T49" fmla="*/ 2147483646 h 308"/>
              <a:gd name="T50" fmla="*/ 2147483646 w 1119"/>
              <a:gd name="T51" fmla="*/ 2147483646 h 308"/>
              <a:gd name="T52" fmla="*/ 2147483646 w 1119"/>
              <a:gd name="T53" fmla="*/ 2147483646 h 308"/>
              <a:gd name="T54" fmla="*/ 2147483646 w 1119"/>
              <a:gd name="T55" fmla="*/ 2147483646 h 308"/>
              <a:gd name="T56" fmla="*/ 2147483646 w 1119"/>
              <a:gd name="T57" fmla="*/ 2147483646 h 308"/>
              <a:gd name="T58" fmla="*/ 2147483646 w 1119"/>
              <a:gd name="T59" fmla="*/ 2147483646 h 308"/>
              <a:gd name="T60" fmla="*/ 2147483646 w 1119"/>
              <a:gd name="T61" fmla="*/ 2147483646 h 308"/>
              <a:gd name="T62" fmla="*/ 2147483646 w 1119"/>
              <a:gd name="T63" fmla="*/ 2147483646 h 308"/>
              <a:gd name="T64" fmla="*/ 2147483646 w 1119"/>
              <a:gd name="T65" fmla="*/ 2147483646 h 308"/>
              <a:gd name="T66" fmla="*/ 2147483646 w 1119"/>
              <a:gd name="T67" fmla="*/ 2147483646 h 308"/>
              <a:gd name="T68" fmla="*/ 2147483646 w 1119"/>
              <a:gd name="T69" fmla="*/ 2147483646 h 308"/>
              <a:gd name="T70" fmla="*/ 2147483646 w 1119"/>
              <a:gd name="T71" fmla="*/ 2147483646 h 308"/>
              <a:gd name="T72" fmla="*/ 2147483646 w 1119"/>
              <a:gd name="T73" fmla="*/ 2147483646 h 308"/>
              <a:gd name="T74" fmla="*/ 2147483646 w 1119"/>
              <a:gd name="T75" fmla="*/ 2147483646 h 308"/>
              <a:gd name="T76" fmla="*/ 2147483646 w 1119"/>
              <a:gd name="T77" fmla="*/ 2147483646 h 308"/>
              <a:gd name="T78" fmla="*/ 2147483646 w 1119"/>
              <a:gd name="T79" fmla="*/ 2147483646 h 308"/>
              <a:gd name="T80" fmla="*/ 2147483646 w 1119"/>
              <a:gd name="T81" fmla="*/ 2147483646 h 308"/>
              <a:gd name="T82" fmla="*/ 2147483646 w 1119"/>
              <a:gd name="T83" fmla="*/ 2147483646 h 308"/>
              <a:gd name="T84" fmla="*/ 2147483646 w 1119"/>
              <a:gd name="T85" fmla="*/ 2147483646 h 308"/>
              <a:gd name="T86" fmla="*/ 2147483646 w 1119"/>
              <a:gd name="T87" fmla="*/ 2147483646 h 308"/>
              <a:gd name="T88" fmla="*/ 2147483646 w 1119"/>
              <a:gd name="T89" fmla="*/ 2147483646 h 308"/>
              <a:gd name="T90" fmla="*/ 2147483646 w 1119"/>
              <a:gd name="T91" fmla="*/ 2147483646 h 308"/>
              <a:gd name="T92" fmla="*/ 2147483646 w 1119"/>
              <a:gd name="T93" fmla="*/ 2147483646 h 308"/>
              <a:gd name="T94" fmla="*/ 2147483646 w 1119"/>
              <a:gd name="T95" fmla="*/ 2147483646 h 308"/>
              <a:gd name="T96" fmla="*/ 2147483646 w 1119"/>
              <a:gd name="T97" fmla="*/ 2147483646 h 308"/>
              <a:gd name="T98" fmla="*/ 2147483646 w 1119"/>
              <a:gd name="T99" fmla="*/ 2147483646 h 308"/>
              <a:gd name="T100" fmla="*/ 2147483646 w 1119"/>
              <a:gd name="T101" fmla="*/ 2147483646 h 308"/>
              <a:gd name="T102" fmla="*/ 2147483646 w 1119"/>
              <a:gd name="T103" fmla="*/ 2147483646 h 308"/>
              <a:gd name="T104" fmla="*/ 2147483646 w 1119"/>
              <a:gd name="T105" fmla="*/ 0 h 308"/>
              <a:gd name="T106" fmla="*/ 2147483646 w 1119"/>
              <a:gd name="T107" fmla="*/ 2147483646 h 30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19"/>
              <a:gd name="T163" fmla="*/ 0 h 308"/>
              <a:gd name="T164" fmla="*/ 1119 w 1119"/>
              <a:gd name="T165" fmla="*/ 308 h 30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19" h="308">
                <a:moveTo>
                  <a:pt x="885" y="8"/>
                </a:moveTo>
                <a:lnTo>
                  <a:pt x="885" y="23"/>
                </a:lnTo>
                <a:lnTo>
                  <a:pt x="881" y="44"/>
                </a:lnTo>
                <a:lnTo>
                  <a:pt x="876" y="61"/>
                </a:lnTo>
                <a:lnTo>
                  <a:pt x="870" y="74"/>
                </a:lnTo>
                <a:lnTo>
                  <a:pt x="862" y="90"/>
                </a:lnTo>
                <a:lnTo>
                  <a:pt x="862" y="101"/>
                </a:lnTo>
                <a:lnTo>
                  <a:pt x="866" y="118"/>
                </a:lnTo>
                <a:lnTo>
                  <a:pt x="874" y="139"/>
                </a:lnTo>
                <a:lnTo>
                  <a:pt x="880" y="160"/>
                </a:lnTo>
                <a:lnTo>
                  <a:pt x="889" y="179"/>
                </a:lnTo>
                <a:lnTo>
                  <a:pt x="897" y="196"/>
                </a:lnTo>
                <a:lnTo>
                  <a:pt x="906" y="213"/>
                </a:lnTo>
                <a:lnTo>
                  <a:pt x="912" y="230"/>
                </a:lnTo>
                <a:lnTo>
                  <a:pt x="920" y="249"/>
                </a:lnTo>
                <a:lnTo>
                  <a:pt x="921" y="261"/>
                </a:lnTo>
                <a:lnTo>
                  <a:pt x="921" y="268"/>
                </a:lnTo>
                <a:lnTo>
                  <a:pt x="910" y="272"/>
                </a:lnTo>
                <a:lnTo>
                  <a:pt x="887" y="276"/>
                </a:lnTo>
                <a:lnTo>
                  <a:pt x="870" y="280"/>
                </a:lnTo>
                <a:lnTo>
                  <a:pt x="843" y="274"/>
                </a:lnTo>
                <a:lnTo>
                  <a:pt x="826" y="272"/>
                </a:lnTo>
                <a:lnTo>
                  <a:pt x="796" y="272"/>
                </a:lnTo>
                <a:lnTo>
                  <a:pt x="764" y="270"/>
                </a:lnTo>
                <a:lnTo>
                  <a:pt x="728" y="272"/>
                </a:lnTo>
                <a:lnTo>
                  <a:pt x="680" y="272"/>
                </a:lnTo>
                <a:lnTo>
                  <a:pt x="650" y="272"/>
                </a:lnTo>
                <a:lnTo>
                  <a:pt x="572" y="274"/>
                </a:lnTo>
                <a:lnTo>
                  <a:pt x="517" y="276"/>
                </a:lnTo>
                <a:lnTo>
                  <a:pt x="452" y="285"/>
                </a:lnTo>
                <a:lnTo>
                  <a:pt x="427" y="282"/>
                </a:lnTo>
                <a:lnTo>
                  <a:pt x="391" y="282"/>
                </a:lnTo>
                <a:lnTo>
                  <a:pt x="365" y="280"/>
                </a:lnTo>
                <a:lnTo>
                  <a:pt x="344" y="272"/>
                </a:lnTo>
                <a:lnTo>
                  <a:pt x="332" y="268"/>
                </a:lnTo>
                <a:lnTo>
                  <a:pt x="313" y="274"/>
                </a:lnTo>
                <a:lnTo>
                  <a:pt x="289" y="276"/>
                </a:lnTo>
                <a:lnTo>
                  <a:pt x="262" y="278"/>
                </a:lnTo>
                <a:lnTo>
                  <a:pt x="213" y="282"/>
                </a:lnTo>
                <a:lnTo>
                  <a:pt x="173" y="276"/>
                </a:lnTo>
                <a:lnTo>
                  <a:pt x="119" y="270"/>
                </a:lnTo>
                <a:lnTo>
                  <a:pt x="83" y="264"/>
                </a:lnTo>
                <a:lnTo>
                  <a:pt x="53" y="261"/>
                </a:lnTo>
                <a:lnTo>
                  <a:pt x="28" y="251"/>
                </a:lnTo>
                <a:lnTo>
                  <a:pt x="7" y="243"/>
                </a:lnTo>
                <a:lnTo>
                  <a:pt x="0" y="251"/>
                </a:lnTo>
                <a:lnTo>
                  <a:pt x="2" y="261"/>
                </a:lnTo>
                <a:lnTo>
                  <a:pt x="13" y="268"/>
                </a:lnTo>
                <a:lnTo>
                  <a:pt x="41" y="278"/>
                </a:lnTo>
                <a:lnTo>
                  <a:pt x="83" y="285"/>
                </a:lnTo>
                <a:lnTo>
                  <a:pt x="119" y="291"/>
                </a:lnTo>
                <a:lnTo>
                  <a:pt x="154" y="297"/>
                </a:lnTo>
                <a:lnTo>
                  <a:pt x="180" y="301"/>
                </a:lnTo>
                <a:lnTo>
                  <a:pt x="213" y="304"/>
                </a:lnTo>
                <a:lnTo>
                  <a:pt x="247" y="304"/>
                </a:lnTo>
                <a:lnTo>
                  <a:pt x="277" y="302"/>
                </a:lnTo>
                <a:lnTo>
                  <a:pt x="306" y="297"/>
                </a:lnTo>
                <a:lnTo>
                  <a:pt x="327" y="295"/>
                </a:lnTo>
                <a:lnTo>
                  <a:pt x="349" y="297"/>
                </a:lnTo>
                <a:lnTo>
                  <a:pt x="385" y="302"/>
                </a:lnTo>
                <a:lnTo>
                  <a:pt x="425" y="304"/>
                </a:lnTo>
                <a:lnTo>
                  <a:pt x="463" y="308"/>
                </a:lnTo>
                <a:lnTo>
                  <a:pt x="496" y="304"/>
                </a:lnTo>
                <a:lnTo>
                  <a:pt x="534" y="302"/>
                </a:lnTo>
                <a:lnTo>
                  <a:pt x="570" y="299"/>
                </a:lnTo>
                <a:lnTo>
                  <a:pt x="634" y="299"/>
                </a:lnTo>
                <a:lnTo>
                  <a:pt x="672" y="297"/>
                </a:lnTo>
                <a:lnTo>
                  <a:pt x="697" y="299"/>
                </a:lnTo>
                <a:lnTo>
                  <a:pt x="729" y="299"/>
                </a:lnTo>
                <a:lnTo>
                  <a:pt x="756" y="299"/>
                </a:lnTo>
                <a:lnTo>
                  <a:pt x="769" y="299"/>
                </a:lnTo>
                <a:lnTo>
                  <a:pt x="779" y="308"/>
                </a:lnTo>
                <a:lnTo>
                  <a:pt x="792" y="302"/>
                </a:lnTo>
                <a:lnTo>
                  <a:pt x="821" y="304"/>
                </a:lnTo>
                <a:lnTo>
                  <a:pt x="859" y="304"/>
                </a:lnTo>
                <a:lnTo>
                  <a:pt x="897" y="302"/>
                </a:lnTo>
                <a:lnTo>
                  <a:pt x="935" y="302"/>
                </a:lnTo>
                <a:lnTo>
                  <a:pt x="971" y="301"/>
                </a:lnTo>
                <a:lnTo>
                  <a:pt x="1013" y="297"/>
                </a:lnTo>
                <a:lnTo>
                  <a:pt x="1045" y="295"/>
                </a:lnTo>
                <a:lnTo>
                  <a:pt x="1068" y="289"/>
                </a:lnTo>
                <a:lnTo>
                  <a:pt x="1089" y="285"/>
                </a:lnTo>
                <a:lnTo>
                  <a:pt x="1100" y="291"/>
                </a:lnTo>
                <a:lnTo>
                  <a:pt x="1113" y="283"/>
                </a:lnTo>
                <a:lnTo>
                  <a:pt x="1119" y="276"/>
                </a:lnTo>
                <a:lnTo>
                  <a:pt x="1111" y="268"/>
                </a:lnTo>
                <a:lnTo>
                  <a:pt x="1094" y="263"/>
                </a:lnTo>
                <a:lnTo>
                  <a:pt x="1062" y="261"/>
                </a:lnTo>
                <a:lnTo>
                  <a:pt x="1035" y="257"/>
                </a:lnTo>
                <a:lnTo>
                  <a:pt x="1007" y="253"/>
                </a:lnTo>
                <a:lnTo>
                  <a:pt x="986" y="249"/>
                </a:lnTo>
                <a:lnTo>
                  <a:pt x="959" y="247"/>
                </a:lnTo>
                <a:lnTo>
                  <a:pt x="950" y="243"/>
                </a:lnTo>
                <a:lnTo>
                  <a:pt x="942" y="234"/>
                </a:lnTo>
                <a:lnTo>
                  <a:pt x="929" y="209"/>
                </a:lnTo>
                <a:lnTo>
                  <a:pt x="920" y="188"/>
                </a:lnTo>
                <a:lnTo>
                  <a:pt x="910" y="169"/>
                </a:lnTo>
                <a:lnTo>
                  <a:pt x="902" y="150"/>
                </a:lnTo>
                <a:lnTo>
                  <a:pt x="899" y="131"/>
                </a:lnTo>
                <a:lnTo>
                  <a:pt x="897" y="110"/>
                </a:lnTo>
                <a:lnTo>
                  <a:pt x="897" y="90"/>
                </a:lnTo>
                <a:lnTo>
                  <a:pt x="902" y="67"/>
                </a:lnTo>
                <a:lnTo>
                  <a:pt x="906" y="46"/>
                </a:lnTo>
                <a:lnTo>
                  <a:pt x="910" y="23"/>
                </a:lnTo>
                <a:lnTo>
                  <a:pt x="908" y="8"/>
                </a:lnTo>
                <a:lnTo>
                  <a:pt x="899" y="0"/>
                </a:lnTo>
                <a:lnTo>
                  <a:pt x="88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3" name="Freeform 55">
            <a:extLst>
              <a:ext uri="{FF2B5EF4-FFF2-40B4-BE49-F238E27FC236}">
                <a16:creationId xmlns:a16="http://schemas.microsoft.com/office/drawing/2014/main" id="{F2AE6216-784B-491F-8932-EE6E3BAB4246}"/>
              </a:ext>
            </a:extLst>
          </p:cNvPr>
          <p:cNvSpPr>
            <a:spLocks/>
          </p:cNvSpPr>
          <p:nvPr/>
        </p:nvSpPr>
        <p:spPr bwMode="auto">
          <a:xfrm>
            <a:off x="7530456" y="6170235"/>
            <a:ext cx="141743" cy="108495"/>
          </a:xfrm>
          <a:custGeom>
            <a:avLst/>
            <a:gdLst>
              <a:gd name="T0" fmla="*/ 0 w 161"/>
              <a:gd name="T1" fmla="*/ 2147483646 h 125"/>
              <a:gd name="T2" fmla="*/ 2147483646 w 161"/>
              <a:gd name="T3" fmla="*/ 2147483646 h 125"/>
              <a:gd name="T4" fmla="*/ 2147483646 w 161"/>
              <a:gd name="T5" fmla="*/ 2147483646 h 125"/>
              <a:gd name="T6" fmla="*/ 2147483646 w 161"/>
              <a:gd name="T7" fmla="*/ 2147483646 h 125"/>
              <a:gd name="T8" fmla="*/ 2147483646 w 161"/>
              <a:gd name="T9" fmla="*/ 2147483646 h 125"/>
              <a:gd name="T10" fmla="*/ 2147483646 w 161"/>
              <a:gd name="T11" fmla="*/ 2147483646 h 125"/>
              <a:gd name="T12" fmla="*/ 2147483646 w 161"/>
              <a:gd name="T13" fmla="*/ 2147483646 h 125"/>
              <a:gd name="T14" fmla="*/ 2147483646 w 161"/>
              <a:gd name="T15" fmla="*/ 2147483646 h 125"/>
              <a:gd name="T16" fmla="*/ 2147483646 w 161"/>
              <a:gd name="T17" fmla="*/ 2147483646 h 125"/>
              <a:gd name="T18" fmla="*/ 2147483646 w 161"/>
              <a:gd name="T19" fmla="*/ 2147483646 h 125"/>
              <a:gd name="T20" fmla="*/ 2147483646 w 161"/>
              <a:gd name="T21" fmla="*/ 2147483646 h 125"/>
              <a:gd name="T22" fmla="*/ 2147483646 w 161"/>
              <a:gd name="T23" fmla="*/ 2147483646 h 125"/>
              <a:gd name="T24" fmla="*/ 2147483646 w 161"/>
              <a:gd name="T25" fmla="*/ 2147483646 h 125"/>
              <a:gd name="T26" fmla="*/ 2147483646 w 161"/>
              <a:gd name="T27" fmla="*/ 2147483646 h 125"/>
              <a:gd name="T28" fmla="*/ 2147483646 w 161"/>
              <a:gd name="T29" fmla="*/ 2147483646 h 125"/>
              <a:gd name="T30" fmla="*/ 2147483646 w 161"/>
              <a:gd name="T31" fmla="*/ 2147483646 h 125"/>
              <a:gd name="T32" fmla="*/ 2147483646 w 161"/>
              <a:gd name="T33" fmla="*/ 2147483646 h 125"/>
              <a:gd name="T34" fmla="*/ 2147483646 w 161"/>
              <a:gd name="T35" fmla="*/ 2147483646 h 125"/>
              <a:gd name="T36" fmla="*/ 2147483646 w 161"/>
              <a:gd name="T37" fmla="*/ 2147483646 h 125"/>
              <a:gd name="T38" fmla="*/ 2147483646 w 161"/>
              <a:gd name="T39" fmla="*/ 2147483646 h 125"/>
              <a:gd name="T40" fmla="*/ 2147483646 w 161"/>
              <a:gd name="T41" fmla="*/ 2147483646 h 125"/>
              <a:gd name="T42" fmla="*/ 2147483646 w 161"/>
              <a:gd name="T43" fmla="*/ 2147483646 h 125"/>
              <a:gd name="T44" fmla="*/ 2147483646 w 161"/>
              <a:gd name="T45" fmla="*/ 2147483646 h 125"/>
              <a:gd name="T46" fmla="*/ 2147483646 w 161"/>
              <a:gd name="T47" fmla="*/ 0 h 125"/>
              <a:gd name="T48" fmla="*/ 2147483646 w 161"/>
              <a:gd name="T49" fmla="*/ 2147483646 h 125"/>
              <a:gd name="T50" fmla="*/ 2147483646 w 161"/>
              <a:gd name="T51" fmla="*/ 2147483646 h 125"/>
              <a:gd name="T52" fmla="*/ 2147483646 w 161"/>
              <a:gd name="T53" fmla="*/ 2147483646 h 125"/>
              <a:gd name="T54" fmla="*/ 2147483646 w 161"/>
              <a:gd name="T55" fmla="*/ 2147483646 h 125"/>
              <a:gd name="T56" fmla="*/ 2147483646 w 161"/>
              <a:gd name="T57" fmla="*/ 2147483646 h 125"/>
              <a:gd name="T58" fmla="*/ 2147483646 w 161"/>
              <a:gd name="T59" fmla="*/ 2147483646 h 125"/>
              <a:gd name="T60" fmla="*/ 2147483646 w 161"/>
              <a:gd name="T61" fmla="*/ 2147483646 h 125"/>
              <a:gd name="T62" fmla="*/ 2147483646 w 161"/>
              <a:gd name="T63" fmla="*/ 2147483646 h 125"/>
              <a:gd name="T64" fmla="*/ 2147483646 w 161"/>
              <a:gd name="T65" fmla="*/ 2147483646 h 125"/>
              <a:gd name="T66" fmla="*/ 2147483646 w 161"/>
              <a:gd name="T67" fmla="*/ 2147483646 h 125"/>
              <a:gd name="T68" fmla="*/ 2147483646 w 161"/>
              <a:gd name="T69" fmla="*/ 2147483646 h 125"/>
              <a:gd name="T70" fmla="*/ 2147483646 w 161"/>
              <a:gd name="T71" fmla="*/ 2147483646 h 125"/>
              <a:gd name="T72" fmla="*/ 2147483646 w 161"/>
              <a:gd name="T73" fmla="*/ 2147483646 h 125"/>
              <a:gd name="T74" fmla="*/ 2147483646 w 161"/>
              <a:gd name="T75" fmla="*/ 2147483646 h 125"/>
              <a:gd name="T76" fmla="*/ 2147483646 w 161"/>
              <a:gd name="T77" fmla="*/ 2147483646 h 125"/>
              <a:gd name="T78" fmla="*/ 2147483646 w 161"/>
              <a:gd name="T79" fmla="*/ 2147483646 h 125"/>
              <a:gd name="T80" fmla="*/ 2147483646 w 161"/>
              <a:gd name="T81" fmla="*/ 2147483646 h 125"/>
              <a:gd name="T82" fmla="*/ 2147483646 w 161"/>
              <a:gd name="T83" fmla="*/ 2147483646 h 125"/>
              <a:gd name="T84" fmla="*/ 1528372303 w 161"/>
              <a:gd name="T85" fmla="*/ 2147483646 h 125"/>
              <a:gd name="T86" fmla="*/ 0 w 161"/>
              <a:gd name="T87" fmla="*/ 2147483646 h 125"/>
              <a:gd name="T88" fmla="*/ 0 w 161"/>
              <a:gd name="T89" fmla="*/ 2147483646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1"/>
              <a:gd name="T136" fmla="*/ 0 h 125"/>
              <a:gd name="T137" fmla="*/ 161 w 161"/>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1" h="125">
                <a:moveTo>
                  <a:pt x="0" y="20"/>
                </a:moveTo>
                <a:lnTo>
                  <a:pt x="7" y="32"/>
                </a:lnTo>
                <a:lnTo>
                  <a:pt x="15" y="41"/>
                </a:lnTo>
                <a:lnTo>
                  <a:pt x="20" y="55"/>
                </a:lnTo>
                <a:lnTo>
                  <a:pt x="26" y="64"/>
                </a:lnTo>
                <a:lnTo>
                  <a:pt x="36" y="70"/>
                </a:lnTo>
                <a:lnTo>
                  <a:pt x="47" y="70"/>
                </a:lnTo>
                <a:lnTo>
                  <a:pt x="58" y="66"/>
                </a:lnTo>
                <a:lnTo>
                  <a:pt x="68" y="62"/>
                </a:lnTo>
                <a:lnTo>
                  <a:pt x="77" y="70"/>
                </a:lnTo>
                <a:lnTo>
                  <a:pt x="83" y="81"/>
                </a:lnTo>
                <a:lnTo>
                  <a:pt x="91" y="93"/>
                </a:lnTo>
                <a:lnTo>
                  <a:pt x="98" y="106"/>
                </a:lnTo>
                <a:lnTo>
                  <a:pt x="106" y="115"/>
                </a:lnTo>
                <a:lnTo>
                  <a:pt x="115" y="121"/>
                </a:lnTo>
                <a:lnTo>
                  <a:pt x="127" y="125"/>
                </a:lnTo>
                <a:lnTo>
                  <a:pt x="136" y="121"/>
                </a:lnTo>
                <a:lnTo>
                  <a:pt x="142" y="110"/>
                </a:lnTo>
                <a:lnTo>
                  <a:pt x="150" y="93"/>
                </a:lnTo>
                <a:lnTo>
                  <a:pt x="154" y="76"/>
                </a:lnTo>
                <a:lnTo>
                  <a:pt x="155" y="55"/>
                </a:lnTo>
                <a:lnTo>
                  <a:pt x="157" y="38"/>
                </a:lnTo>
                <a:lnTo>
                  <a:pt x="161" y="19"/>
                </a:lnTo>
                <a:lnTo>
                  <a:pt x="157" y="0"/>
                </a:lnTo>
                <a:lnTo>
                  <a:pt x="150" y="7"/>
                </a:lnTo>
                <a:lnTo>
                  <a:pt x="142" y="19"/>
                </a:lnTo>
                <a:lnTo>
                  <a:pt x="140" y="32"/>
                </a:lnTo>
                <a:lnTo>
                  <a:pt x="135" y="49"/>
                </a:lnTo>
                <a:lnTo>
                  <a:pt x="129" y="66"/>
                </a:lnTo>
                <a:lnTo>
                  <a:pt x="127" y="81"/>
                </a:lnTo>
                <a:lnTo>
                  <a:pt x="125" y="91"/>
                </a:lnTo>
                <a:lnTo>
                  <a:pt x="115" y="87"/>
                </a:lnTo>
                <a:lnTo>
                  <a:pt x="108" y="72"/>
                </a:lnTo>
                <a:lnTo>
                  <a:pt x="98" y="57"/>
                </a:lnTo>
                <a:lnTo>
                  <a:pt x="85" y="47"/>
                </a:lnTo>
                <a:lnTo>
                  <a:pt x="76" y="43"/>
                </a:lnTo>
                <a:lnTo>
                  <a:pt x="62" y="41"/>
                </a:lnTo>
                <a:lnTo>
                  <a:pt x="53" y="47"/>
                </a:lnTo>
                <a:lnTo>
                  <a:pt x="43" y="43"/>
                </a:lnTo>
                <a:lnTo>
                  <a:pt x="38" y="32"/>
                </a:lnTo>
                <a:lnTo>
                  <a:pt x="26" y="19"/>
                </a:lnTo>
                <a:lnTo>
                  <a:pt x="11" y="11"/>
                </a:lnTo>
                <a:lnTo>
                  <a:pt x="3" y="7"/>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4" name="Freeform 56">
            <a:extLst>
              <a:ext uri="{FF2B5EF4-FFF2-40B4-BE49-F238E27FC236}">
                <a16:creationId xmlns:a16="http://schemas.microsoft.com/office/drawing/2014/main" id="{CA0D183A-E5CE-4DBA-B252-C87C2A63BFE4}"/>
              </a:ext>
            </a:extLst>
          </p:cNvPr>
          <p:cNvSpPr>
            <a:spLocks/>
          </p:cNvSpPr>
          <p:nvPr/>
        </p:nvSpPr>
        <p:spPr bwMode="auto">
          <a:xfrm>
            <a:off x="7892689" y="6096738"/>
            <a:ext cx="43749" cy="47249"/>
          </a:xfrm>
          <a:custGeom>
            <a:avLst/>
            <a:gdLst>
              <a:gd name="T0" fmla="*/ 2147483646 w 49"/>
              <a:gd name="T1" fmla="*/ 1057604897 h 53"/>
              <a:gd name="T2" fmla="*/ 2147483646 w 49"/>
              <a:gd name="T3" fmla="*/ 0 h 53"/>
              <a:gd name="T4" fmla="*/ 2147483646 w 49"/>
              <a:gd name="T5" fmla="*/ 2147483646 h 53"/>
              <a:gd name="T6" fmla="*/ 2147483646 w 49"/>
              <a:gd name="T7" fmla="*/ 2147483646 h 53"/>
              <a:gd name="T8" fmla="*/ 0 w 49"/>
              <a:gd name="T9" fmla="*/ 2147483646 h 53"/>
              <a:gd name="T10" fmla="*/ 0 w 49"/>
              <a:gd name="T11" fmla="*/ 2147483646 h 53"/>
              <a:gd name="T12" fmla="*/ 2147483646 w 49"/>
              <a:gd name="T13" fmla="*/ 2147483646 h 53"/>
              <a:gd name="T14" fmla="*/ 2147483646 w 49"/>
              <a:gd name="T15" fmla="*/ 2147483646 h 53"/>
              <a:gd name="T16" fmla="*/ 2147483646 w 49"/>
              <a:gd name="T17" fmla="*/ 2147483646 h 53"/>
              <a:gd name="T18" fmla="*/ 2147483646 w 49"/>
              <a:gd name="T19" fmla="*/ 2147483646 h 53"/>
              <a:gd name="T20" fmla="*/ 2147483646 w 49"/>
              <a:gd name="T21" fmla="*/ 2147483646 h 53"/>
              <a:gd name="T22" fmla="*/ 2147483646 w 49"/>
              <a:gd name="T23" fmla="*/ 2147483646 h 53"/>
              <a:gd name="T24" fmla="*/ 2147483646 w 49"/>
              <a:gd name="T25" fmla="*/ 2147483646 h 53"/>
              <a:gd name="T26" fmla="*/ 2147483646 w 49"/>
              <a:gd name="T27" fmla="*/ 2147483646 h 53"/>
              <a:gd name="T28" fmla="*/ 2147483646 w 49"/>
              <a:gd name="T29" fmla="*/ 2147483646 h 53"/>
              <a:gd name="T30" fmla="*/ 2147483646 w 49"/>
              <a:gd name="T31" fmla="*/ 2147483646 h 53"/>
              <a:gd name="T32" fmla="*/ 2147483646 w 49"/>
              <a:gd name="T33" fmla="*/ 2147483646 h 53"/>
              <a:gd name="T34" fmla="*/ 2147483646 w 49"/>
              <a:gd name="T35" fmla="*/ 2147483646 h 53"/>
              <a:gd name="T36" fmla="*/ 2147483646 w 49"/>
              <a:gd name="T37" fmla="*/ 2147483646 h 53"/>
              <a:gd name="T38" fmla="*/ 2147483646 w 49"/>
              <a:gd name="T39" fmla="*/ 2147483646 h 53"/>
              <a:gd name="T40" fmla="*/ 2147483646 w 49"/>
              <a:gd name="T41" fmla="*/ 2147483646 h 53"/>
              <a:gd name="T42" fmla="*/ 2147483646 w 49"/>
              <a:gd name="T43" fmla="*/ 1057604897 h 53"/>
              <a:gd name="T44" fmla="*/ 2147483646 w 49"/>
              <a:gd name="T45" fmla="*/ 1057604897 h 5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9"/>
              <a:gd name="T70" fmla="*/ 0 h 53"/>
              <a:gd name="T71" fmla="*/ 49 w 49"/>
              <a:gd name="T72" fmla="*/ 53 h 5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9" h="53">
                <a:moveTo>
                  <a:pt x="36" y="2"/>
                </a:moveTo>
                <a:lnTo>
                  <a:pt x="25" y="0"/>
                </a:lnTo>
                <a:lnTo>
                  <a:pt x="15" y="6"/>
                </a:lnTo>
                <a:lnTo>
                  <a:pt x="6" y="13"/>
                </a:lnTo>
                <a:lnTo>
                  <a:pt x="0" y="23"/>
                </a:lnTo>
                <a:lnTo>
                  <a:pt x="0" y="32"/>
                </a:lnTo>
                <a:lnTo>
                  <a:pt x="7" y="42"/>
                </a:lnTo>
                <a:lnTo>
                  <a:pt x="21" y="49"/>
                </a:lnTo>
                <a:lnTo>
                  <a:pt x="30" y="53"/>
                </a:lnTo>
                <a:lnTo>
                  <a:pt x="42" y="53"/>
                </a:lnTo>
                <a:lnTo>
                  <a:pt x="47" y="44"/>
                </a:lnTo>
                <a:lnTo>
                  <a:pt x="47" y="34"/>
                </a:lnTo>
                <a:lnTo>
                  <a:pt x="49" y="27"/>
                </a:lnTo>
                <a:lnTo>
                  <a:pt x="40" y="19"/>
                </a:lnTo>
                <a:lnTo>
                  <a:pt x="30" y="19"/>
                </a:lnTo>
                <a:lnTo>
                  <a:pt x="28" y="28"/>
                </a:lnTo>
                <a:lnTo>
                  <a:pt x="21" y="34"/>
                </a:lnTo>
                <a:lnTo>
                  <a:pt x="17" y="23"/>
                </a:lnTo>
                <a:lnTo>
                  <a:pt x="23" y="17"/>
                </a:lnTo>
                <a:lnTo>
                  <a:pt x="28" y="11"/>
                </a:lnTo>
                <a:lnTo>
                  <a:pt x="36" y="11"/>
                </a:lnTo>
                <a:lnTo>
                  <a:pt x="3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5" name="Freeform 57">
            <a:extLst>
              <a:ext uri="{FF2B5EF4-FFF2-40B4-BE49-F238E27FC236}">
                <a16:creationId xmlns:a16="http://schemas.microsoft.com/office/drawing/2014/main" id="{D6C9B9EE-3E68-412B-9686-DD8E7719CC80}"/>
              </a:ext>
            </a:extLst>
          </p:cNvPr>
          <p:cNvSpPr>
            <a:spLocks/>
          </p:cNvSpPr>
          <p:nvPr/>
        </p:nvSpPr>
        <p:spPr bwMode="auto">
          <a:xfrm>
            <a:off x="7589953" y="6220983"/>
            <a:ext cx="31499" cy="64747"/>
          </a:xfrm>
          <a:custGeom>
            <a:avLst/>
            <a:gdLst>
              <a:gd name="T0" fmla="*/ 0 w 34"/>
              <a:gd name="T1" fmla="*/ 0 h 75"/>
              <a:gd name="T2" fmla="*/ 0 w 34"/>
              <a:gd name="T3" fmla="*/ 2147483646 h 75"/>
              <a:gd name="T4" fmla="*/ 2147483646 w 34"/>
              <a:gd name="T5" fmla="*/ 2147483646 h 75"/>
              <a:gd name="T6" fmla="*/ 2147483646 w 34"/>
              <a:gd name="T7" fmla="*/ 2147483646 h 75"/>
              <a:gd name="T8" fmla="*/ 2147483646 w 34"/>
              <a:gd name="T9" fmla="*/ 2147483646 h 75"/>
              <a:gd name="T10" fmla="*/ 2147483646 w 34"/>
              <a:gd name="T11" fmla="*/ 2147483646 h 75"/>
              <a:gd name="T12" fmla="*/ 2147483646 w 34"/>
              <a:gd name="T13" fmla="*/ 2147483646 h 75"/>
              <a:gd name="T14" fmla="*/ 2147483646 w 34"/>
              <a:gd name="T15" fmla="*/ 2147483646 h 75"/>
              <a:gd name="T16" fmla="*/ 2147483646 w 34"/>
              <a:gd name="T17" fmla="*/ 2147483646 h 75"/>
              <a:gd name="T18" fmla="*/ 2147483646 w 34"/>
              <a:gd name="T19" fmla="*/ 2147483646 h 75"/>
              <a:gd name="T20" fmla="*/ 2147483646 w 34"/>
              <a:gd name="T21" fmla="*/ 2147483646 h 75"/>
              <a:gd name="T22" fmla="*/ 0 w 34"/>
              <a:gd name="T23" fmla="*/ 0 h 75"/>
              <a:gd name="T24" fmla="*/ 0 w 34"/>
              <a:gd name="T25" fmla="*/ 0 h 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75"/>
              <a:gd name="T41" fmla="*/ 34 w 34"/>
              <a:gd name="T42" fmla="*/ 75 h 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75">
                <a:moveTo>
                  <a:pt x="0" y="0"/>
                </a:moveTo>
                <a:lnTo>
                  <a:pt x="0" y="14"/>
                </a:lnTo>
                <a:lnTo>
                  <a:pt x="6" y="29"/>
                </a:lnTo>
                <a:lnTo>
                  <a:pt x="15" y="46"/>
                </a:lnTo>
                <a:lnTo>
                  <a:pt x="21" y="59"/>
                </a:lnTo>
                <a:lnTo>
                  <a:pt x="27" y="71"/>
                </a:lnTo>
                <a:lnTo>
                  <a:pt x="32" y="75"/>
                </a:lnTo>
                <a:lnTo>
                  <a:pt x="34" y="69"/>
                </a:lnTo>
                <a:lnTo>
                  <a:pt x="32" y="59"/>
                </a:lnTo>
                <a:lnTo>
                  <a:pt x="32" y="42"/>
                </a:lnTo>
                <a:lnTo>
                  <a:pt x="15"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6" name="Freeform 58">
            <a:extLst>
              <a:ext uri="{FF2B5EF4-FFF2-40B4-BE49-F238E27FC236}">
                <a16:creationId xmlns:a16="http://schemas.microsoft.com/office/drawing/2014/main" id="{ED06DE9E-196A-4A99-8CDE-148AC2178437}"/>
              </a:ext>
            </a:extLst>
          </p:cNvPr>
          <p:cNvSpPr>
            <a:spLocks/>
          </p:cNvSpPr>
          <p:nvPr/>
        </p:nvSpPr>
        <p:spPr bwMode="auto">
          <a:xfrm>
            <a:off x="7763195" y="5925245"/>
            <a:ext cx="223990" cy="152244"/>
          </a:xfrm>
          <a:custGeom>
            <a:avLst/>
            <a:gdLst>
              <a:gd name="T0" fmla="*/ 2147483646 w 254"/>
              <a:gd name="T1" fmla="*/ 2147483646 h 173"/>
              <a:gd name="T2" fmla="*/ 2147483646 w 254"/>
              <a:gd name="T3" fmla="*/ 2147483646 h 173"/>
              <a:gd name="T4" fmla="*/ 2147483646 w 254"/>
              <a:gd name="T5" fmla="*/ 2147483646 h 173"/>
              <a:gd name="T6" fmla="*/ 2147483646 w 254"/>
              <a:gd name="T7" fmla="*/ 2147483646 h 173"/>
              <a:gd name="T8" fmla="*/ 2147483646 w 254"/>
              <a:gd name="T9" fmla="*/ 2147483646 h 173"/>
              <a:gd name="T10" fmla="*/ 2147483646 w 254"/>
              <a:gd name="T11" fmla="*/ 2147483646 h 173"/>
              <a:gd name="T12" fmla="*/ 2147483646 w 254"/>
              <a:gd name="T13" fmla="*/ 2147483646 h 173"/>
              <a:gd name="T14" fmla="*/ 2147483646 w 254"/>
              <a:gd name="T15" fmla="*/ 2147483646 h 173"/>
              <a:gd name="T16" fmla="*/ 2147483646 w 254"/>
              <a:gd name="T17" fmla="*/ 2147483646 h 173"/>
              <a:gd name="T18" fmla="*/ 2147483646 w 254"/>
              <a:gd name="T19" fmla="*/ 2147483646 h 173"/>
              <a:gd name="T20" fmla="*/ 2147483646 w 254"/>
              <a:gd name="T21" fmla="*/ 2147483646 h 173"/>
              <a:gd name="T22" fmla="*/ 2147483646 w 254"/>
              <a:gd name="T23" fmla="*/ 2147483646 h 173"/>
              <a:gd name="T24" fmla="*/ 2147483646 w 254"/>
              <a:gd name="T25" fmla="*/ 2147483646 h 173"/>
              <a:gd name="T26" fmla="*/ 2147483646 w 254"/>
              <a:gd name="T27" fmla="*/ 2147483646 h 173"/>
              <a:gd name="T28" fmla="*/ 2147483646 w 254"/>
              <a:gd name="T29" fmla="*/ 2147483646 h 173"/>
              <a:gd name="T30" fmla="*/ 2147483646 w 254"/>
              <a:gd name="T31" fmla="*/ 2147483646 h 173"/>
              <a:gd name="T32" fmla="*/ 2147483646 w 254"/>
              <a:gd name="T33" fmla="*/ 2147483646 h 173"/>
              <a:gd name="T34" fmla="*/ 2147483646 w 254"/>
              <a:gd name="T35" fmla="*/ 2147483646 h 173"/>
              <a:gd name="T36" fmla="*/ 2147483646 w 254"/>
              <a:gd name="T37" fmla="*/ 2147483646 h 173"/>
              <a:gd name="T38" fmla="*/ 2147483646 w 254"/>
              <a:gd name="T39" fmla="*/ 2147483646 h 173"/>
              <a:gd name="T40" fmla="*/ 2147483646 w 254"/>
              <a:gd name="T41" fmla="*/ 2147483646 h 173"/>
              <a:gd name="T42" fmla="*/ 2147483646 w 254"/>
              <a:gd name="T43" fmla="*/ 2147483646 h 173"/>
              <a:gd name="T44" fmla="*/ 2147483646 w 254"/>
              <a:gd name="T45" fmla="*/ 1017845708 h 173"/>
              <a:gd name="T46" fmla="*/ 2147483646 w 254"/>
              <a:gd name="T47" fmla="*/ 0 h 173"/>
              <a:gd name="T48" fmla="*/ 2147483646 w 254"/>
              <a:gd name="T49" fmla="*/ 2147483646 h 173"/>
              <a:gd name="T50" fmla="*/ 2147483646 w 254"/>
              <a:gd name="T51" fmla="*/ 2147483646 h 173"/>
              <a:gd name="T52" fmla="*/ 2147483646 w 254"/>
              <a:gd name="T53" fmla="*/ 2147483646 h 173"/>
              <a:gd name="T54" fmla="*/ 2147483646 w 254"/>
              <a:gd name="T55" fmla="*/ 2147483646 h 173"/>
              <a:gd name="T56" fmla="*/ 2147483646 w 254"/>
              <a:gd name="T57" fmla="*/ 2147483646 h 173"/>
              <a:gd name="T58" fmla="*/ 2147483646 w 254"/>
              <a:gd name="T59" fmla="*/ 2147483646 h 173"/>
              <a:gd name="T60" fmla="*/ 2147483646 w 254"/>
              <a:gd name="T61" fmla="*/ 2147483646 h 173"/>
              <a:gd name="T62" fmla="*/ 2147483646 w 254"/>
              <a:gd name="T63" fmla="*/ 2147483646 h 173"/>
              <a:gd name="T64" fmla="*/ 2147483646 w 254"/>
              <a:gd name="T65" fmla="*/ 2147483646 h 173"/>
              <a:gd name="T66" fmla="*/ 2147483646 w 254"/>
              <a:gd name="T67" fmla="*/ 2147483646 h 173"/>
              <a:gd name="T68" fmla="*/ 2147483646 w 254"/>
              <a:gd name="T69" fmla="*/ 2147483646 h 173"/>
              <a:gd name="T70" fmla="*/ 2147483646 w 254"/>
              <a:gd name="T71" fmla="*/ 2147483646 h 173"/>
              <a:gd name="T72" fmla="*/ 0 w 254"/>
              <a:gd name="T73" fmla="*/ 2147483646 h 173"/>
              <a:gd name="T74" fmla="*/ 2147483646 w 254"/>
              <a:gd name="T75" fmla="*/ 2147483646 h 173"/>
              <a:gd name="T76" fmla="*/ 2147483646 w 254"/>
              <a:gd name="T77" fmla="*/ 2147483646 h 17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54"/>
              <a:gd name="T118" fmla="*/ 0 h 173"/>
              <a:gd name="T119" fmla="*/ 254 w 254"/>
              <a:gd name="T120" fmla="*/ 173 h 17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54" h="173">
                <a:moveTo>
                  <a:pt x="15" y="118"/>
                </a:moveTo>
                <a:lnTo>
                  <a:pt x="41" y="131"/>
                </a:lnTo>
                <a:lnTo>
                  <a:pt x="66" y="145"/>
                </a:lnTo>
                <a:lnTo>
                  <a:pt x="97" y="156"/>
                </a:lnTo>
                <a:lnTo>
                  <a:pt x="127" y="166"/>
                </a:lnTo>
                <a:lnTo>
                  <a:pt x="161" y="171"/>
                </a:lnTo>
                <a:lnTo>
                  <a:pt x="184" y="173"/>
                </a:lnTo>
                <a:lnTo>
                  <a:pt x="207" y="173"/>
                </a:lnTo>
                <a:lnTo>
                  <a:pt x="224" y="169"/>
                </a:lnTo>
                <a:lnTo>
                  <a:pt x="243" y="167"/>
                </a:lnTo>
                <a:lnTo>
                  <a:pt x="254" y="162"/>
                </a:lnTo>
                <a:lnTo>
                  <a:pt x="252" y="150"/>
                </a:lnTo>
                <a:lnTo>
                  <a:pt x="243" y="146"/>
                </a:lnTo>
                <a:lnTo>
                  <a:pt x="216" y="137"/>
                </a:lnTo>
                <a:lnTo>
                  <a:pt x="197" y="129"/>
                </a:lnTo>
                <a:lnTo>
                  <a:pt x="176" y="120"/>
                </a:lnTo>
                <a:lnTo>
                  <a:pt x="161" y="110"/>
                </a:lnTo>
                <a:lnTo>
                  <a:pt x="148" y="103"/>
                </a:lnTo>
                <a:lnTo>
                  <a:pt x="142" y="91"/>
                </a:lnTo>
                <a:lnTo>
                  <a:pt x="133" y="67"/>
                </a:lnTo>
                <a:lnTo>
                  <a:pt x="127" y="38"/>
                </a:lnTo>
                <a:lnTo>
                  <a:pt x="123" y="17"/>
                </a:lnTo>
                <a:lnTo>
                  <a:pt x="117" y="2"/>
                </a:lnTo>
                <a:lnTo>
                  <a:pt x="110" y="0"/>
                </a:lnTo>
                <a:lnTo>
                  <a:pt x="102" y="8"/>
                </a:lnTo>
                <a:lnTo>
                  <a:pt x="102" y="23"/>
                </a:lnTo>
                <a:lnTo>
                  <a:pt x="108" y="53"/>
                </a:lnTo>
                <a:lnTo>
                  <a:pt x="112" y="76"/>
                </a:lnTo>
                <a:lnTo>
                  <a:pt x="117" y="103"/>
                </a:lnTo>
                <a:lnTo>
                  <a:pt x="121" y="120"/>
                </a:lnTo>
                <a:lnTo>
                  <a:pt x="131" y="143"/>
                </a:lnTo>
                <a:lnTo>
                  <a:pt x="114" y="139"/>
                </a:lnTo>
                <a:lnTo>
                  <a:pt x="87" y="129"/>
                </a:lnTo>
                <a:lnTo>
                  <a:pt x="66" y="122"/>
                </a:lnTo>
                <a:lnTo>
                  <a:pt x="43" y="112"/>
                </a:lnTo>
                <a:lnTo>
                  <a:pt x="30" y="101"/>
                </a:lnTo>
                <a:lnTo>
                  <a:pt x="0" y="80"/>
                </a:lnTo>
                <a:lnTo>
                  <a:pt x="15"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7" name="Freeform 59">
            <a:extLst>
              <a:ext uri="{FF2B5EF4-FFF2-40B4-BE49-F238E27FC236}">
                <a16:creationId xmlns:a16="http://schemas.microsoft.com/office/drawing/2014/main" id="{2CFD471B-A4FB-4AE7-B8FE-6E87A7EA4766}"/>
              </a:ext>
            </a:extLst>
          </p:cNvPr>
          <p:cNvSpPr>
            <a:spLocks/>
          </p:cNvSpPr>
          <p:nvPr/>
        </p:nvSpPr>
        <p:spPr bwMode="auto">
          <a:xfrm>
            <a:off x="8044934" y="5748503"/>
            <a:ext cx="94496" cy="104995"/>
          </a:xfrm>
          <a:custGeom>
            <a:avLst/>
            <a:gdLst>
              <a:gd name="T0" fmla="*/ 2147483646 w 108"/>
              <a:gd name="T1" fmla="*/ 2147483646 h 119"/>
              <a:gd name="T2" fmla="*/ 2147483646 w 108"/>
              <a:gd name="T3" fmla="*/ 2147483646 h 119"/>
              <a:gd name="T4" fmla="*/ 2147483646 w 108"/>
              <a:gd name="T5" fmla="*/ 2147483646 h 119"/>
              <a:gd name="T6" fmla="*/ 2147483646 w 108"/>
              <a:gd name="T7" fmla="*/ 2147483646 h 119"/>
              <a:gd name="T8" fmla="*/ 2147483646 w 108"/>
              <a:gd name="T9" fmla="*/ 2147483646 h 119"/>
              <a:gd name="T10" fmla="*/ 2147483646 w 108"/>
              <a:gd name="T11" fmla="*/ 2147483646 h 119"/>
              <a:gd name="T12" fmla="*/ 2147483646 w 108"/>
              <a:gd name="T13" fmla="*/ 2147483646 h 119"/>
              <a:gd name="T14" fmla="*/ 2147483646 w 108"/>
              <a:gd name="T15" fmla="*/ 2147483646 h 119"/>
              <a:gd name="T16" fmla="*/ 2147483646 w 108"/>
              <a:gd name="T17" fmla="*/ 2147483646 h 119"/>
              <a:gd name="T18" fmla="*/ 2147483646 w 108"/>
              <a:gd name="T19" fmla="*/ 2147483646 h 119"/>
              <a:gd name="T20" fmla="*/ 2147483646 w 108"/>
              <a:gd name="T21" fmla="*/ 1025716834 h 119"/>
              <a:gd name="T22" fmla="*/ 2147483646 w 108"/>
              <a:gd name="T23" fmla="*/ 0 h 119"/>
              <a:gd name="T24" fmla="*/ 2147483646 w 108"/>
              <a:gd name="T25" fmla="*/ 1538254683 h 119"/>
              <a:gd name="T26" fmla="*/ 2147483646 w 108"/>
              <a:gd name="T27" fmla="*/ 2147483646 h 119"/>
              <a:gd name="T28" fmla="*/ 2147483646 w 108"/>
              <a:gd name="T29" fmla="*/ 2147483646 h 119"/>
              <a:gd name="T30" fmla="*/ 2147483646 w 108"/>
              <a:gd name="T31" fmla="*/ 2147483646 h 119"/>
              <a:gd name="T32" fmla="*/ 2147483646 w 108"/>
              <a:gd name="T33" fmla="*/ 2147483646 h 119"/>
              <a:gd name="T34" fmla="*/ 2147483646 w 108"/>
              <a:gd name="T35" fmla="*/ 2147483646 h 119"/>
              <a:gd name="T36" fmla="*/ 2147483646 w 108"/>
              <a:gd name="T37" fmla="*/ 2147483646 h 119"/>
              <a:gd name="T38" fmla="*/ 2147483646 w 108"/>
              <a:gd name="T39" fmla="*/ 2147483646 h 119"/>
              <a:gd name="T40" fmla="*/ 2147483646 w 108"/>
              <a:gd name="T41" fmla="*/ 2147483646 h 119"/>
              <a:gd name="T42" fmla="*/ 2147483646 w 108"/>
              <a:gd name="T43" fmla="*/ 2147483646 h 119"/>
              <a:gd name="T44" fmla="*/ 2147483646 w 108"/>
              <a:gd name="T45" fmla="*/ 2147483646 h 119"/>
              <a:gd name="T46" fmla="*/ 2147483646 w 108"/>
              <a:gd name="T47" fmla="*/ 2147483646 h 119"/>
              <a:gd name="T48" fmla="*/ 2147483646 w 108"/>
              <a:gd name="T49" fmla="*/ 2147483646 h 119"/>
              <a:gd name="T50" fmla="*/ 0 w 108"/>
              <a:gd name="T51" fmla="*/ 2147483646 h 119"/>
              <a:gd name="T52" fmla="*/ 2147483646 w 108"/>
              <a:gd name="T53" fmla="*/ 2147483646 h 119"/>
              <a:gd name="T54" fmla="*/ 2147483646 w 108"/>
              <a:gd name="T55" fmla="*/ 2147483646 h 11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8"/>
              <a:gd name="T85" fmla="*/ 0 h 119"/>
              <a:gd name="T86" fmla="*/ 108 w 108"/>
              <a:gd name="T87" fmla="*/ 119 h 11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8" h="119">
                <a:moveTo>
                  <a:pt x="9" y="119"/>
                </a:moveTo>
                <a:lnTo>
                  <a:pt x="25" y="102"/>
                </a:lnTo>
                <a:lnTo>
                  <a:pt x="42" y="83"/>
                </a:lnTo>
                <a:lnTo>
                  <a:pt x="59" y="64"/>
                </a:lnTo>
                <a:lnTo>
                  <a:pt x="76" y="51"/>
                </a:lnTo>
                <a:lnTo>
                  <a:pt x="91" y="38"/>
                </a:lnTo>
                <a:lnTo>
                  <a:pt x="102" y="30"/>
                </a:lnTo>
                <a:lnTo>
                  <a:pt x="108" y="19"/>
                </a:lnTo>
                <a:lnTo>
                  <a:pt x="106" y="11"/>
                </a:lnTo>
                <a:lnTo>
                  <a:pt x="104" y="5"/>
                </a:lnTo>
                <a:lnTo>
                  <a:pt x="97" y="2"/>
                </a:lnTo>
                <a:lnTo>
                  <a:pt x="85" y="0"/>
                </a:lnTo>
                <a:lnTo>
                  <a:pt x="76" y="3"/>
                </a:lnTo>
                <a:lnTo>
                  <a:pt x="66" y="9"/>
                </a:lnTo>
                <a:lnTo>
                  <a:pt x="59" y="22"/>
                </a:lnTo>
                <a:lnTo>
                  <a:pt x="74" y="19"/>
                </a:lnTo>
                <a:lnTo>
                  <a:pt x="83" y="15"/>
                </a:lnTo>
                <a:lnTo>
                  <a:pt x="91" y="17"/>
                </a:lnTo>
                <a:lnTo>
                  <a:pt x="80" y="26"/>
                </a:lnTo>
                <a:lnTo>
                  <a:pt x="66" y="38"/>
                </a:lnTo>
                <a:lnTo>
                  <a:pt x="53" y="49"/>
                </a:lnTo>
                <a:lnTo>
                  <a:pt x="44" y="60"/>
                </a:lnTo>
                <a:lnTo>
                  <a:pt x="30" y="72"/>
                </a:lnTo>
                <a:lnTo>
                  <a:pt x="17" y="89"/>
                </a:lnTo>
                <a:lnTo>
                  <a:pt x="6" y="104"/>
                </a:lnTo>
                <a:lnTo>
                  <a:pt x="0" y="119"/>
                </a:lnTo>
                <a:lnTo>
                  <a:pt x="9"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8" name="Freeform 60">
            <a:extLst>
              <a:ext uri="{FF2B5EF4-FFF2-40B4-BE49-F238E27FC236}">
                <a16:creationId xmlns:a16="http://schemas.microsoft.com/office/drawing/2014/main" id="{1DC0C254-546C-4B50-BA49-E6C9290FF42C}"/>
              </a:ext>
            </a:extLst>
          </p:cNvPr>
          <p:cNvSpPr>
            <a:spLocks/>
          </p:cNvSpPr>
          <p:nvPr/>
        </p:nvSpPr>
        <p:spPr bwMode="auto">
          <a:xfrm>
            <a:off x="7754446" y="5841248"/>
            <a:ext cx="241490" cy="188992"/>
          </a:xfrm>
          <a:custGeom>
            <a:avLst/>
            <a:gdLst>
              <a:gd name="T0" fmla="*/ 2147483646 w 278"/>
              <a:gd name="T1" fmla="*/ 2147483646 h 217"/>
              <a:gd name="T2" fmla="*/ 2147483646 w 278"/>
              <a:gd name="T3" fmla="*/ 2147483646 h 217"/>
              <a:gd name="T4" fmla="*/ 2147483646 w 278"/>
              <a:gd name="T5" fmla="*/ 2147483646 h 217"/>
              <a:gd name="T6" fmla="*/ 2147483646 w 278"/>
              <a:gd name="T7" fmla="*/ 2147483646 h 217"/>
              <a:gd name="T8" fmla="*/ 2147483646 w 278"/>
              <a:gd name="T9" fmla="*/ 2147483646 h 217"/>
              <a:gd name="T10" fmla="*/ 2147483646 w 278"/>
              <a:gd name="T11" fmla="*/ 2147483646 h 217"/>
              <a:gd name="T12" fmla="*/ 2147483646 w 278"/>
              <a:gd name="T13" fmla="*/ 2147483646 h 217"/>
              <a:gd name="T14" fmla="*/ 2147483646 w 278"/>
              <a:gd name="T15" fmla="*/ 2147483646 h 217"/>
              <a:gd name="T16" fmla="*/ 2147483646 w 278"/>
              <a:gd name="T17" fmla="*/ 2147483646 h 217"/>
              <a:gd name="T18" fmla="*/ 2147483646 w 278"/>
              <a:gd name="T19" fmla="*/ 2147483646 h 217"/>
              <a:gd name="T20" fmla="*/ 2147483646 w 278"/>
              <a:gd name="T21" fmla="*/ 2147483646 h 217"/>
              <a:gd name="T22" fmla="*/ 2147483646 w 278"/>
              <a:gd name="T23" fmla="*/ 2147483646 h 217"/>
              <a:gd name="T24" fmla="*/ 2147483646 w 278"/>
              <a:gd name="T25" fmla="*/ 2147483646 h 217"/>
              <a:gd name="T26" fmla="*/ 2147483646 w 278"/>
              <a:gd name="T27" fmla="*/ 2147483646 h 217"/>
              <a:gd name="T28" fmla="*/ 2147483646 w 278"/>
              <a:gd name="T29" fmla="*/ 2147483646 h 217"/>
              <a:gd name="T30" fmla="*/ 2147483646 w 278"/>
              <a:gd name="T31" fmla="*/ 2147483646 h 217"/>
              <a:gd name="T32" fmla="*/ 2147483646 w 278"/>
              <a:gd name="T33" fmla="*/ 2147483646 h 217"/>
              <a:gd name="T34" fmla="*/ 2147483646 w 278"/>
              <a:gd name="T35" fmla="*/ 2147483646 h 217"/>
              <a:gd name="T36" fmla="*/ 2147483646 w 278"/>
              <a:gd name="T37" fmla="*/ 2147483646 h 217"/>
              <a:gd name="T38" fmla="*/ 2147483646 w 278"/>
              <a:gd name="T39" fmla="*/ 0 h 217"/>
              <a:gd name="T40" fmla="*/ 2147483646 w 278"/>
              <a:gd name="T41" fmla="*/ 0 h 217"/>
              <a:gd name="T42" fmla="*/ 2147483646 w 278"/>
              <a:gd name="T43" fmla="*/ 0 h 217"/>
              <a:gd name="T44" fmla="*/ 2147483646 w 278"/>
              <a:gd name="T45" fmla="*/ 1972616000 h 217"/>
              <a:gd name="T46" fmla="*/ 2147483646 w 278"/>
              <a:gd name="T47" fmla="*/ 2147483646 h 217"/>
              <a:gd name="T48" fmla="*/ 2147483646 w 278"/>
              <a:gd name="T49" fmla="*/ 2147483646 h 217"/>
              <a:gd name="T50" fmla="*/ 2147483646 w 278"/>
              <a:gd name="T51" fmla="*/ 2147483646 h 217"/>
              <a:gd name="T52" fmla="*/ 2147483646 w 278"/>
              <a:gd name="T53" fmla="*/ 2147483646 h 217"/>
              <a:gd name="T54" fmla="*/ 2147483646 w 278"/>
              <a:gd name="T55" fmla="*/ 2147483646 h 217"/>
              <a:gd name="T56" fmla="*/ 2147483646 w 278"/>
              <a:gd name="T57" fmla="*/ 2147483646 h 217"/>
              <a:gd name="T58" fmla="*/ 978705742 w 278"/>
              <a:gd name="T59" fmla="*/ 2147483646 h 217"/>
              <a:gd name="T60" fmla="*/ 0 w 278"/>
              <a:gd name="T61" fmla="*/ 2147483646 h 217"/>
              <a:gd name="T62" fmla="*/ 1957411484 w 278"/>
              <a:gd name="T63" fmla="*/ 2147483646 h 217"/>
              <a:gd name="T64" fmla="*/ 2147483646 w 278"/>
              <a:gd name="T65" fmla="*/ 2147483646 h 217"/>
              <a:gd name="T66" fmla="*/ 2147483646 w 278"/>
              <a:gd name="T67" fmla="*/ 2147483646 h 217"/>
              <a:gd name="T68" fmla="*/ 2147483646 w 278"/>
              <a:gd name="T69" fmla="*/ 2147483646 h 217"/>
              <a:gd name="T70" fmla="*/ 2147483646 w 278"/>
              <a:gd name="T71" fmla="*/ 2147483646 h 217"/>
              <a:gd name="T72" fmla="*/ 2147483646 w 278"/>
              <a:gd name="T73" fmla="*/ 2147483646 h 21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78"/>
              <a:gd name="T112" fmla="*/ 0 h 217"/>
              <a:gd name="T113" fmla="*/ 278 w 278"/>
              <a:gd name="T114" fmla="*/ 217 h 21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78" h="217">
                <a:moveTo>
                  <a:pt x="46" y="217"/>
                </a:moveTo>
                <a:lnTo>
                  <a:pt x="34" y="190"/>
                </a:lnTo>
                <a:lnTo>
                  <a:pt x="27" y="162"/>
                </a:lnTo>
                <a:lnTo>
                  <a:pt x="25" y="137"/>
                </a:lnTo>
                <a:lnTo>
                  <a:pt x="23" y="107"/>
                </a:lnTo>
                <a:lnTo>
                  <a:pt x="19" y="82"/>
                </a:lnTo>
                <a:lnTo>
                  <a:pt x="23" y="65"/>
                </a:lnTo>
                <a:lnTo>
                  <a:pt x="29" y="48"/>
                </a:lnTo>
                <a:lnTo>
                  <a:pt x="46" y="42"/>
                </a:lnTo>
                <a:lnTo>
                  <a:pt x="69" y="36"/>
                </a:lnTo>
                <a:lnTo>
                  <a:pt x="93" y="31"/>
                </a:lnTo>
                <a:lnTo>
                  <a:pt x="120" y="27"/>
                </a:lnTo>
                <a:lnTo>
                  <a:pt x="145" y="23"/>
                </a:lnTo>
                <a:lnTo>
                  <a:pt x="177" y="23"/>
                </a:lnTo>
                <a:lnTo>
                  <a:pt x="205" y="21"/>
                </a:lnTo>
                <a:lnTo>
                  <a:pt x="226" y="17"/>
                </a:lnTo>
                <a:lnTo>
                  <a:pt x="245" y="19"/>
                </a:lnTo>
                <a:lnTo>
                  <a:pt x="261" y="17"/>
                </a:lnTo>
                <a:lnTo>
                  <a:pt x="278" y="6"/>
                </a:lnTo>
                <a:lnTo>
                  <a:pt x="268" y="0"/>
                </a:lnTo>
                <a:lnTo>
                  <a:pt x="243" y="0"/>
                </a:lnTo>
                <a:lnTo>
                  <a:pt x="200" y="0"/>
                </a:lnTo>
                <a:lnTo>
                  <a:pt x="160" y="4"/>
                </a:lnTo>
                <a:lnTo>
                  <a:pt x="112" y="10"/>
                </a:lnTo>
                <a:lnTo>
                  <a:pt x="88" y="12"/>
                </a:lnTo>
                <a:lnTo>
                  <a:pt x="63" y="15"/>
                </a:lnTo>
                <a:lnTo>
                  <a:pt x="40" y="23"/>
                </a:lnTo>
                <a:lnTo>
                  <a:pt x="19" y="31"/>
                </a:lnTo>
                <a:lnTo>
                  <a:pt x="8" y="40"/>
                </a:lnTo>
                <a:lnTo>
                  <a:pt x="2" y="55"/>
                </a:lnTo>
                <a:lnTo>
                  <a:pt x="0" y="74"/>
                </a:lnTo>
                <a:lnTo>
                  <a:pt x="4" y="97"/>
                </a:lnTo>
                <a:lnTo>
                  <a:pt x="6" y="126"/>
                </a:lnTo>
                <a:lnTo>
                  <a:pt x="8" y="148"/>
                </a:lnTo>
                <a:lnTo>
                  <a:pt x="15" y="185"/>
                </a:lnTo>
                <a:lnTo>
                  <a:pt x="46" y="2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29" name="Freeform 61">
            <a:extLst>
              <a:ext uri="{FF2B5EF4-FFF2-40B4-BE49-F238E27FC236}">
                <a16:creationId xmlns:a16="http://schemas.microsoft.com/office/drawing/2014/main" id="{CFBDAFD1-E814-4DD6-8BED-9B851F4FAA77}"/>
              </a:ext>
            </a:extLst>
          </p:cNvPr>
          <p:cNvSpPr>
            <a:spLocks/>
          </p:cNvSpPr>
          <p:nvPr/>
        </p:nvSpPr>
        <p:spPr bwMode="auto">
          <a:xfrm>
            <a:off x="7859441" y="5759002"/>
            <a:ext cx="313236" cy="195992"/>
          </a:xfrm>
          <a:custGeom>
            <a:avLst/>
            <a:gdLst>
              <a:gd name="T0" fmla="*/ 2147483646 w 357"/>
              <a:gd name="T1" fmla="*/ 2147483646 h 224"/>
              <a:gd name="T2" fmla="*/ 2147483646 w 357"/>
              <a:gd name="T3" fmla="*/ 2147483646 h 224"/>
              <a:gd name="T4" fmla="*/ 2147483646 w 357"/>
              <a:gd name="T5" fmla="*/ 2147483646 h 224"/>
              <a:gd name="T6" fmla="*/ 2147483646 w 357"/>
              <a:gd name="T7" fmla="*/ 2147483646 h 224"/>
              <a:gd name="T8" fmla="*/ 2147483646 w 357"/>
              <a:gd name="T9" fmla="*/ 2147483646 h 224"/>
              <a:gd name="T10" fmla="*/ 2147483646 w 357"/>
              <a:gd name="T11" fmla="*/ 2147483646 h 224"/>
              <a:gd name="T12" fmla="*/ 2147483646 w 357"/>
              <a:gd name="T13" fmla="*/ 2147483646 h 224"/>
              <a:gd name="T14" fmla="*/ 2147483646 w 357"/>
              <a:gd name="T15" fmla="*/ 2147483646 h 224"/>
              <a:gd name="T16" fmla="*/ 2147483646 w 357"/>
              <a:gd name="T17" fmla="*/ 2147483646 h 224"/>
              <a:gd name="T18" fmla="*/ 2147483646 w 357"/>
              <a:gd name="T19" fmla="*/ 2147483646 h 224"/>
              <a:gd name="T20" fmla="*/ 2147483646 w 357"/>
              <a:gd name="T21" fmla="*/ 2147483646 h 224"/>
              <a:gd name="T22" fmla="*/ 2147483646 w 357"/>
              <a:gd name="T23" fmla="*/ 2147483646 h 224"/>
              <a:gd name="T24" fmla="*/ 2147483646 w 357"/>
              <a:gd name="T25" fmla="*/ 2147483646 h 224"/>
              <a:gd name="T26" fmla="*/ 2147483646 w 357"/>
              <a:gd name="T27" fmla="*/ 2147483646 h 224"/>
              <a:gd name="T28" fmla="*/ 2147483646 w 357"/>
              <a:gd name="T29" fmla="*/ 2147483646 h 224"/>
              <a:gd name="T30" fmla="*/ 2147483646 w 357"/>
              <a:gd name="T31" fmla="*/ 2147483646 h 224"/>
              <a:gd name="T32" fmla="*/ 2147483646 w 357"/>
              <a:gd name="T33" fmla="*/ 2147483646 h 224"/>
              <a:gd name="T34" fmla="*/ 2147483646 w 357"/>
              <a:gd name="T35" fmla="*/ 2147483646 h 224"/>
              <a:gd name="T36" fmla="*/ 2147483646 w 357"/>
              <a:gd name="T37" fmla="*/ 2147483646 h 224"/>
              <a:gd name="T38" fmla="*/ 2147483646 w 357"/>
              <a:gd name="T39" fmla="*/ 2147483646 h 224"/>
              <a:gd name="T40" fmla="*/ 2147483646 w 357"/>
              <a:gd name="T41" fmla="*/ 2000373825 h 224"/>
              <a:gd name="T42" fmla="*/ 2147483646 w 357"/>
              <a:gd name="T43" fmla="*/ 0 h 224"/>
              <a:gd name="T44" fmla="*/ 2147483646 w 357"/>
              <a:gd name="T45" fmla="*/ 2000373825 h 224"/>
              <a:gd name="T46" fmla="*/ 2147483646 w 357"/>
              <a:gd name="T47" fmla="*/ 2147483646 h 224"/>
              <a:gd name="T48" fmla="*/ 2147483646 w 357"/>
              <a:gd name="T49" fmla="*/ 2147483646 h 224"/>
              <a:gd name="T50" fmla="*/ 2147483646 w 357"/>
              <a:gd name="T51" fmla="*/ 2147483646 h 224"/>
              <a:gd name="T52" fmla="*/ 2147483646 w 357"/>
              <a:gd name="T53" fmla="*/ 2147483646 h 224"/>
              <a:gd name="T54" fmla="*/ 2147483646 w 357"/>
              <a:gd name="T55" fmla="*/ 2147483646 h 224"/>
              <a:gd name="T56" fmla="*/ 2147483646 w 357"/>
              <a:gd name="T57" fmla="*/ 2147483646 h 224"/>
              <a:gd name="T58" fmla="*/ 2147483646 w 357"/>
              <a:gd name="T59" fmla="*/ 2147483646 h 224"/>
              <a:gd name="T60" fmla="*/ 2147483646 w 357"/>
              <a:gd name="T61" fmla="*/ 2147483646 h 224"/>
              <a:gd name="T62" fmla="*/ 2147483646 w 357"/>
              <a:gd name="T63" fmla="*/ 2147483646 h 224"/>
              <a:gd name="T64" fmla="*/ 2147483646 w 357"/>
              <a:gd name="T65" fmla="*/ 2147483646 h 224"/>
              <a:gd name="T66" fmla="*/ 2147483646 w 357"/>
              <a:gd name="T67" fmla="*/ 2147483646 h 224"/>
              <a:gd name="T68" fmla="*/ 2147483646 w 357"/>
              <a:gd name="T69" fmla="*/ 2147483646 h 224"/>
              <a:gd name="T70" fmla="*/ 2147483646 w 357"/>
              <a:gd name="T71" fmla="*/ 2147483646 h 224"/>
              <a:gd name="T72" fmla="*/ 2147483646 w 357"/>
              <a:gd name="T73" fmla="*/ 2147483646 h 224"/>
              <a:gd name="T74" fmla="*/ 2147483646 w 357"/>
              <a:gd name="T75" fmla="*/ 2147483646 h 224"/>
              <a:gd name="T76" fmla="*/ 2147483646 w 357"/>
              <a:gd name="T77" fmla="*/ 2147483646 h 224"/>
              <a:gd name="T78" fmla="*/ 0 w 357"/>
              <a:gd name="T79" fmla="*/ 2147483646 h 224"/>
              <a:gd name="T80" fmla="*/ 2147483646 w 357"/>
              <a:gd name="T81" fmla="*/ 2147483646 h 224"/>
              <a:gd name="T82" fmla="*/ 2147483646 w 357"/>
              <a:gd name="T83" fmla="*/ 2147483646 h 2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7"/>
              <a:gd name="T127" fmla="*/ 0 h 224"/>
              <a:gd name="T128" fmla="*/ 357 w 357"/>
              <a:gd name="T129" fmla="*/ 224 h 22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7" h="224">
                <a:moveTo>
                  <a:pt x="6" y="224"/>
                </a:moveTo>
                <a:lnTo>
                  <a:pt x="30" y="213"/>
                </a:lnTo>
                <a:lnTo>
                  <a:pt x="59" y="202"/>
                </a:lnTo>
                <a:lnTo>
                  <a:pt x="91" y="190"/>
                </a:lnTo>
                <a:lnTo>
                  <a:pt x="125" y="183"/>
                </a:lnTo>
                <a:lnTo>
                  <a:pt x="156" y="175"/>
                </a:lnTo>
                <a:lnTo>
                  <a:pt x="180" y="169"/>
                </a:lnTo>
                <a:lnTo>
                  <a:pt x="201" y="165"/>
                </a:lnTo>
                <a:lnTo>
                  <a:pt x="222" y="165"/>
                </a:lnTo>
                <a:lnTo>
                  <a:pt x="239" y="158"/>
                </a:lnTo>
                <a:lnTo>
                  <a:pt x="249" y="146"/>
                </a:lnTo>
                <a:lnTo>
                  <a:pt x="256" y="129"/>
                </a:lnTo>
                <a:lnTo>
                  <a:pt x="274" y="108"/>
                </a:lnTo>
                <a:lnTo>
                  <a:pt x="293" y="88"/>
                </a:lnTo>
                <a:lnTo>
                  <a:pt x="308" y="67"/>
                </a:lnTo>
                <a:lnTo>
                  <a:pt x="329" y="49"/>
                </a:lnTo>
                <a:lnTo>
                  <a:pt x="342" y="36"/>
                </a:lnTo>
                <a:lnTo>
                  <a:pt x="353" y="23"/>
                </a:lnTo>
                <a:lnTo>
                  <a:pt x="357" y="15"/>
                </a:lnTo>
                <a:lnTo>
                  <a:pt x="357" y="8"/>
                </a:lnTo>
                <a:lnTo>
                  <a:pt x="353" y="4"/>
                </a:lnTo>
                <a:lnTo>
                  <a:pt x="348" y="0"/>
                </a:lnTo>
                <a:lnTo>
                  <a:pt x="338" y="4"/>
                </a:lnTo>
                <a:lnTo>
                  <a:pt x="325" y="21"/>
                </a:lnTo>
                <a:lnTo>
                  <a:pt x="310" y="32"/>
                </a:lnTo>
                <a:lnTo>
                  <a:pt x="291" y="51"/>
                </a:lnTo>
                <a:lnTo>
                  <a:pt x="270" y="68"/>
                </a:lnTo>
                <a:lnTo>
                  <a:pt x="255" y="88"/>
                </a:lnTo>
                <a:lnTo>
                  <a:pt x="239" y="107"/>
                </a:lnTo>
                <a:lnTo>
                  <a:pt x="228" y="124"/>
                </a:lnTo>
                <a:lnTo>
                  <a:pt x="215" y="137"/>
                </a:lnTo>
                <a:lnTo>
                  <a:pt x="199" y="145"/>
                </a:lnTo>
                <a:lnTo>
                  <a:pt x="177" y="146"/>
                </a:lnTo>
                <a:lnTo>
                  <a:pt x="154" y="148"/>
                </a:lnTo>
                <a:lnTo>
                  <a:pt x="133" y="154"/>
                </a:lnTo>
                <a:lnTo>
                  <a:pt x="110" y="162"/>
                </a:lnTo>
                <a:lnTo>
                  <a:pt x="82" y="169"/>
                </a:lnTo>
                <a:lnTo>
                  <a:pt x="59" y="175"/>
                </a:lnTo>
                <a:lnTo>
                  <a:pt x="34" y="188"/>
                </a:lnTo>
                <a:lnTo>
                  <a:pt x="0" y="202"/>
                </a:lnTo>
                <a:lnTo>
                  <a:pt x="6" y="2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0" name="Freeform 62">
            <a:extLst>
              <a:ext uri="{FF2B5EF4-FFF2-40B4-BE49-F238E27FC236}">
                <a16:creationId xmlns:a16="http://schemas.microsoft.com/office/drawing/2014/main" id="{411AF899-B419-4C80-AC8A-95F9A9EC6C56}"/>
              </a:ext>
            </a:extLst>
          </p:cNvPr>
          <p:cNvSpPr>
            <a:spLocks/>
          </p:cNvSpPr>
          <p:nvPr/>
        </p:nvSpPr>
        <p:spPr bwMode="auto">
          <a:xfrm>
            <a:off x="8018684" y="5743253"/>
            <a:ext cx="85747" cy="110246"/>
          </a:xfrm>
          <a:custGeom>
            <a:avLst/>
            <a:gdLst>
              <a:gd name="T0" fmla="*/ 0 w 99"/>
              <a:gd name="T1" fmla="*/ 2147483646 h 125"/>
              <a:gd name="T2" fmla="*/ 2147483646 w 99"/>
              <a:gd name="T3" fmla="*/ 2147483646 h 125"/>
              <a:gd name="T4" fmla="*/ 2147483646 w 99"/>
              <a:gd name="T5" fmla="*/ 2147483646 h 125"/>
              <a:gd name="T6" fmla="*/ 2147483646 w 99"/>
              <a:gd name="T7" fmla="*/ 2147483646 h 125"/>
              <a:gd name="T8" fmla="*/ 2147483646 w 99"/>
              <a:gd name="T9" fmla="*/ 2147483646 h 125"/>
              <a:gd name="T10" fmla="*/ 2147483646 w 99"/>
              <a:gd name="T11" fmla="*/ 2147483646 h 125"/>
              <a:gd name="T12" fmla="*/ 2147483646 w 99"/>
              <a:gd name="T13" fmla="*/ 2147483646 h 125"/>
              <a:gd name="T14" fmla="*/ 2147483646 w 99"/>
              <a:gd name="T15" fmla="*/ 0 h 125"/>
              <a:gd name="T16" fmla="*/ 2147483646 w 99"/>
              <a:gd name="T17" fmla="*/ 1024265937 h 125"/>
              <a:gd name="T18" fmla="*/ 2147483646 w 99"/>
              <a:gd name="T19" fmla="*/ 2147483646 h 125"/>
              <a:gd name="T20" fmla="*/ 2147483646 w 99"/>
              <a:gd name="T21" fmla="*/ 2147483646 h 125"/>
              <a:gd name="T22" fmla="*/ 2147483646 w 99"/>
              <a:gd name="T23" fmla="*/ 2147483646 h 125"/>
              <a:gd name="T24" fmla="*/ 2147483646 w 99"/>
              <a:gd name="T25" fmla="*/ 2147483646 h 125"/>
              <a:gd name="T26" fmla="*/ 2147483646 w 99"/>
              <a:gd name="T27" fmla="*/ 2147483646 h 125"/>
              <a:gd name="T28" fmla="*/ 2147483646 w 99"/>
              <a:gd name="T29" fmla="*/ 2147483646 h 125"/>
              <a:gd name="T30" fmla="*/ 2147483646 w 99"/>
              <a:gd name="T31" fmla="*/ 2147483646 h 125"/>
              <a:gd name="T32" fmla="*/ 0 w 99"/>
              <a:gd name="T33" fmla="*/ 2147483646 h 125"/>
              <a:gd name="T34" fmla="*/ 0 w 99"/>
              <a:gd name="T35" fmla="*/ 2147483646 h 125"/>
              <a:gd name="T36" fmla="*/ 0 w 99"/>
              <a:gd name="T37" fmla="*/ 2147483646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25"/>
              <a:gd name="T59" fmla="*/ 99 w 99"/>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25">
                <a:moveTo>
                  <a:pt x="0" y="114"/>
                </a:moveTo>
                <a:lnTo>
                  <a:pt x="18" y="89"/>
                </a:lnTo>
                <a:lnTo>
                  <a:pt x="31" y="70"/>
                </a:lnTo>
                <a:lnTo>
                  <a:pt x="46" y="49"/>
                </a:lnTo>
                <a:lnTo>
                  <a:pt x="61" y="32"/>
                </a:lnTo>
                <a:lnTo>
                  <a:pt x="73" y="21"/>
                </a:lnTo>
                <a:lnTo>
                  <a:pt x="84" y="11"/>
                </a:lnTo>
                <a:lnTo>
                  <a:pt x="94" y="0"/>
                </a:lnTo>
                <a:lnTo>
                  <a:pt x="99" y="2"/>
                </a:lnTo>
                <a:lnTo>
                  <a:pt x="94" y="13"/>
                </a:lnTo>
                <a:lnTo>
                  <a:pt x="80" y="30"/>
                </a:lnTo>
                <a:lnTo>
                  <a:pt x="61" y="55"/>
                </a:lnTo>
                <a:lnTo>
                  <a:pt x="44" y="78"/>
                </a:lnTo>
                <a:lnTo>
                  <a:pt x="25" y="97"/>
                </a:lnTo>
                <a:lnTo>
                  <a:pt x="14" y="114"/>
                </a:lnTo>
                <a:lnTo>
                  <a:pt x="10" y="125"/>
                </a:lnTo>
                <a:lnTo>
                  <a:pt x="0" y="125"/>
                </a:lnTo>
                <a:lnTo>
                  <a:pt x="0"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1" name="Freeform 63">
            <a:extLst>
              <a:ext uri="{FF2B5EF4-FFF2-40B4-BE49-F238E27FC236}">
                <a16:creationId xmlns:a16="http://schemas.microsoft.com/office/drawing/2014/main" id="{0E212DC5-6C01-4A56-A900-231588CF7D8F}"/>
              </a:ext>
            </a:extLst>
          </p:cNvPr>
          <p:cNvSpPr>
            <a:spLocks/>
          </p:cNvSpPr>
          <p:nvPr/>
        </p:nvSpPr>
        <p:spPr bwMode="auto">
          <a:xfrm>
            <a:off x="7987186" y="5738004"/>
            <a:ext cx="104995" cy="106745"/>
          </a:xfrm>
          <a:custGeom>
            <a:avLst/>
            <a:gdLst>
              <a:gd name="T0" fmla="*/ 2147483646 w 120"/>
              <a:gd name="T1" fmla="*/ 2147483646 h 122"/>
              <a:gd name="T2" fmla="*/ 2147483646 w 120"/>
              <a:gd name="T3" fmla="*/ 2147483646 h 122"/>
              <a:gd name="T4" fmla="*/ 2147483646 w 120"/>
              <a:gd name="T5" fmla="*/ 2147483646 h 122"/>
              <a:gd name="T6" fmla="*/ 2147483646 w 120"/>
              <a:gd name="T7" fmla="*/ 2147483646 h 122"/>
              <a:gd name="T8" fmla="*/ 2147483646 w 120"/>
              <a:gd name="T9" fmla="*/ 2147483646 h 122"/>
              <a:gd name="T10" fmla="*/ 2147483646 w 120"/>
              <a:gd name="T11" fmla="*/ 2147483646 h 122"/>
              <a:gd name="T12" fmla="*/ 2147483646 w 120"/>
              <a:gd name="T13" fmla="*/ 2147483646 h 122"/>
              <a:gd name="T14" fmla="*/ 2147483646 w 120"/>
              <a:gd name="T15" fmla="*/ 2147483646 h 122"/>
              <a:gd name="T16" fmla="*/ 2147483646 w 120"/>
              <a:gd name="T17" fmla="*/ 0 h 122"/>
              <a:gd name="T18" fmla="*/ 2147483646 w 120"/>
              <a:gd name="T19" fmla="*/ 2000353178 h 122"/>
              <a:gd name="T20" fmla="*/ 2147483646 w 120"/>
              <a:gd name="T21" fmla="*/ 2147483646 h 122"/>
              <a:gd name="T22" fmla="*/ 2147483646 w 120"/>
              <a:gd name="T23" fmla="*/ 2147483646 h 122"/>
              <a:gd name="T24" fmla="*/ 2147483646 w 120"/>
              <a:gd name="T25" fmla="*/ 2147483646 h 122"/>
              <a:gd name="T26" fmla="*/ 2147483646 w 120"/>
              <a:gd name="T27" fmla="*/ 2147483646 h 122"/>
              <a:gd name="T28" fmla="*/ 2147483646 w 120"/>
              <a:gd name="T29" fmla="*/ 2147483646 h 122"/>
              <a:gd name="T30" fmla="*/ 2147483646 w 120"/>
              <a:gd name="T31" fmla="*/ 2147483646 h 122"/>
              <a:gd name="T32" fmla="*/ 2147483646 w 120"/>
              <a:gd name="T33" fmla="*/ 2147483646 h 122"/>
              <a:gd name="T34" fmla="*/ 0 w 120"/>
              <a:gd name="T35" fmla="*/ 2147483646 h 122"/>
              <a:gd name="T36" fmla="*/ 2147483646 w 120"/>
              <a:gd name="T37" fmla="*/ 2147483646 h 122"/>
              <a:gd name="T38" fmla="*/ 2147483646 w 120"/>
              <a:gd name="T39" fmla="*/ 2147483646 h 1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20"/>
              <a:gd name="T61" fmla="*/ 0 h 122"/>
              <a:gd name="T62" fmla="*/ 120 w 120"/>
              <a:gd name="T63" fmla="*/ 122 h 12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20" h="122">
                <a:moveTo>
                  <a:pt x="14" y="113"/>
                </a:moveTo>
                <a:lnTo>
                  <a:pt x="25" y="105"/>
                </a:lnTo>
                <a:lnTo>
                  <a:pt x="42" y="84"/>
                </a:lnTo>
                <a:lnTo>
                  <a:pt x="57" y="61"/>
                </a:lnTo>
                <a:lnTo>
                  <a:pt x="78" y="38"/>
                </a:lnTo>
                <a:lnTo>
                  <a:pt x="97" y="25"/>
                </a:lnTo>
                <a:lnTo>
                  <a:pt x="112" y="21"/>
                </a:lnTo>
                <a:lnTo>
                  <a:pt x="120" y="12"/>
                </a:lnTo>
                <a:lnTo>
                  <a:pt x="120" y="0"/>
                </a:lnTo>
                <a:lnTo>
                  <a:pt x="107" y="4"/>
                </a:lnTo>
                <a:lnTo>
                  <a:pt x="90" y="14"/>
                </a:lnTo>
                <a:lnTo>
                  <a:pt x="71" y="27"/>
                </a:lnTo>
                <a:lnTo>
                  <a:pt x="55" y="38"/>
                </a:lnTo>
                <a:lnTo>
                  <a:pt x="38" y="57"/>
                </a:lnTo>
                <a:lnTo>
                  <a:pt x="21" y="74"/>
                </a:lnTo>
                <a:lnTo>
                  <a:pt x="16" y="92"/>
                </a:lnTo>
                <a:lnTo>
                  <a:pt x="6" y="105"/>
                </a:lnTo>
                <a:lnTo>
                  <a:pt x="0" y="122"/>
                </a:lnTo>
                <a:lnTo>
                  <a:pt x="14"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2" name="Freeform 64">
            <a:extLst>
              <a:ext uri="{FF2B5EF4-FFF2-40B4-BE49-F238E27FC236}">
                <a16:creationId xmlns:a16="http://schemas.microsoft.com/office/drawing/2014/main" id="{234A7543-FDF8-439D-B10A-C61D06E0CCDD}"/>
              </a:ext>
            </a:extLst>
          </p:cNvPr>
          <p:cNvSpPr>
            <a:spLocks/>
          </p:cNvSpPr>
          <p:nvPr/>
        </p:nvSpPr>
        <p:spPr bwMode="auto">
          <a:xfrm>
            <a:off x="7957438" y="5445765"/>
            <a:ext cx="31499" cy="36749"/>
          </a:xfrm>
          <a:custGeom>
            <a:avLst/>
            <a:gdLst>
              <a:gd name="T0" fmla="*/ 0 w 34"/>
              <a:gd name="T1" fmla="*/ 2147483646 h 42"/>
              <a:gd name="T2" fmla="*/ 2147483646 w 34"/>
              <a:gd name="T3" fmla="*/ 2147483646 h 42"/>
              <a:gd name="T4" fmla="*/ 2147483646 w 34"/>
              <a:gd name="T5" fmla="*/ 1000532118 h 42"/>
              <a:gd name="T6" fmla="*/ 2147483646 w 34"/>
              <a:gd name="T7" fmla="*/ 0 h 42"/>
              <a:gd name="T8" fmla="*/ 2147483646 w 34"/>
              <a:gd name="T9" fmla="*/ 2147483646 h 42"/>
              <a:gd name="T10" fmla="*/ 2147483646 w 34"/>
              <a:gd name="T11" fmla="*/ 2147483646 h 42"/>
              <a:gd name="T12" fmla="*/ 2147483646 w 34"/>
              <a:gd name="T13" fmla="*/ 2147483646 h 42"/>
              <a:gd name="T14" fmla="*/ 2147483646 w 34"/>
              <a:gd name="T15" fmla="*/ 2147483646 h 42"/>
              <a:gd name="T16" fmla="*/ 2147483646 w 34"/>
              <a:gd name="T17" fmla="*/ 2147483646 h 42"/>
              <a:gd name="T18" fmla="*/ 2147483646 w 34"/>
              <a:gd name="T19" fmla="*/ 2147483646 h 42"/>
              <a:gd name="T20" fmla="*/ 0 w 34"/>
              <a:gd name="T21" fmla="*/ 2147483646 h 42"/>
              <a:gd name="T22" fmla="*/ 0 w 34"/>
              <a:gd name="T23" fmla="*/ 2147483646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
              <a:gd name="T37" fmla="*/ 0 h 42"/>
              <a:gd name="T38" fmla="*/ 34 w 34"/>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 h="42">
                <a:moveTo>
                  <a:pt x="0" y="21"/>
                </a:moveTo>
                <a:lnTo>
                  <a:pt x="6" y="11"/>
                </a:lnTo>
                <a:lnTo>
                  <a:pt x="11" y="2"/>
                </a:lnTo>
                <a:lnTo>
                  <a:pt x="21" y="0"/>
                </a:lnTo>
                <a:lnTo>
                  <a:pt x="30" y="7"/>
                </a:lnTo>
                <a:lnTo>
                  <a:pt x="34" y="13"/>
                </a:lnTo>
                <a:lnTo>
                  <a:pt x="34" y="21"/>
                </a:lnTo>
                <a:lnTo>
                  <a:pt x="25" y="26"/>
                </a:lnTo>
                <a:lnTo>
                  <a:pt x="21" y="42"/>
                </a:lnTo>
                <a:lnTo>
                  <a:pt x="8" y="34"/>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233" name="Picture 65" descr="bd00028_">
            <a:extLst>
              <a:ext uri="{FF2B5EF4-FFF2-40B4-BE49-F238E27FC236}">
                <a16:creationId xmlns:a16="http://schemas.microsoft.com/office/drawing/2014/main" id="{2E77D420-CDC1-42F1-90C7-A4ECB52B41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2807" y="4899789"/>
            <a:ext cx="950210" cy="93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34" name="Line 66">
            <a:extLst>
              <a:ext uri="{FF2B5EF4-FFF2-40B4-BE49-F238E27FC236}">
                <a16:creationId xmlns:a16="http://schemas.microsoft.com/office/drawing/2014/main" id="{F920999E-2239-4424-A281-64D1216350DA}"/>
              </a:ext>
            </a:extLst>
          </p:cNvPr>
          <p:cNvSpPr>
            <a:spLocks noChangeShapeType="1"/>
          </p:cNvSpPr>
          <p:nvPr/>
        </p:nvSpPr>
        <p:spPr bwMode="auto">
          <a:xfrm flipH="1" flipV="1">
            <a:off x="6888232" y="3863833"/>
            <a:ext cx="587975" cy="10079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5" name="Line 67">
            <a:extLst>
              <a:ext uri="{FF2B5EF4-FFF2-40B4-BE49-F238E27FC236}">
                <a16:creationId xmlns:a16="http://schemas.microsoft.com/office/drawing/2014/main" id="{63CA7427-7795-4667-BD98-41940FD32C9C}"/>
              </a:ext>
            </a:extLst>
          </p:cNvPr>
          <p:cNvSpPr>
            <a:spLocks noChangeShapeType="1"/>
          </p:cNvSpPr>
          <p:nvPr/>
        </p:nvSpPr>
        <p:spPr bwMode="auto">
          <a:xfrm flipV="1">
            <a:off x="7476207" y="3863833"/>
            <a:ext cx="587975" cy="100795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6" name="Line 68">
            <a:extLst>
              <a:ext uri="{FF2B5EF4-FFF2-40B4-BE49-F238E27FC236}">
                <a16:creationId xmlns:a16="http://schemas.microsoft.com/office/drawing/2014/main" id="{5F073982-FAD5-4D3D-B31F-F1AAA8BF94E2}"/>
              </a:ext>
            </a:extLst>
          </p:cNvPr>
          <p:cNvSpPr>
            <a:spLocks noChangeShapeType="1"/>
          </p:cNvSpPr>
          <p:nvPr/>
        </p:nvSpPr>
        <p:spPr bwMode="auto">
          <a:xfrm>
            <a:off x="5544291" y="3863833"/>
            <a:ext cx="1175949" cy="12599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7" name="Line 69">
            <a:extLst>
              <a:ext uri="{FF2B5EF4-FFF2-40B4-BE49-F238E27FC236}">
                <a16:creationId xmlns:a16="http://schemas.microsoft.com/office/drawing/2014/main" id="{75C8C739-8444-453D-9072-D110E830A993}"/>
              </a:ext>
            </a:extLst>
          </p:cNvPr>
          <p:cNvSpPr>
            <a:spLocks noChangeShapeType="1"/>
          </p:cNvSpPr>
          <p:nvPr/>
        </p:nvSpPr>
        <p:spPr bwMode="auto">
          <a:xfrm flipH="1">
            <a:off x="7812193" y="3947830"/>
            <a:ext cx="1091953" cy="12599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L" sz="1984"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38" name="Text Box 70">
            <a:extLst>
              <a:ext uri="{FF2B5EF4-FFF2-40B4-BE49-F238E27FC236}">
                <a16:creationId xmlns:a16="http://schemas.microsoft.com/office/drawing/2014/main" id="{7B8343A7-4EA9-4CF5-BDD8-BD5479CA58E9}"/>
              </a:ext>
            </a:extLst>
          </p:cNvPr>
          <p:cNvSpPr txBox="1">
            <a:spLocks noChangeArrowheads="1"/>
          </p:cNvSpPr>
          <p:nvPr/>
        </p:nvSpPr>
        <p:spPr bwMode="auto">
          <a:xfrm>
            <a:off x="6804237" y="3863834"/>
            <a:ext cx="1298753" cy="43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s-CL" sz="2205" b="0" i="0" u="none" strike="noStrike" kern="1200" cap="none" spc="0" normalizeH="0" baseline="0" noProof="0" dirty="0" err="1">
                <a:ln>
                  <a:noFill/>
                </a:ln>
                <a:solidFill>
                  <a:srgbClr val="ED7D31"/>
                </a:solidFill>
                <a:effectLst/>
                <a:uLnTx/>
                <a:uFillTx/>
                <a:latin typeface="Times New Roman" panose="02020603050405020304" pitchFamily="18" charset="0"/>
                <a:ea typeface="+mn-ea"/>
                <a:cs typeface="+mn-cs"/>
              </a:rPr>
              <a:t>Preguntas</a:t>
            </a:r>
            <a:endParaRPr kumimoji="0" lang="en-US" altLang="es-CL" sz="2205" b="0" i="0" u="none" strike="noStrike" kern="1200" cap="none" spc="0" normalizeH="0" baseline="0" noProof="0" dirty="0">
              <a:ln>
                <a:noFill/>
              </a:ln>
              <a:solidFill>
                <a:srgbClr val="ED7D31"/>
              </a:solidFill>
              <a:effectLst/>
              <a:uLnTx/>
              <a:uFillTx/>
              <a:latin typeface="Times New Roman" panose="02020603050405020304" pitchFamily="18" charset="0"/>
              <a:ea typeface="+mn-ea"/>
              <a:cs typeface="+mn-cs"/>
            </a:endParaRPr>
          </a:p>
        </p:txBody>
      </p:sp>
      <p:sp>
        <p:nvSpPr>
          <p:cNvPr id="7239" name="Text Box 71">
            <a:extLst>
              <a:ext uri="{FF2B5EF4-FFF2-40B4-BE49-F238E27FC236}">
                <a16:creationId xmlns:a16="http://schemas.microsoft.com/office/drawing/2014/main" id="{57A52698-688E-47BD-ADF4-4CAA25E64357}"/>
              </a:ext>
            </a:extLst>
          </p:cNvPr>
          <p:cNvSpPr txBox="1">
            <a:spLocks noChangeArrowheads="1"/>
          </p:cNvSpPr>
          <p:nvPr/>
        </p:nvSpPr>
        <p:spPr bwMode="auto">
          <a:xfrm>
            <a:off x="5183272" y="4205069"/>
            <a:ext cx="1346844" cy="43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s-CL" sz="2205" b="0" i="0" u="none" strike="noStrike" kern="1200" cap="none" spc="0" normalizeH="0" baseline="0" noProof="0" dirty="0" err="1">
                <a:ln>
                  <a:noFill/>
                </a:ln>
                <a:solidFill>
                  <a:srgbClr val="777777"/>
                </a:solidFill>
                <a:effectLst/>
                <a:uLnTx/>
                <a:uFillTx/>
                <a:latin typeface="Times New Roman" panose="02020603050405020304" pitchFamily="18" charset="0"/>
                <a:ea typeface="+mn-ea"/>
                <a:cs typeface="+mn-cs"/>
              </a:rPr>
              <a:t>respuestas</a:t>
            </a:r>
            <a:endParaRPr kumimoji="0" lang="en-US" altLang="es-CL" sz="2205" b="0" i="0" u="none" strike="noStrike" kern="1200" cap="none" spc="0" normalizeH="0" baseline="0" noProof="0" dirty="0">
              <a:ln>
                <a:noFill/>
              </a:ln>
              <a:solidFill>
                <a:srgbClr val="777777"/>
              </a:solidFill>
              <a:effectLst/>
              <a:uLnTx/>
              <a:uFillTx/>
              <a:latin typeface="Times New Roman" panose="02020603050405020304" pitchFamily="18" charset="0"/>
              <a:ea typeface="+mn-ea"/>
              <a:cs typeface="+mn-cs"/>
            </a:endParaRPr>
          </a:p>
        </p:txBody>
      </p:sp>
      <p:sp>
        <p:nvSpPr>
          <p:cNvPr id="7241" name="Text Box 73">
            <a:extLst>
              <a:ext uri="{FF2B5EF4-FFF2-40B4-BE49-F238E27FC236}">
                <a16:creationId xmlns:a16="http://schemas.microsoft.com/office/drawing/2014/main" id="{6BF30C18-C4A9-4A24-BDAE-A7FBEA4A9211}"/>
              </a:ext>
            </a:extLst>
          </p:cNvPr>
          <p:cNvSpPr txBox="1">
            <a:spLocks noChangeArrowheads="1"/>
          </p:cNvSpPr>
          <p:nvPr/>
        </p:nvSpPr>
        <p:spPr bwMode="auto">
          <a:xfrm>
            <a:off x="6534748" y="6513219"/>
            <a:ext cx="3531736" cy="906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s-CL" sz="2646" b="0" i="0" u="none" strike="noStrike" kern="1200" cap="none" spc="0" normalizeH="0" baseline="0" noProof="0">
                <a:ln>
                  <a:noFill/>
                </a:ln>
                <a:solidFill>
                  <a:srgbClr val="003300"/>
                </a:solidFill>
                <a:effectLst/>
                <a:uLnTx/>
                <a:uFillTx/>
                <a:latin typeface="Times New Roman" panose="02020603050405020304" pitchFamily="18" charset="0"/>
                <a:ea typeface="+mn-ea"/>
                <a:cs typeface="+mn-cs"/>
              </a:rPr>
              <a:t>¿Cuál es la persona?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s-CL" sz="2646" b="0" i="0" u="none" strike="noStrike" kern="1200" cap="none" spc="0" normalizeH="0" baseline="0" noProof="0">
                <a:ln>
                  <a:noFill/>
                </a:ln>
                <a:solidFill>
                  <a:srgbClr val="003300"/>
                </a:solidFill>
                <a:effectLst/>
                <a:uLnTx/>
                <a:uFillTx/>
                <a:latin typeface="Times New Roman" panose="02020603050405020304" pitchFamily="18" charset="0"/>
                <a:ea typeface="+mn-ea"/>
                <a:cs typeface="+mn-cs"/>
              </a:rPr>
              <a:t>¿Cuál es el computador?</a:t>
            </a:r>
          </a:p>
        </p:txBody>
      </p:sp>
      <p:sp>
        <p:nvSpPr>
          <p:cNvPr id="74" name="Text Box 71">
            <a:extLst>
              <a:ext uri="{FF2B5EF4-FFF2-40B4-BE49-F238E27FC236}">
                <a16:creationId xmlns:a16="http://schemas.microsoft.com/office/drawing/2014/main" id="{0607763A-447E-463F-BD88-88333B0DE6F9}"/>
              </a:ext>
            </a:extLst>
          </p:cNvPr>
          <p:cNvSpPr txBox="1">
            <a:spLocks noChangeArrowheads="1"/>
          </p:cNvSpPr>
          <p:nvPr/>
        </p:nvSpPr>
        <p:spPr bwMode="auto">
          <a:xfrm>
            <a:off x="8358169" y="4177243"/>
            <a:ext cx="1346844" cy="43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s-CL" sz="2205" b="0" i="0" u="none" strike="noStrike" kern="1200" cap="none" spc="0" normalizeH="0" baseline="0" noProof="0">
                <a:ln>
                  <a:noFill/>
                </a:ln>
                <a:solidFill>
                  <a:srgbClr val="777777"/>
                </a:solidFill>
                <a:effectLst/>
                <a:uLnTx/>
                <a:uFillTx/>
                <a:latin typeface="Times New Roman" panose="02020603050405020304" pitchFamily="18" charset="0"/>
                <a:ea typeface="+mn-ea"/>
                <a:cs typeface="+mn-cs"/>
              </a:rPr>
              <a:t>respuestas</a:t>
            </a:r>
          </a:p>
        </p:txBody>
      </p:sp>
    </p:spTree>
  </p:cSld>
  <p:clrMapOvr>
    <a:masterClrMapping/>
  </p:clrMapOvr>
  <p:transition>
    <p:zoom dir="in"/>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8220" name="Rectangle 6482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222" name="Rectangle 6482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0080624" cy="1737198"/>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224" name="Rectangle 6482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21125" y="0"/>
            <a:ext cx="3359500" cy="173770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226" name="Rectangle 6482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71443" y="-4171443"/>
            <a:ext cx="1737740" cy="10080627"/>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8194" name="Rectangle 2"/>
          <p:cNvSpPr>
            <a:spLocks noGrp="1" noChangeArrowheads="1"/>
          </p:cNvSpPr>
          <p:nvPr>
            <p:ph type="ctrTitle"/>
          </p:nvPr>
        </p:nvSpPr>
        <p:spPr>
          <a:xfrm>
            <a:off x="1134067" y="384559"/>
            <a:ext cx="8304629" cy="967533"/>
          </a:xfrm>
        </p:spPr>
        <p:txBody>
          <a:bodyPr vert="horz" lIns="91440" tIns="45720" rIns="91440" bIns="45720" rtlCol="0" anchor="ctr">
            <a:normAutofit/>
          </a:bodyPr>
          <a:lstStyle/>
          <a:p>
            <a:pPr algn="l" defTabSz="914400"/>
            <a:r>
              <a:rPr lang="en-US" altLang="en-US" sz="3800" kern="1200">
                <a:solidFill>
                  <a:srgbClr val="FFFFFF"/>
                </a:solidFill>
                <a:effectLst/>
                <a:latin typeface="+mj-lt"/>
                <a:ea typeface="+mj-ea"/>
                <a:cs typeface="+mj-cs"/>
                <a:sym typeface="Arial"/>
              </a:rPr>
              <a:t>Un chatbot en Python</a:t>
            </a:r>
          </a:p>
        </p:txBody>
      </p:sp>
      <p:grpSp>
        <p:nvGrpSpPr>
          <p:cNvPr id="11" name="Grupo 10">
            <a:extLst>
              <a:ext uri="{FF2B5EF4-FFF2-40B4-BE49-F238E27FC236}">
                <a16:creationId xmlns:a16="http://schemas.microsoft.com/office/drawing/2014/main" id="{4D32C12D-329D-3B9E-57BC-8232381F6A6A}"/>
              </a:ext>
            </a:extLst>
          </p:cNvPr>
          <p:cNvGrpSpPr/>
          <p:nvPr/>
        </p:nvGrpSpPr>
        <p:grpSpPr>
          <a:xfrm>
            <a:off x="1318013" y="2328727"/>
            <a:ext cx="7464393" cy="4621792"/>
            <a:chOff x="436676" y="1540931"/>
            <a:chExt cx="9125741" cy="5650462"/>
          </a:xfrm>
        </p:grpSpPr>
        <p:pic>
          <p:nvPicPr>
            <p:cNvPr id="8" name="Imagen 7">
              <a:extLst>
                <a:ext uri="{FF2B5EF4-FFF2-40B4-BE49-F238E27FC236}">
                  <a16:creationId xmlns:a16="http://schemas.microsoft.com/office/drawing/2014/main" id="{E64C2BC4-2D61-F8FF-5E51-142A804444FD}"/>
                </a:ext>
              </a:extLst>
            </p:cNvPr>
            <p:cNvPicPr>
              <a:picLocks noChangeAspect="1"/>
            </p:cNvPicPr>
            <p:nvPr/>
          </p:nvPicPr>
          <p:blipFill>
            <a:blip r:embed="rId3"/>
            <a:stretch>
              <a:fillRect/>
            </a:stretch>
          </p:blipFill>
          <p:spPr>
            <a:xfrm>
              <a:off x="442392" y="1540931"/>
              <a:ext cx="9114310" cy="4058002"/>
            </a:xfrm>
            <a:prstGeom prst="rect">
              <a:avLst/>
            </a:prstGeom>
          </p:spPr>
        </p:pic>
        <p:pic>
          <p:nvPicPr>
            <p:cNvPr id="10" name="Imagen 9">
              <a:extLst>
                <a:ext uri="{FF2B5EF4-FFF2-40B4-BE49-F238E27FC236}">
                  <a16:creationId xmlns:a16="http://schemas.microsoft.com/office/drawing/2014/main" id="{F3918489-0BEE-C70D-4739-79AC379FCC51}"/>
                </a:ext>
              </a:extLst>
            </p:cNvPr>
            <p:cNvPicPr>
              <a:picLocks noChangeAspect="1"/>
            </p:cNvPicPr>
            <p:nvPr/>
          </p:nvPicPr>
          <p:blipFill>
            <a:blip r:embed="rId4"/>
            <a:stretch>
              <a:fillRect/>
            </a:stretch>
          </p:blipFill>
          <p:spPr>
            <a:xfrm>
              <a:off x="436676" y="5591054"/>
              <a:ext cx="9125741" cy="1600339"/>
            </a:xfrm>
            <a:prstGeom prst="rect">
              <a:avLst/>
            </a:prstGeom>
          </p:spPr>
        </p:pic>
      </p:grpSp>
    </p:spTree>
    <p:extLst>
      <p:ext uri="{BB962C8B-B14F-4D97-AF65-F5344CB8AC3E}">
        <p14:creationId xmlns:p14="http://schemas.microsoft.com/office/powerpoint/2010/main" val="3821168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9" name="Rectangle 1434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Rectangle 2">
            <a:extLst>
              <a:ext uri="{FF2B5EF4-FFF2-40B4-BE49-F238E27FC236}">
                <a16:creationId xmlns:a16="http://schemas.microsoft.com/office/drawing/2014/main" id="{CFFD2D31-679D-4CED-AFCC-F36282B6658C}"/>
              </a:ext>
            </a:extLst>
          </p:cNvPr>
          <p:cNvSpPr>
            <a:spLocks noGrp="1" noChangeArrowheads="1"/>
          </p:cNvSpPr>
          <p:nvPr>
            <p:ph type="title"/>
          </p:nvPr>
        </p:nvSpPr>
        <p:spPr>
          <a:xfrm>
            <a:off x="939599" y="553384"/>
            <a:ext cx="4401769" cy="1062056"/>
          </a:xfrm>
        </p:spPr>
        <p:txBody>
          <a:bodyPr anchor="b">
            <a:normAutofit fontScale="90000"/>
          </a:bodyPr>
          <a:lstStyle/>
          <a:p>
            <a:r>
              <a:rPr lang="en-US" altLang="es-CL" sz="3800" dirty="0"/>
              <a:t>Es </a:t>
            </a:r>
            <a:r>
              <a:rPr lang="en-US" altLang="es-CL" sz="3800" dirty="0" err="1"/>
              <a:t>aún</a:t>
            </a:r>
            <a:r>
              <a:rPr lang="en-US" altLang="es-CL" sz="3800" dirty="0"/>
              <a:t> </a:t>
            </a:r>
            <a:r>
              <a:rPr lang="en-US" altLang="es-CL" sz="3800" dirty="0" err="1"/>
              <a:t>útil</a:t>
            </a:r>
            <a:r>
              <a:rPr lang="en-US" altLang="es-CL" sz="3800" dirty="0"/>
              <a:t> </a:t>
            </a:r>
            <a:r>
              <a:rPr lang="en-US" altLang="es-CL" sz="3800" dirty="0" err="1"/>
              <a:t>el</a:t>
            </a:r>
            <a:r>
              <a:rPr lang="en-US" altLang="es-CL" sz="3800" dirty="0"/>
              <a:t> Test de Turing?</a:t>
            </a:r>
          </a:p>
        </p:txBody>
      </p:sp>
      <p:sp>
        <p:nvSpPr>
          <p:cNvPr id="13315" name="Rectangle 3">
            <a:extLst>
              <a:ext uri="{FF2B5EF4-FFF2-40B4-BE49-F238E27FC236}">
                <a16:creationId xmlns:a16="http://schemas.microsoft.com/office/drawing/2014/main" id="{A501A767-E045-4960-82E5-226C237FAC80}"/>
              </a:ext>
            </a:extLst>
          </p:cNvPr>
          <p:cNvSpPr>
            <a:spLocks noGrp="1" noChangeArrowheads="1"/>
          </p:cNvSpPr>
          <p:nvPr>
            <p:ph idx="1"/>
          </p:nvPr>
        </p:nvSpPr>
        <p:spPr>
          <a:xfrm>
            <a:off x="284480" y="1889760"/>
            <a:ext cx="5679440" cy="5252720"/>
          </a:xfrm>
        </p:spPr>
        <p:txBody>
          <a:bodyPr anchor="t">
            <a:normAutofit/>
          </a:bodyPr>
          <a:lstStyle/>
          <a:p>
            <a:pPr>
              <a:defRPr/>
            </a:pPr>
            <a:r>
              <a:rPr lang="en-US" sz="1800" dirty="0"/>
              <a:t>Con </a:t>
            </a:r>
            <a:r>
              <a:rPr lang="en-US" sz="1800" dirty="0" err="1"/>
              <a:t>reglas</a:t>
            </a:r>
            <a:r>
              <a:rPr lang="en-US" sz="1800" dirty="0"/>
              <a:t> </a:t>
            </a:r>
            <a:r>
              <a:rPr lang="en-US" sz="1800" dirty="0" err="1"/>
              <a:t>como</a:t>
            </a:r>
            <a:r>
              <a:rPr lang="en-US" sz="1800" dirty="0"/>
              <a:t> las del chatbot, </a:t>
            </a:r>
            <a:r>
              <a:rPr lang="en-US" sz="1800" dirty="0" err="1"/>
              <a:t>podríamos</a:t>
            </a:r>
            <a:r>
              <a:rPr lang="en-US" sz="1800" dirty="0"/>
              <a:t> pasar </a:t>
            </a:r>
            <a:r>
              <a:rPr lang="en-US" sz="1800" dirty="0" err="1"/>
              <a:t>el</a:t>
            </a:r>
            <a:r>
              <a:rPr lang="en-US" sz="1800" dirty="0"/>
              <a:t> test de Turing, solo que </a:t>
            </a:r>
            <a:r>
              <a:rPr lang="en-US" sz="1800" dirty="0" err="1"/>
              <a:t>quizás</a:t>
            </a:r>
            <a:r>
              <a:rPr lang="en-US" sz="1800" dirty="0"/>
              <a:t> </a:t>
            </a:r>
            <a:r>
              <a:rPr lang="en-US" sz="1800" dirty="0" err="1"/>
              <a:t>tomaría</a:t>
            </a:r>
            <a:r>
              <a:rPr lang="en-US" sz="1800" dirty="0"/>
              <a:t> un </a:t>
            </a:r>
            <a:r>
              <a:rPr lang="en-US" sz="1800" dirty="0" err="1"/>
              <a:t>montón</a:t>
            </a:r>
            <a:r>
              <a:rPr lang="en-US" sz="1800" dirty="0"/>
              <a:t> de </a:t>
            </a:r>
            <a:r>
              <a:rPr lang="en-US" sz="1800" dirty="0" err="1"/>
              <a:t>reglas</a:t>
            </a:r>
            <a:r>
              <a:rPr lang="en-US" sz="1800" dirty="0"/>
              <a:t>.</a:t>
            </a:r>
          </a:p>
          <a:p>
            <a:pPr>
              <a:defRPr/>
            </a:pPr>
            <a:r>
              <a:rPr lang="en-US" sz="1800" dirty="0"/>
              <a:t>¿</a:t>
            </a:r>
            <a:r>
              <a:rPr lang="en-US" sz="1800" dirty="0" err="1"/>
              <a:t>Entiende</a:t>
            </a:r>
            <a:r>
              <a:rPr lang="en-US" sz="1800" dirty="0"/>
              <a:t> </a:t>
            </a:r>
            <a:r>
              <a:rPr lang="en-US" sz="1800" dirty="0" err="1"/>
              <a:t>el</a:t>
            </a:r>
            <a:r>
              <a:rPr lang="en-US" sz="1800" dirty="0"/>
              <a:t> </a:t>
            </a:r>
            <a:r>
              <a:rPr lang="en-US" sz="1800" dirty="0" err="1"/>
              <a:t>sistema</a:t>
            </a:r>
            <a:r>
              <a:rPr lang="en-US" sz="1800" dirty="0"/>
              <a:t>?</a:t>
            </a:r>
          </a:p>
          <a:p>
            <a:pPr marL="0" lvl="1" indent="0">
              <a:buNone/>
              <a:defRPr/>
            </a:pPr>
            <a:r>
              <a:rPr lang="en-US" sz="1800" dirty="0"/>
              <a:t>	</a:t>
            </a:r>
            <a:r>
              <a:rPr lang="en-US" sz="1800" i="1" dirty="0"/>
              <a:t>No. Solo que con </a:t>
            </a:r>
            <a:r>
              <a:rPr lang="en-US" sz="1800" i="1" dirty="0" err="1"/>
              <a:t>más</a:t>
            </a:r>
            <a:r>
              <a:rPr lang="en-US" sz="1800" i="1" dirty="0"/>
              <a:t> y </a:t>
            </a:r>
            <a:r>
              <a:rPr lang="en-US" sz="1800" i="1" dirty="0" err="1"/>
              <a:t>mejores</a:t>
            </a:r>
            <a:r>
              <a:rPr lang="en-US" sz="1800" i="1" dirty="0"/>
              <a:t> </a:t>
            </a:r>
            <a:r>
              <a:rPr lang="en-US" sz="1800" i="1" dirty="0" err="1"/>
              <a:t>reglas</a:t>
            </a:r>
            <a:r>
              <a:rPr lang="en-US" sz="1800" i="1" dirty="0"/>
              <a:t> se </a:t>
            </a:r>
            <a:r>
              <a:rPr lang="en-US" sz="1800" i="1" dirty="0" err="1"/>
              <a:t>lograrían</a:t>
            </a:r>
            <a:r>
              <a:rPr lang="en-US" sz="1800" i="1" dirty="0"/>
              <a:t> </a:t>
            </a:r>
            <a:r>
              <a:rPr lang="en-US" sz="1800" i="1" dirty="0" err="1"/>
              <a:t>manejar</a:t>
            </a:r>
            <a:r>
              <a:rPr lang="en-US" sz="1800" i="1" dirty="0"/>
              <a:t> </a:t>
            </a:r>
            <a:r>
              <a:rPr lang="en-US" sz="1800" i="1" dirty="0" err="1"/>
              <a:t>más</a:t>
            </a:r>
            <a:r>
              <a:rPr lang="en-US" sz="1800" i="1" dirty="0"/>
              <a:t> </a:t>
            </a:r>
            <a:r>
              <a:rPr lang="en-US" sz="1800" i="1" dirty="0" err="1"/>
              <a:t>situaciones</a:t>
            </a:r>
            <a:r>
              <a:rPr lang="en-US" sz="1800" i="1" dirty="0"/>
              <a:t>.</a:t>
            </a:r>
          </a:p>
          <a:p>
            <a:pPr>
              <a:defRPr/>
            </a:pPr>
            <a:r>
              <a:rPr lang="en-US" sz="1800" dirty="0"/>
              <a:t>Podemos </a:t>
            </a:r>
            <a:r>
              <a:rPr lang="en-US" sz="1800" dirty="0" err="1"/>
              <a:t>construir</a:t>
            </a:r>
            <a:r>
              <a:rPr lang="en-US" sz="1800" dirty="0"/>
              <a:t> un </a:t>
            </a:r>
            <a:r>
              <a:rPr lang="en-US" sz="1800" dirty="0" err="1"/>
              <a:t>modelo</a:t>
            </a:r>
            <a:r>
              <a:rPr lang="en-US" sz="1800" dirty="0"/>
              <a:t> con </a:t>
            </a:r>
            <a:r>
              <a:rPr lang="en-US" sz="1800" dirty="0" err="1"/>
              <a:t>una</a:t>
            </a:r>
            <a:r>
              <a:rPr lang="en-US" sz="1800" dirty="0"/>
              <a:t> </a:t>
            </a:r>
            <a:r>
              <a:rPr lang="en-US" sz="1800" dirty="0" err="1"/>
              <a:t>representación</a:t>
            </a:r>
            <a:r>
              <a:rPr lang="en-US" sz="1800" dirty="0"/>
              <a:t> de </a:t>
            </a:r>
            <a:r>
              <a:rPr lang="en-US" sz="1800" dirty="0" err="1"/>
              <a:t>conocimiento</a:t>
            </a:r>
            <a:r>
              <a:rPr lang="en-US" sz="1800" dirty="0"/>
              <a:t> que </a:t>
            </a:r>
            <a:r>
              <a:rPr lang="en-US" sz="1800" dirty="0" err="1"/>
              <a:t>corresponde</a:t>
            </a:r>
            <a:r>
              <a:rPr lang="en-US" sz="1800" dirty="0"/>
              <a:t> a </a:t>
            </a:r>
            <a:r>
              <a:rPr lang="en-US" sz="1800" dirty="0" err="1"/>
              <a:t>algún</a:t>
            </a:r>
            <a:r>
              <a:rPr lang="en-US" sz="1800" dirty="0"/>
              <a:t> </a:t>
            </a:r>
            <a:r>
              <a:rPr lang="en-US" sz="1800" dirty="0" err="1"/>
              <a:t>dominio</a:t>
            </a:r>
            <a:r>
              <a:rPr lang="en-US" sz="1800" dirty="0"/>
              <a:t> del </a:t>
            </a:r>
            <a:r>
              <a:rPr lang="en-US" sz="1800" dirty="0" err="1"/>
              <a:t>mundo</a:t>
            </a:r>
            <a:r>
              <a:rPr lang="en-US" sz="1800" dirty="0"/>
              <a:t> real (</a:t>
            </a:r>
            <a:r>
              <a:rPr lang="en-US" sz="1800" dirty="0" err="1"/>
              <a:t>por</a:t>
            </a:r>
            <a:r>
              <a:rPr lang="en-US" sz="1800" dirty="0"/>
              <a:t> </a:t>
            </a:r>
            <a:r>
              <a:rPr lang="en-US" sz="1800" dirty="0" err="1"/>
              <a:t>ejemplo</a:t>
            </a:r>
            <a:r>
              <a:rPr lang="en-US" sz="1800" dirty="0"/>
              <a:t>, </a:t>
            </a:r>
            <a:r>
              <a:rPr lang="en-US" sz="1800" dirty="0" err="1"/>
              <a:t>llamar</a:t>
            </a:r>
            <a:r>
              <a:rPr lang="en-US" sz="1800" dirty="0"/>
              <a:t> para </a:t>
            </a:r>
            <a:r>
              <a:rPr lang="en-US" sz="1800" dirty="0" err="1"/>
              <a:t>reserva</a:t>
            </a:r>
            <a:r>
              <a:rPr lang="en-US" sz="1800" dirty="0"/>
              <a:t> de hora), </a:t>
            </a:r>
            <a:r>
              <a:rPr lang="en-US" sz="1800" dirty="0" err="1"/>
              <a:t>además</a:t>
            </a:r>
            <a:r>
              <a:rPr lang="en-US" sz="1800" dirty="0"/>
              <a:t> de </a:t>
            </a:r>
            <a:r>
              <a:rPr lang="en-US" sz="1800" dirty="0" err="1"/>
              <a:t>una</a:t>
            </a:r>
            <a:r>
              <a:rPr lang="en-US" sz="1800" dirty="0"/>
              <a:t> base de </a:t>
            </a:r>
            <a:r>
              <a:rPr lang="en-US" sz="1800" dirty="0" err="1"/>
              <a:t>datos</a:t>
            </a:r>
            <a:r>
              <a:rPr lang="en-US" sz="1800" dirty="0"/>
              <a:t>.</a:t>
            </a:r>
          </a:p>
          <a:p>
            <a:pPr>
              <a:defRPr/>
            </a:pPr>
            <a:r>
              <a:rPr lang="en-US" sz="1800" dirty="0"/>
              <a:t>Este ha </a:t>
            </a:r>
            <a:r>
              <a:rPr lang="en-US" sz="1800" dirty="0" err="1"/>
              <a:t>sido</a:t>
            </a:r>
            <a:r>
              <a:rPr lang="en-US" sz="1800" dirty="0"/>
              <a:t> </a:t>
            </a:r>
            <a:r>
              <a:rPr lang="en-US" sz="1800" dirty="0" err="1"/>
              <a:t>en</a:t>
            </a:r>
            <a:r>
              <a:rPr lang="en-US" sz="1800" dirty="0"/>
              <a:t> </a:t>
            </a:r>
            <a:r>
              <a:rPr lang="en-US" sz="1800" dirty="0" err="1"/>
              <a:t>enfoque</a:t>
            </a:r>
            <a:r>
              <a:rPr lang="en-US" sz="1800" dirty="0"/>
              <a:t> </a:t>
            </a:r>
            <a:r>
              <a:rPr lang="en-US" sz="1800" dirty="0" err="1"/>
              <a:t>en</a:t>
            </a:r>
            <a:r>
              <a:rPr lang="en-US" sz="1800" dirty="0"/>
              <a:t> IA hasta antes de </a:t>
            </a:r>
            <a:r>
              <a:rPr lang="en-US" sz="1800" dirty="0" err="1"/>
              <a:t>los</a:t>
            </a:r>
            <a:r>
              <a:rPr lang="en-US" sz="1800" dirty="0"/>
              <a:t> transformers:</a:t>
            </a:r>
          </a:p>
          <a:p>
            <a:pPr lvl="1">
              <a:defRPr/>
            </a:pPr>
            <a:endParaRPr lang="en-US" sz="1800" i="1" dirty="0"/>
          </a:p>
          <a:p>
            <a:pPr lvl="1">
              <a:defRPr/>
            </a:pPr>
            <a:r>
              <a:rPr lang="en-US" sz="1800" i="1" dirty="0"/>
              <a:t>Se </a:t>
            </a:r>
            <a:r>
              <a:rPr lang="en-US" sz="1800" i="1" dirty="0" err="1"/>
              <a:t>necesita</a:t>
            </a:r>
            <a:r>
              <a:rPr lang="en-US" sz="1800" i="1" dirty="0"/>
              <a:t> </a:t>
            </a:r>
            <a:r>
              <a:rPr lang="en-US" sz="1800" i="1" dirty="0" err="1"/>
              <a:t>conomiento</a:t>
            </a:r>
            <a:r>
              <a:rPr lang="en-US" sz="1800" i="1" dirty="0"/>
              <a:t> del </a:t>
            </a:r>
            <a:r>
              <a:rPr lang="en-US" sz="1800" i="1" dirty="0" err="1"/>
              <a:t>mundo</a:t>
            </a:r>
            <a:r>
              <a:rPr lang="en-US" sz="1800" i="1" dirty="0"/>
              <a:t>, al </a:t>
            </a:r>
            <a:r>
              <a:rPr lang="en-US" sz="1800" i="1" dirty="0" err="1"/>
              <a:t>menos</a:t>
            </a:r>
            <a:r>
              <a:rPr lang="en-US" sz="1800" i="1" dirty="0"/>
              <a:t> </a:t>
            </a:r>
            <a:r>
              <a:rPr lang="en-US" sz="1800" i="1" dirty="0" err="1"/>
              <a:t>en</a:t>
            </a:r>
            <a:r>
              <a:rPr lang="en-US" sz="1800" i="1" dirty="0"/>
              <a:t> un </a:t>
            </a:r>
            <a:r>
              <a:rPr lang="en-US" sz="1800" i="1" dirty="0" err="1"/>
              <a:t>dominio</a:t>
            </a:r>
            <a:r>
              <a:rPr lang="en-US" sz="1800" i="1" dirty="0"/>
              <a:t> </a:t>
            </a:r>
            <a:r>
              <a:rPr lang="en-US" sz="1800" i="1" dirty="0" err="1"/>
              <a:t>específico</a:t>
            </a:r>
            <a:endParaRPr lang="en-US" sz="1800" i="1" dirty="0"/>
          </a:p>
          <a:p>
            <a:pPr lvl="1">
              <a:defRPr/>
            </a:pPr>
            <a:endParaRPr lang="en-US" sz="1800" i="1" dirty="0"/>
          </a:p>
          <a:p>
            <a:pPr>
              <a:defRPr/>
            </a:pPr>
            <a:r>
              <a:rPr lang="en-US" sz="1800" dirty="0"/>
              <a:t>¿Tiene ChatGPT </a:t>
            </a:r>
            <a:r>
              <a:rPr lang="en-US" sz="1800" dirty="0" err="1"/>
              <a:t>conocimiento</a:t>
            </a:r>
            <a:r>
              <a:rPr lang="en-US" sz="1800" dirty="0"/>
              <a:t> del </a:t>
            </a:r>
            <a:r>
              <a:rPr lang="en-US" sz="1800" dirty="0" err="1"/>
              <a:t>mundo</a:t>
            </a:r>
            <a:r>
              <a:rPr lang="en-US" sz="1800" dirty="0"/>
              <a:t>?</a:t>
            </a:r>
          </a:p>
          <a:p>
            <a:pPr>
              <a:defRPr/>
            </a:pPr>
            <a:r>
              <a:rPr lang="en-US" sz="1800" dirty="0"/>
              <a:t>¿Tiene </a:t>
            </a:r>
            <a:r>
              <a:rPr lang="en-US" sz="1800" dirty="0" err="1"/>
              <a:t>todavía</a:t>
            </a:r>
            <a:r>
              <a:rPr lang="en-US" sz="1800" dirty="0"/>
              <a:t> </a:t>
            </a:r>
            <a:r>
              <a:rPr lang="en-US" sz="1800" dirty="0" err="1"/>
              <a:t>sentido</a:t>
            </a:r>
            <a:r>
              <a:rPr lang="en-US" sz="1800" dirty="0"/>
              <a:t> </a:t>
            </a:r>
            <a:r>
              <a:rPr lang="en-US" sz="1800" dirty="0" err="1"/>
              <a:t>el</a:t>
            </a:r>
            <a:r>
              <a:rPr lang="en-US" sz="1800" dirty="0"/>
              <a:t> Test de Turing?</a:t>
            </a:r>
          </a:p>
        </p:txBody>
      </p:sp>
      <p:sp>
        <p:nvSpPr>
          <p:cNvPr id="14351" name="Rectangle 1435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5"/>
            <a:ext cx="3383791" cy="7559674"/>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3" name="Rectangle 1435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2"/>
            <a:ext cx="3383791" cy="7055221"/>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55" name="Rectangle 1435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24"/>
            <a:ext cx="3364068" cy="7055243"/>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57" name="Rectangle 1435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11"/>
            <a:ext cx="2986044" cy="7559671"/>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340" name="Picture 14339" descr="Figura humana de madera">
            <a:extLst>
              <a:ext uri="{FF2B5EF4-FFF2-40B4-BE49-F238E27FC236}">
                <a16:creationId xmlns:a16="http://schemas.microsoft.com/office/drawing/2014/main" id="{81DE99C7-868C-EFE0-EAA8-4D36F6AF3590}"/>
              </a:ext>
            </a:extLst>
          </p:cNvPr>
          <p:cNvPicPr>
            <a:picLocks noChangeAspect="1"/>
          </p:cNvPicPr>
          <p:nvPr/>
        </p:nvPicPr>
        <p:blipFill rotWithShape="1">
          <a:blip r:embed="rId2"/>
          <a:srcRect l="2386" r="52959" b="-1"/>
          <a:stretch/>
        </p:blipFill>
        <p:spPr>
          <a:xfrm>
            <a:off x="5850571" y="1220150"/>
            <a:ext cx="3448290" cy="51545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8EFEF00-4097-B787-CC69-C51D8E306D6B}"/>
              </a:ext>
            </a:extLst>
          </p:cNvPr>
          <p:cNvSpPr>
            <a:spLocks noGrp="1"/>
          </p:cNvSpPr>
          <p:nvPr>
            <p:ph type="title"/>
          </p:nvPr>
        </p:nvSpPr>
        <p:spPr>
          <a:xfrm>
            <a:off x="4604191" y="665251"/>
            <a:ext cx="4891624" cy="1683288"/>
          </a:xfrm>
        </p:spPr>
        <p:txBody>
          <a:bodyPr vert="horz" lIns="91440" tIns="45720" rIns="91440" bIns="45720" rtlCol="0" anchor="b">
            <a:normAutofit/>
          </a:bodyPr>
          <a:lstStyle/>
          <a:p>
            <a:pPr defTabSz="914400"/>
            <a:r>
              <a:rPr lang="en-US" sz="3600" b="1" kern="1200" dirty="0">
                <a:solidFill>
                  <a:schemeClr val="tx1"/>
                </a:solidFill>
                <a:latin typeface="+mj-lt"/>
                <a:ea typeface="+mj-ea"/>
                <a:cs typeface="+mj-cs"/>
              </a:rPr>
              <a:t>Actividad Práctica: Discusión sobre IA</a:t>
            </a:r>
          </a:p>
        </p:txBody>
      </p:sp>
      <p:pic>
        <p:nvPicPr>
          <p:cNvPr id="5" name="Marcador de contenido 4" descr="Burbuja de diálogo de mensajes de comunicación de personas de redes sociales&#10;&#10;++La textura del mapa del mundo derivada del dominio público de la NASA: http://visibleearth.nasa.gov.&#10;Trazado en Illustrator. Archivo creado el 29 de noviembre de 2018++">
            <a:extLst>
              <a:ext uri="{FF2B5EF4-FFF2-40B4-BE49-F238E27FC236}">
                <a16:creationId xmlns:a16="http://schemas.microsoft.com/office/drawing/2014/main" id="{F52BCCA1-A2C5-468D-95C9-4FE023674141}"/>
              </a:ext>
            </a:extLst>
          </p:cNvPr>
          <p:cNvPicPr>
            <a:picLocks noGrp="1" noChangeAspect="1"/>
          </p:cNvPicPr>
          <p:nvPr>
            <p:ph sz="half" idx="1"/>
          </p:nvPr>
        </p:nvPicPr>
        <p:blipFill>
          <a:blip r:embed="rId3"/>
          <a:srcRect l="22071" r="24223" b="-1"/>
          <a:stretch/>
        </p:blipFill>
        <p:spPr>
          <a:xfrm>
            <a:off x="20" y="10"/>
            <a:ext cx="4059951" cy="7559665"/>
          </a:xfrm>
          <a:prstGeom prst="rect">
            <a:avLst/>
          </a:prstGeom>
        </p:spPr>
      </p:pic>
      <p:sp>
        <p:nvSpPr>
          <p:cNvPr id="4" name="Marcador de contenido 3">
            <a:extLst>
              <a:ext uri="{FF2B5EF4-FFF2-40B4-BE49-F238E27FC236}">
                <a16:creationId xmlns:a16="http://schemas.microsoft.com/office/drawing/2014/main" id="{4206CB1F-5ED1-8281-EB2D-FCAA06B2C07A}"/>
              </a:ext>
            </a:extLst>
          </p:cNvPr>
          <p:cNvSpPr>
            <a:spLocks noGrp="1"/>
          </p:cNvSpPr>
          <p:nvPr>
            <p:ph sz="half" idx="2"/>
          </p:nvPr>
        </p:nvSpPr>
        <p:spPr>
          <a:xfrm>
            <a:off x="4604190" y="2440835"/>
            <a:ext cx="4891624" cy="4514066"/>
          </a:xfrm>
        </p:spPr>
        <p:txBody>
          <a:bodyPr vert="horz" lIns="91440" tIns="45720" rIns="91440" bIns="45720" rtlCol="0">
            <a:normAutofit/>
          </a:bodyPr>
          <a:lstStyle/>
          <a:p>
            <a:pPr indent="-228600" defTabSz="914400">
              <a:lnSpc>
                <a:spcPct val="120000"/>
              </a:lnSpc>
            </a:pPr>
            <a:r>
              <a:rPr lang="en-US" sz="2000" dirty="0" err="1"/>
              <a:t>Discusión</a:t>
            </a:r>
            <a:r>
              <a:rPr lang="en-US" sz="2000" dirty="0"/>
              <a:t> de 10 </a:t>
            </a:r>
            <a:r>
              <a:rPr lang="en-US" sz="2000" dirty="0" err="1"/>
              <a:t>minutos</a:t>
            </a:r>
            <a:r>
              <a:rPr lang="en-US" sz="2000" dirty="0"/>
              <a:t> </a:t>
            </a:r>
            <a:r>
              <a:rPr lang="en-US" sz="2000" dirty="0" err="1"/>
              <a:t>en</a:t>
            </a:r>
            <a:r>
              <a:rPr lang="en-US" sz="2000" dirty="0"/>
              <a:t> </a:t>
            </a:r>
            <a:r>
              <a:rPr lang="en-US" sz="2000" dirty="0" err="1"/>
              <a:t>grupos</a:t>
            </a:r>
            <a:r>
              <a:rPr lang="en-US" sz="2000" dirty="0"/>
              <a:t> de 3 personas.</a:t>
            </a:r>
          </a:p>
          <a:p>
            <a:pPr indent="-228600" defTabSz="914400">
              <a:lnSpc>
                <a:spcPct val="120000"/>
              </a:lnSpc>
            </a:pPr>
            <a:r>
              <a:rPr lang="en-US" sz="2000" dirty="0" err="1"/>
              <a:t>Puesta</a:t>
            </a:r>
            <a:r>
              <a:rPr lang="en-US" sz="2000" dirty="0"/>
              <a:t> </a:t>
            </a:r>
            <a:r>
              <a:rPr lang="en-US" sz="2000" dirty="0" err="1"/>
              <a:t>en</a:t>
            </a:r>
            <a:r>
              <a:rPr lang="en-US" sz="2000" dirty="0"/>
              <a:t> </a:t>
            </a:r>
            <a:r>
              <a:rPr lang="en-US" sz="2000" dirty="0" err="1"/>
              <a:t>común</a:t>
            </a:r>
            <a:r>
              <a:rPr lang="en-US" sz="2000" dirty="0"/>
              <a:t> de 5 </a:t>
            </a:r>
            <a:r>
              <a:rPr lang="en-US" sz="2000" dirty="0" err="1"/>
              <a:t>minutos</a:t>
            </a:r>
            <a:r>
              <a:rPr lang="en-US" sz="2000" dirty="0"/>
              <a:t> para </a:t>
            </a:r>
            <a:r>
              <a:rPr lang="en-US" sz="2000" dirty="0" err="1"/>
              <a:t>compartir</a:t>
            </a:r>
            <a:r>
              <a:rPr lang="en-US" sz="2000" dirty="0"/>
              <a:t> ideas.</a:t>
            </a:r>
          </a:p>
          <a:p>
            <a:pPr indent="-228600" defTabSz="914400">
              <a:lnSpc>
                <a:spcPct val="120000"/>
              </a:lnSpc>
            </a:pPr>
            <a:r>
              <a:rPr lang="en-US" sz="2000" dirty="0" err="1"/>
              <a:t>Preguntas</a:t>
            </a:r>
            <a:r>
              <a:rPr lang="en-US" sz="2000" dirty="0"/>
              <a:t>:</a:t>
            </a:r>
          </a:p>
          <a:p>
            <a:pPr indent="-228600" defTabSz="914400">
              <a:lnSpc>
                <a:spcPct val="120000"/>
              </a:lnSpc>
            </a:pPr>
            <a:r>
              <a:rPr lang="en-US" sz="2000" dirty="0"/>
              <a:t>¿Sigue </a:t>
            </a:r>
            <a:r>
              <a:rPr lang="en-US" sz="2000" dirty="0" err="1"/>
              <a:t>siendo</a:t>
            </a:r>
            <a:r>
              <a:rPr lang="en-US" sz="2000" dirty="0"/>
              <a:t> </a:t>
            </a:r>
            <a:r>
              <a:rPr lang="en-US" sz="2000" dirty="0" err="1"/>
              <a:t>relevante</a:t>
            </a:r>
            <a:r>
              <a:rPr lang="en-US" sz="2000" dirty="0"/>
              <a:t> </a:t>
            </a:r>
            <a:r>
              <a:rPr lang="en-US" sz="2000" dirty="0" err="1"/>
              <a:t>el</a:t>
            </a:r>
            <a:r>
              <a:rPr lang="en-US" sz="2000" dirty="0"/>
              <a:t> Test de Turing?</a:t>
            </a:r>
          </a:p>
          <a:p>
            <a:pPr indent="-228600" defTabSz="914400">
              <a:lnSpc>
                <a:spcPct val="120000"/>
              </a:lnSpc>
            </a:pPr>
            <a:r>
              <a:rPr lang="en-US" sz="2000" dirty="0"/>
              <a:t>¿Tiene ChatGPT un </a:t>
            </a:r>
            <a:r>
              <a:rPr lang="en-US" sz="2000" dirty="0" err="1"/>
              <a:t>verdadero</a:t>
            </a:r>
            <a:r>
              <a:rPr lang="en-US" sz="2000" dirty="0"/>
              <a:t> </a:t>
            </a:r>
            <a:r>
              <a:rPr lang="en-US" sz="2000" dirty="0" err="1"/>
              <a:t>conocimiento</a:t>
            </a:r>
            <a:r>
              <a:rPr lang="en-US" sz="2000" dirty="0"/>
              <a:t> del </a:t>
            </a:r>
            <a:r>
              <a:rPr lang="en-US" sz="2000" dirty="0" err="1"/>
              <a:t>mundo</a:t>
            </a:r>
            <a:r>
              <a:rPr lang="en-US" sz="2000" dirty="0"/>
              <a:t>?</a:t>
            </a:r>
          </a:p>
        </p:txBody>
      </p:sp>
    </p:spTree>
    <p:extLst>
      <p:ext uri="{BB962C8B-B14F-4D97-AF65-F5344CB8AC3E}">
        <p14:creationId xmlns:p14="http://schemas.microsoft.com/office/powerpoint/2010/main" val="3294572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0" name="Rectangle 3379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4" name="Rectangle 2">
            <a:extLst>
              <a:ext uri="{FF2B5EF4-FFF2-40B4-BE49-F238E27FC236}">
                <a16:creationId xmlns:a16="http://schemas.microsoft.com/office/drawing/2014/main" id="{586C58DA-2767-4D7A-94BF-CC9A2BBC2CB4}"/>
              </a:ext>
            </a:extLst>
          </p:cNvPr>
          <p:cNvSpPr>
            <a:spLocks noGrp="1" noChangeArrowheads="1"/>
          </p:cNvSpPr>
          <p:nvPr>
            <p:ph type="title"/>
          </p:nvPr>
        </p:nvSpPr>
        <p:spPr>
          <a:xfrm>
            <a:off x="521672" y="704952"/>
            <a:ext cx="2835176" cy="1894958"/>
          </a:xfrm>
        </p:spPr>
        <p:txBody>
          <a:bodyPr anchor="b">
            <a:normAutofit/>
          </a:bodyPr>
          <a:lstStyle/>
          <a:p>
            <a:r>
              <a:rPr lang="en-US" altLang="es-CL" sz="4000"/>
              <a:t>La década de los 1960s</a:t>
            </a:r>
          </a:p>
        </p:txBody>
      </p:sp>
      <p:sp>
        <p:nvSpPr>
          <p:cNvPr id="3380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76" y="2837089"/>
            <a:ext cx="2691388" cy="20159"/>
          </a:xfrm>
          <a:custGeom>
            <a:avLst/>
            <a:gdLst>
              <a:gd name="connsiteX0" fmla="*/ 0 w 2691388"/>
              <a:gd name="connsiteY0" fmla="*/ 0 h 20159"/>
              <a:gd name="connsiteX1" fmla="*/ 645933 w 2691388"/>
              <a:gd name="connsiteY1" fmla="*/ 0 h 20159"/>
              <a:gd name="connsiteX2" fmla="*/ 1318780 w 2691388"/>
              <a:gd name="connsiteY2" fmla="*/ 0 h 20159"/>
              <a:gd name="connsiteX3" fmla="*/ 1991627 w 2691388"/>
              <a:gd name="connsiteY3" fmla="*/ 0 h 20159"/>
              <a:gd name="connsiteX4" fmla="*/ 2691388 w 2691388"/>
              <a:gd name="connsiteY4" fmla="*/ 0 h 20159"/>
              <a:gd name="connsiteX5" fmla="*/ 2691388 w 2691388"/>
              <a:gd name="connsiteY5" fmla="*/ 20159 h 20159"/>
              <a:gd name="connsiteX6" fmla="*/ 2018541 w 2691388"/>
              <a:gd name="connsiteY6" fmla="*/ 20159 h 20159"/>
              <a:gd name="connsiteX7" fmla="*/ 1399522 w 2691388"/>
              <a:gd name="connsiteY7" fmla="*/ 20159 h 20159"/>
              <a:gd name="connsiteX8" fmla="*/ 780503 w 2691388"/>
              <a:gd name="connsiteY8" fmla="*/ 20159 h 20159"/>
              <a:gd name="connsiteX9" fmla="*/ 0 w 2691388"/>
              <a:gd name="connsiteY9" fmla="*/ 20159 h 20159"/>
              <a:gd name="connsiteX10" fmla="*/ 0 w 2691388"/>
              <a:gd name="connsiteY10" fmla="*/ 0 h 20159"/>
              <a:gd name="connsiteX0" fmla="*/ 0 w 2691388"/>
              <a:gd name="connsiteY0" fmla="*/ 0 h 20159"/>
              <a:gd name="connsiteX1" fmla="*/ 645933 w 2691388"/>
              <a:gd name="connsiteY1" fmla="*/ 0 h 20159"/>
              <a:gd name="connsiteX2" fmla="*/ 1238038 w 2691388"/>
              <a:gd name="connsiteY2" fmla="*/ 0 h 20159"/>
              <a:gd name="connsiteX3" fmla="*/ 1964713 w 2691388"/>
              <a:gd name="connsiteY3" fmla="*/ 0 h 20159"/>
              <a:gd name="connsiteX4" fmla="*/ 2691388 w 2691388"/>
              <a:gd name="connsiteY4" fmla="*/ 0 h 20159"/>
              <a:gd name="connsiteX5" fmla="*/ 2691388 w 2691388"/>
              <a:gd name="connsiteY5" fmla="*/ 20159 h 20159"/>
              <a:gd name="connsiteX6" fmla="*/ 2072369 w 2691388"/>
              <a:gd name="connsiteY6" fmla="*/ 20159 h 20159"/>
              <a:gd name="connsiteX7" fmla="*/ 1453350 w 2691388"/>
              <a:gd name="connsiteY7" fmla="*/ 20159 h 20159"/>
              <a:gd name="connsiteX8" fmla="*/ 726675 w 2691388"/>
              <a:gd name="connsiteY8" fmla="*/ 20159 h 20159"/>
              <a:gd name="connsiteX9" fmla="*/ 0 w 2691388"/>
              <a:gd name="connsiteY9" fmla="*/ 20159 h 20159"/>
              <a:gd name="connsiteX10" fmla="*/ 0 w 2691388"/>
              <a:gd name="connsiteY10"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91388" h="20159" fill="none" extrusionOk="0">
                <a:moveTo>
                  <a:pt x="0" y="0"/>
                </a:moveTo>
                <a:cubicBezTo>
                  <a:pt x="269939" y="-5183"/>
                  <a:pt x="485612" y="5782"/>
                  <a:pt x="645933" y="0"/>
                </a:cubicBezTo>
                <a:cubicBezTo>
                  <a:pt x="827972" y="898"/>
                  <a:pt x="1043114" y="-25589"/>
                  <a:pt x="1318780" y="0"/>
                </a:cubicBezTo>
                <a:cubicBezTo>
                  <a:pt x="1583861" y="-19779"/>
                  <a:pt x="1702548" y="11161"/>
                  <a:pt x="1991627" y="0"/>
                </a:cubicBezTo>
                <a:cubicBezTo>
                  <a:pt x="2237895" y="-19727"/>
                  <a:pt x="2440952" y="-51359"/>
                  <a:pt x="2691388" y="0"/>
                </a:cubicBezTo>
                <a:cubicBezTo>
                  <a:pt x="2691718" y="3481"/>
                  <a:pt x="2690705" y="11162"/>
                  <a:pt x="2691388" y="20159"/>
                </a:cubicBezTo>
                <a:cubicBezTo>
                  <a:pt x="2365735" y="41807"/>
                  <a:pt x="2281504" y="45890"/>
                  <a:pt x="2018541" y="20159"/>
                </a:cubicBezTo>
                <a:cubicBezTo>
                  <a:pt x="1757315" y="4157"/>
                  <a:pt x="1567461" y="9997"/>
                  <a:pt x="1399522" y="20159"/>
                </a:cubicBezTo>
                <a:cubicBezTo>
                  <a:pt x="1238077" y="34933"/>
                  <a:pt x="968803" y="28813"/>
                  <a:pt x="780503" y="20159"/>
                </a:cubicBezTo>
                <a:cubicBezTo>
                  <a:pt x="606384" y="63778"/>
                  <a:pt x="236906" y="67506"/>
                  <a:pt x="0" y="20159"/>
                </a:cubicBezTo>
                <a:cubicBezTo>
                  <a:pt x="636" y="13942"/>
                  <a:pt x="-1566" y="7290"/>
                  <a:pt x="0" y="0"/>
                </a:cubicBezTo>
                <a:close/>
              </a:path>
              <a:path w="2691388" h="20159" stroke="0" extrusionOk="0">
                <a:moveTo>
                  <a:pt x="0" y="0"/>
                </a:moveTo>
                <a:cubicBezTo>
                  <a:pt x="324546" y="-19697"/>
                  <a:pt x="397834" y="-1686"/>
                  <a:pt x="645933" y="0"/>
                </a:cubicBezTo>
                <a:cubicBezTo>
                  <a:pt x="882832" y="31101"/>
                  <a:pt x="1031103" y="-35014"/>
                  <a:pt x="1238038" y="0"/>
                </a:cubicBezTo>
                <a:cubicBezTo>
                  <a:pt x="1449120" y="21710"/>
                  <a:pt x="1712555" y="-63026"/>
                  <a:pt x="1964713" y="0"/>
                </a:cubicBezTo>
                <a:cubicBezTo>
                  <a:pt x="2263975" y="59558"/>
                  <a:pt x="2417338" y="-19719"/>
                  <a:pt x="2691388" y="0"/>
                </a:cubicBezTo>
                <a:cubicBezTo>
                  <a:pt x="2689962" y="5586"/>
                  <a:pt x="2691615" y="12500"/>
                  <a:pt x="2691388" y="20159"/>
                </a:cubicBezTo>
                <a:cubicBezTo>
                  <a:pt x="2553182" y="11415"/>
                  <a:pt x="2336315" y="-43487"/>
                  <a:pt x="2072369" y="20159"/>
                </a:cubicBezTo>
                <a:cubicBezTo>
                  <a:pt x="1822067" y="34246"/>
                  <a:pt x="1644290" y="16743"/>
                  <a:pt x="1453350" y="20159"/>
                </a:cubicBezTo>
                <a:cubicBezTo>
                  <a:pt x="1232102" y="32827"/>
                  <a:pt x="955739" y="823"/>
                  <a:pt x="726675" y="20159"/>
                </a:cubicBezTo>
                <a:cubicBezTo>
                  <a:pt x="531915" y="40605"/>
                  <a:pt x="167811" y="46305"/>
                  <a:pt x="0" y="20159"/>
                </a:cubicBezTo>
                <a:cubicBezTo>
                  <a:pt x="-469" y="10494"/>
                  <a:pt x="-21" y="9823"/>
                  <a:pt x="0" y="0"/>
                </a:cubicBezTo>
                <a:close/>
              </a:path>
              <a:path w="2691388" h="20159" fill="none" stroke="0" extrusionOk="0">
                <a:moveTo>
                  <a:pt x="0" y="0"/>
                </a:moveTo>
                <a:cubicBezTo>
                  <a:pt x="252483" y="-20335"/>
                  <a:pt x="466856" y="-6754"/>
                  <a:pt x="645933" y="0"/>
                </a:cubicBezTo>
                <a:cubicBezTo>
                  <a:pt x="844521" y="14683"/>
                  <a:pt x="1011695" y="23890"/>
                  <a:pt x="1318780" y="0"/>
                </a:cubicBezTo>
                <a:cubicBezTo>
                  <a:pt x="1591908" y="-10609"/>
                  <a:pt x="1709433" y="28622"/>
                  <a:pt x="1991627" y="0"/>
                </a:cubicBezTo>
                <a:cubicBezTo>
                  <a:pt x="2232885" y="-38601"/>
                  <a:pt x="2464556" y="-10835"/>
                  <a:pt x="2691388" y="0"/>
                </a:cubicBezTo>
                <a:cubicBezTo>
                  <a:pt x="2692885" y="4667"/>
                  <a:pt x="2692402" y="9370"/>
                  <a:pt x="2691388" y="20159"/>
                </a:cubicBezTo>
                <a:cubicBezTo>
                  <a:pt x="2350990" y="29433"/>
                  <a:pt x="2265335" y="57608"/>
                  <a:pt x="2018541" y="20159"/>
                </a:cubicBezTo>
                <a:cubicBezTo>
                  <a:pt x="1756349" y="-16516"/>
                  <a:pt x="1537213" y="40080"/>
                  <a:pt x="1399522" y="20159"/>
                </a:cubicBezTo>
                <a:cubicBezTo>
                  <a:pt x="1253347" y="25205"/>
                  <a:pt x="1013564" y="36080"/>
                  <a:pt x="780503" y="20159"/>
                </a:cubicBezTo>
                <a:cubicBezTo>
                  <a:pt x="530115" y="4021"/>
                  <a:pt x="317926" y="53700"/>
                  <a:pt x="0" y="20159"/>
                </a:cubicBezTo>
                <a:cubicBezTo>
                  <a:pt x="903" y="14944"/>
                  <a:pt x="-636" y="786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691388"/>
                      <a:gd name="connsiteY0" fmla="*/ 0 h 20159"/>
                      <a:gd name="connsiteX1" fmla="*/ 645933 w 2691388"/>
                      <a:gd name="connsiteY1" fmla="*/ 0 h 20159"/>
                      <a:gd name="connsiteX2" fmla="*/ 1318780 w 2691388"/>
                      <a:gd name="connsiteY2" fmla="*/ 0 h 20159"/>
                      <a:gd name="connsiteX3" fmla="*/ 1991627 w 2691388"/>
                      <a:gd name="connsiteY3" fmla="*/ 0 h 20159"/>
                      <a:gd name="connsiteX4" fmla="*/ 2691388 w 2691388"/>
                      <a:gd name="connsiteY4" fmla="*/ 0 h 20159"/>
                      <a:gd name="connsiteX5" fmla="*/ 2691388 w 2691388"/>
                      <a:gd name="connsiteY5" fmla="*/ 20159 h 20159"/>
                      <a:gd name="connsiteX6" fmla="*/ 2018541 w 2691388"/>
                      <a:gd name="connsiteY6" fmla="*/ 20159 h 20159"/>
                      <a:gd name="connsiteX7" fmla="*/ 1399522 w 2691388"/>
                      <a:gd name="connsiteY7" fmla="*/ 20159 h 20159"/>
                      <a:gd name="connsiteX8" fmla="*/ 780503 w 2691388"/>
                      <a:gd name="connsiteY8" fmla="*/ 20159 h 20159"/>
                      <a:gd name="connsiteX9" fmla="*/ 0 w 2691388"/>
                      <a:gd name="connsiteY9" fmla="*/ 20159 h 20159"/>
                      <a:gd name="connsiteX10" fmla="*/ 0 w 2691388"/>
                      <a:gd name="connsiteY10"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91388" h="20159" fill="none" extrusionOk="0">
                        <a:moveTo>
                          <a:pt x="0" y="0"/>
                        </a:moveTo>
                        <a:cubicBezTo>
                          <a:pt x="265191" y="-12497"/>
                          <a:pt x="473379" y="-9202"/>
                          <a:pt x="645933" y="0"/>
                        </a:cubicBezTo>
                        <a:cubicBezTo>
                          <a:pt x="818487" y="9202"/>
                          <a:pt x="1032737" y="23221"/>
                          <a:pt x="1318780" y="0"/>
                        </a:cubicBezTo>
                        <a:cubicBezTo>
                          <a:pt x="1604823" y="-23221"/>
                          <a:pt x="1711477" y="17322"/>
                          <a:pt x="1991627" y="0"/>
                        </a:cubicBezTo>
                        <a:cubicBezTo>
                          <a:pt x="2271777" y="-17322"/>
                          <a:pt x="2459691" y="-13160"/>
                          <a:pt x="2691388" y="0"/>
                        </a:cubicBezTo>
                        <a:cubicBezTo>
                          <a:pt x="2691641" y="4519"/>
                          <a:pt x="2691859" y="10488"/>
                          <a:pt x="2691388" y="20159"/>
                        </a:cubicBezTo>
                        <a:cubicBezTo>
                          <a:pt x="2370946" y="32489"/>
                          <a:pt x="2279423" y="44344"/>
                          <a:pt x="2018541" y="20159"/>
                        </a:cubicBezTo>
                        <a:cubicBezTo>
                          <a:pt x="1757659" y="-4026"/>
                          <a:pt x="1552456" y="18897"/>
                          <a:pt x="1399522" y="20159"/>
                        </a:cubicBezTo>
                        <a:cubicBezTo>
                          <a:pt x="1246588" y="21421"/>
                          <a:pt x="980702" y="28179"/>
                          <a:pt x="780503" y="20159"/>
                        </a:cubicBezTo>
                        <a:cubicBezTo>
                          <a:pt x="580304" y="12139"/>
                          <a:pt x="296427" y="36118"/>
                          <a:pt x="0" y="20159"/>
                        </a:cubicBezTo>
                        <a:cubicBezTo>
                          <a:pt x="552" y="14421"/>
                          <a:pt x="-687" y="7340"/>
                          <a:pt x="0" y="0"/>
                        </a:cubicBezTo>
                        <a:close/>
                      </a:path>
                      <a:path w="2691388" h="20159" stroke="0" extrusionOk="0">
                        <a:moveTo>
                          <a:pt x="0" y="0"/>
                        </a:moveTo>
                        <a:cubicBezTo>
                          <a:pt x="316397" y="-26713"/>
                          <a:pt x="404683" y="-22367"/>
                          <a:pt x="645933" y="0"/>
                        </a:cubicBezTo>
                        <a:cubicBezTo>
                          <a:pt x="887183" y="22367"/>
                          <a:pt x="1045511" y="-15896"/>
                          <a:pt x="1238038" y="0"/>
                        </a:cubicBezTo>
                        <a:cubicBezTo>
                          <a:pt x="1430565" y="15896"/>
                          <a:pt x="1714202" y="-28845"/>
                          <a:pt x="1964713" y="0"/>
                        </a:cubicBezTo>
                        <a:cubicBezTo>
                          <a:pt x="2215224" y="28845"/>
                          <a:pt x="2458004" y="-28643"/>
                          <a:pt x="2691388" y="0"/>
                        </a:cubicBezTo>
                        <a:cubicBezTo>
                          <a:pt x="2690433" y="4119"/>
                          <a:pt x="2691880" y="13334"/>
                          <a:pt x="2691388" y="20159"/>
                        </a:cubicBezTo>
                        <a:cubicBezTo>
                          <a:pt x="2546774" y="16228"/>
                          <a:pt x="2310465" y="1393"/>
                          <a:pt x="2072369" y="20159"/>
                        </a:cubicBezTo>
                        <a:cubicBezTo>
                          <a:pt x="1834273" y="38925"/>
                          <a:pt x="1625969" y="34759"/>
                          <a:pt x="1453350" y="20159"/>
                        </a:cubicBezTo>
                        <a:cubicBezTo>
                          <a:pt x="1280731" y="5559"/>
                          <a:pt x="953016" y="-6554"/>
                          <a:pt x="726675" y="20159"/>
                        </a:cubicBezTo>
                        <a:cubicBezTo>
                          <a:pt x="500335" y="46872"/>
                          <a:pt x="172513" y="28711"/>
                          <a:pt x="0" y="20159"/>
                        </a:cubicBezTo>
                        <a:cubicBezTo>
                          <a:pt x="-605" y="10455"/>
                          <a:pt x="36" y="1000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5" name="Rectangle 3">
            <a:extLst>
              <a:ext uri="{FF2B5EF4-FFF2-40B4-BE49-F238E27FC236}">
                <a16:creationId xmlns:a16="http://schemas.microsoft.com/office/drawing/2014/main" id="{19226911-1F97-481F-B0DE-16C571F354B9}"/>
              </a:ext>
            </a:extLst>
          </p:cNvPr>
          <p:cNvSpPr>
            <a:spLocks noGrp="1" noChangeArrowheads="1"/>
          </p:cNvSpPr>
          <p:nvPr>
            <p:ph type="body" idx="1"/>
          </p:nvPr>
        </p:nvSpPr>
        <p:spPr>
          <a:xfrm>
            <a:off x="521672" y="3094426"/>
            <a:ext cx="2835176" cy="3759679"/>
          </a:xfrm>
        </p:spPr>
        <p:txBody>
          <a:bodyPr anchor="t">
            <a:normAutofit/>
          </a:bodyPr>
          <a:lstStyle/>
          <a:p>
            <a:r>
              <a:rPr lang="en-US" altLang="es-CL" sz="2100" dirty="0"/>
              <a:t>La IA </a:t>
            </a:r>
            <a:r>
              <a:rPr lang="en-US" altLang="es-CL" sz="2100" dirty="0" err="1"/>
              <a:t>intenta</a:t>
            </a:r>
            <a:r>
              <a:rPr lang="en-US" altLang="es-CL" sz="2100" dirty="0"/>
              <a:t> </a:t>
            </a:r>
            <a:r>
              <a:rPr lang="en-US" altLang="es-CL" sz="2100" dirty="0" err="1"/>
              <a:t>salir</a:t>
            </a:r>
            <a:r>
              <a:rPr lang="en-US" altLang="es-CL" sz="2100" dirty="0"/>
              <a:t> de </a:t>
            </a:r>
            <a:r>
              <a:rPr lang="en-US" altLang="es-CL" sz="2100" dirty="0" err="1"/>
              <a:t>ejemplos</a:t>
            </a:r>
            <a:r>
              <a:rPr lang="en-US" altLang="es-CL" sz="2100" dirty="0"/>
              <a:t> de </a:t>
            </a:r>
            <a:r>
              <a:rPr lang="en-US" altLang="es-CL" sz="2100" dirty="0" err="1"/>
              <a:t>juguete</a:t>
            </a:r>
            <a:endParaRPr lang="en-US" altLang="es-CL" sz="2100" dirty="0"/>
          </a:p>
          <a:p>
            <a:r>
              <a:rPr lang="en-US" altLang="es-CL" sz="2100" dirty="0"/>
              <a:t>SHRDLU (“</a:t>
            </a:r>
            <a:r>
              <a:rPr lang="es-CL" sz="2100" dirty="0" err="1"/>
              <a:t>sherd-loo</a:t>
            </a:r>
            <a:r>
              <a:rPr lang="en-US" altLang="es-CL" sz="2100" dirty="0"/>
              <a:t>”) </a:t>
            </a:r>
            <a:r>
              <a:rPr lang="en-US" altLang="es-CL" sz="2100" dirty="0" err="1"/>
              <a:t>fue</a:t>
            </a:r>
            <a:r>
              <a:rPr lang="en-US" altLang="es-CL" sz="2100" dirty="0"/>
              <a:t> un </a:t>
            </a:r>
            <a:r>
              <a:rPr lang="en-US" altLang="es-CL" sz="2100" dirty="0" err="1"/>
              <a:t>programa</a:t>
            </a:r>
            <a:r>
              <a:rPr lang="en-US" altLang="es-CL" sz="2100" dirty="0"/>
              <a:t> que </a:t>
            </a:r>
            <a:r>
              <a:rPr lang="en-US" altLang="es-CL" sz="2100" dirty="0" err="1"/>
              <a:t>intentaba</a:t>
            </a:r>
            <a:r>
              <a:rPr lang="en-US" altLang="es-CL" sz="2100" dirty="0"/>
              <a:t> </a:t>
            </a:r>
            <a:r>
              <a:rPr lang="en-US" altLang="es-CL" sz="2100" dirty="0" err="1"/>
              <a:t>comprender</a:t>
            </a:r>
            <a:r>
              <a:rPr lang="en-US" altLang="es-CL" sz="2100" dirty="0"/>
              <a:t> </a:t>
            </a:r>
            <a:r>
              <a:rPr lang="en-US" altLang="es-CL" sz="2100" dirty="0" err="1"/>
              <a:t>lenguaje</a:t>
            </a:r>
            <a:r>
              <a:rPr lang="en-US" altLang="es-CL" sz="2100" dirty="0"/>
              <a:t> natural </a:t>
            </a:r>
            <a:r>
              <a:rPr lang="en-US" altLang="es-CL" sz="2100" dirty="0" err="1"/>
              <a:t>en</a:t>
            </a:r>
            <a:r>
              <a:rPr lang="en-US" altLang="es-CL" sz="2100" dirty="0"/>
              <a:t> un </a:t>
            </a:r>
            <a:r>
              <a:rPr lang="en-US" altLang="es-CL" sz="2100" dirty="0" err="1"/>
              <a:t>ambiente</a:t>
            </a:r>
            <a:r>
              <a:rPr lang="en-US" altLang="es-CL" sz="2100" dirty="0"/>
              <a:t> artificial</a:t>
            </a:r>
          </a:p>
          <a:p>
            <a:endParaRPr lang="en-US" altLang="es-CL" sz="2100" dirty="0"/>
          </a:p>
          <a:p>
            <a:endParaRPr lang="en-US" altLang="es-CL" sz="2100" dirty="0"/>
          </a:p>
        </p:txBody>
      </p:sp>
      <p:pic>
        <p:nvPicPr>
          <p:cNvPr id="3" name="Imagen 2">
            <a:extLst>
              <a:ext uri="{FF2B5EF4-FFF2-40B4-BE49-F238E27FC236}">
                <a16:creationId xmlns:a16="http://schemas.microsoft.com/office/drawing/2014/main" id="{7F264504-2F6B-4593-B466-D989A120DEC3}"/>
              </a:ext>
            </a:extLst>
          </p:cNvPr>
          <p:cNvPicPr>
            <a:picLocks noChangeAspect="1"/>
          </p:cNvPicPr>
          <p:nvPr/>
        </p:nvPicPr>
        <p:blipFill>
          <a:blip r:embed="rId2"/>
          <a:stretch>
            <a:fillRect/>
          </a:stretch>
        </p:blipFill>
        <p:spPr>
          <a:xfrm>
            <a:off x="3848278" y="2268501"/>
            <a:ext cx="5708154" cy="30226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1" name="Rectangle 3380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4" name="Rectangle 2">
            <a:extLst>
              <a:ext uri="{FF2B5EF4-FFF2-40B4-BE49-F238E27FC236}">
                <a16:creationId xmlns:a16="http://schemas.microsoft.com/office/drawing/2014/main" id="{586C58DA-2767-4D7A-94BF-CC9A2BBC2CB4}"/>
              </a:ext>
            </a:extLst>
          </p:cNvPr>
          <p:cNvSpPr>
            <a:spLocks noGrp="1" noChangeArrowheads="1"/>
          </p:cNvSpPr>
          <p:nvPr>
            <p:ph type="title"/>
          </p:nvPr>
        </p:nvSpPr>
        <p:spPr>
          <a:xfrm>
            <a:off x="4380311" y="362864"/>
            <a:ext cx="5168561" cy="1965515"/>
          </a:xfrm>
        </p:spPr>
        <p:txBody>
          <a:bodyPr anchor="b">
            <a:normAutofit/>
          </a:bodyPr>
          <a:lstStyle/>
          <a:p>
            <a:r>
              <a:rPr lang="en-US" altLang="es-CL" sz="5200"/>
              <a:t>La década de los 1960s</a:t>
            </a:r>
          </a:p>
        </p:txBody>
      </p:sp>
      <p:pic>
        <p:nvPicPr>
          <p:cNvPr id="33797" name="Picture 33796" descr="Muchos signos de interrogación sobre fondo negro">
            <a:extLst>
              <a:ext uri="{FF2B5EF4-FFF2-40B4-BE49-F238E27FC236}">
                <a16:creationId xmlns:a16="http://schemas.microsoft.com/office/drawing/2014/main" id="{650DE2FE-1972-8DB4-591C-37552D7A604C}"/>
              </a:ext>
            </a:extLst>
          </p:cNvPr>
          <p:cNvPicPr>
            <a:picLocks noChangeAspect="1"/>
          </p:cNvPicPr>
          <p:nvPr/>
        </p:nvPicPr>
        <p:blipFill rotWithShape="1">
          <a:blip r:embed="rId2"/>
          <a:srcRect l="65633" r="3295" b="-1"/>
          <a:stretch/>
        </p:blipFill>
        <p:spPr>
          <a:xfrm>
            <a:off x="20" y="10"/>
            <a:ext cx="2531811" cy="7559665"/>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380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311" y="2617939"/>
            <a:ext cx="3508696" cy="20159"/>
          </a:xfrm>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 name="connsiteX0" fmla="*/ 0 w 3508696"/>
              <a:gd name="connsiteY0" fmla="*/ 0 h 20159"/>
              <a:gd name="connsiteX1" fmla="*/ 514609 w 3508696"/>
              <a:gd name="connsiteY1" fmla="*/ 0 h 20159"/>
              <a:gd name="connsiteX2" fmla="*/ 994131 w 3508696"/>
              <a:gd name="connsiteY2" fmla="*/ 0 h 20159"/>
              <a:gd name="connsiteX3" fmla="*/ 1508739 w 3508696"/>
              <a:gd name="connsiteY3" fmla="*/ 0 h 20159"/>
              <a:gd name="connsiteX4" fmla="*/ 2093522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853739 w 3508696"/>
              <a:gd name="connsiteY8" fmla="*/ 20159 h 20159"/>
              <a:gd name="connsiteX9" fmla="*/ 2374218 w 3508696"/>
              <a:gd name="connsiteY9" fmla="*/ 20159 h 20159"/>
              <a:gd name="connsiteX10" fmla="*/ 1719261 w 3508696"/>
              <a:gd name="connsiteY10" fmla="*/ 20159 h 20159"/>
              <a:gd name="connsiteX11" fmla="*/ 1064304 w 3508696"/>
              <a:gd name="connsiteY11" fmla="*/ 20159 h 20159"/>
              <a:gd name="connsiteX12" fmla="*/ 584783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46229" y="-14140"/>
                  <a:pt x="425161" y="-21146"/>
                  <a:pt x="584783" y="0"/>
                </a:cubicBezTo>
                <a:cubicBezTo>
                  <a:pt x="744845" y="-25423"/>
                  <a:pt x="964949" y="-12672"/>
                  <a:pt x="1099391" y="0"/>
                </a:cubicBezTo>
                <a:cubicBezTo>
                  <a:pt x="1213529" y="34233"/>
                  <a:pt x="1394830" y="-43069"/>
                  <a:pt x="1684174" y="0"/>
                </a:cubicBezTo>
                <a:cubicBezTo>
                  <a:pt x="1958984" y="21109"/>
                  <a:pt x="1977094" y="-26995"/>
                  <a:pt x="2163696" y="0"/>
                </a:cubicBezTo>
                <a:cubicBezTo>
                  <a:pt x="2344615" y="3606"/>
                  <a:pt x="2485824" y="-37567"/>
                  <a:pt x="2713392" y="0"/>
                </a:cubicBezTo>
                <a:cubicBezTo>
                  <a:pt x="2917794" y="-4672"/>
                  <a:pt x="3230200" y="-72392"/>
                  <a:pt x="3508696" y="0"/>
                </a:cubicBezTo>
                <a:cubicBezTo>
                  <a:pt x="3510392" y="3520"/>
                  <a:pt x="3508242" y="11224"/>
                  <a:pt x="3508696" y="20159"/>
                </a:cubicBezTo>
                <a:cubicBezTo>
                  <a:pt x="3313113" y="-3250"/>
                  <a:pt x="3147390" y="18755"/>
                  <a:pt x="2923913" y="20159"/>
                </a:cubicBezTo>
                <a:cubicBezTo>
                  <a:pt x="2709252" y="19545"/>
                  <a:pt x="2588956" y="46994"/>
                  <a:pt x="2304044" y="20159"/>
                </a:cubicBezTo>
                <a:cubicBezTo>
                  <a:pt x="2002091" y="-812"/>
                  <a:pt x="1988950" y="35071"/>
                  <a:pt x="1789435" y="20159"/>
                </a:cubicBezTo>
                <a:cubicBezTo>
                  <a:pt x="1566566" y="-8835"/>
                  <a:pt x="1419125" y="-867"/>
                  <a:pt x="1134478" y="20159"/>
                </a:cubicBezTo>
                <a:cubicBezTo>
                  <a:pt x="893923" y="27474"/>
                  <a:pt x="800822" y="12918"/>
                  <a:pt x="619870" y="20159"/>
                </a:cubicBezTo>
                <a:cubicBezTo>
                  <a:pt x="456781" y="33082"/>
                  <a:pt x="194470" y="19353"/>
                  <a:pt x="0" y="20159"/>
                </a:cubicBezTo>
                <a:cubicBezTo>
                  <a:pt x="-268" y="10737"/>
                  <a:pt x="1596" y="7621"/>
                  <a:pt x="0" y="0"/>
                </a:cubicBezTo>
                <a:close/>
              </a:path>
              <a:path w="3508696" h="20159" stroke="0" extrusionOk="0">
                <a:moveTo>
                  <a:pt x="0" y="0"/>
                </a:moveTo>
                <a:cubicBezTo>
                  <a:pt x="194755" y="4612"/>
                  <a:pt x="258789" y="-23170"/>
                  <a:pt x="514609" y="0"/>
                </a:cubicBezTo>
                <a:cubicBezTo>
                  <a:pt x="756889" y="23732"/>
                  <a:pt x="817501" y="-2117"/>
                  <a:pt x="994131" y="0"/>
                </a:cubicBezTo>
                <a:cubicBezTo>
                  <a:pt x="1148747" y="-10253"/>
                  <a:pt x="1377083" y="10927"/>
                  <a:pt x="1508739" y="0"/>
                </a:cubicBezTo>
                <a:cubicBezTo>
                  <a:pt x="1647304" y="296"/>
                  <a:pt x="1821128" y="23240"/>
                  <a:pt x="2093522" y="0"/>
                </a:cubicBezTo>
                <a:cubicBezTo>
                  <a:pt x="2355744" y="-11702"/>
                  <a:pt x="2569460" y="-35424"/>
                  <a:pt x="2713392" y="0"/>
                </a:cubicBezTo>
                <a:cubicBezTo>
                  <a:pt x="2913330" y="15164"/>
                  <a:pt x="3187107" y="55428"/>
                  <a:pt x="3508696" y="0"/>
                </a:cubicBezTo>
                <a:cubicBezTo>
                  <a:pt x="3509696" y="4990"/>
                  <a:pt x="3508176" y="10096"/>
                  <a:pt x="3508696" y="20159"/>
                </a:cubicBezTo>
                <a:cubicBezTo>
                  <a:pt x="3212351" y="-9949"/>
                  <a:pt x="3180207" y="38612"/>
                  <a:pt x="2853739" y="20159"/>
                </a:cubicBezTo>
                <a:cubicBezTo>
                  <a:pt x="2539661" y="10777"/>
                  <a:pt x="2599081" y="27449"/>
                  <a:pt x="2374218" y="20159"/>
                </a:cubicBezTo>
                <a:cubicBezTo>
                  <a:pt x="2126941" y="56065"/>
                  <a:pt x="1952351" y="-13068"/>
                  <a:pt x="1719261" y="20159"/>
                </a:cubicBezTo>
                <a:cubicBezTo>
                  <a:pt x="1512404" y="78940"/>
                  <a:pt x="1270329" y="77225"/>
                  <a:pt x="1064304" y="20159"/>
                </a:cubicBezTo>
                <a:cubicBezTo>
                  <a:pt x="846185" y="2996"/>
                  <a:pt x="820961" y="39285"/>
                  <a:pt x="584783" y="20159"/>
                </a:cubicBezTo>
                <a:cubicBezTo>
                  <a:pt x="365942" y="32315"/>
                  <a:pt x="180935" y="40795"/>
                  <a:pt x="0" y="20159"/>
                </a:cubicBezTo>
                <a:cubicBezTo>
                  <a:pt x="-454" y="11243"/>
                  <a:pt x="26" y="4521"/>
                  <a:pt x="0" y="0"/>
                </a:cubicBezTo>
                <a:close/>
              </a:path>
              <a:path w="3508696" h="20159" fill="none" stroke="0" extrusionOk="0">
                <a:moveTo>
                  <a:pt x="0" y="0"/>
                </a:moveTo>
                <a:cubicBezTo>
                  <a:pt x="135287" y="35450"/>
                  <a:pt x="396575" y="-34156"/>
                  <a:pt x="584783" y="0"/>
                </a:cubicBezTo>
                <a:cubicBezTo>
                  <a:pt x="734249" y="4039"/>
                  <a:pt x="960432" y="-6934"/>
                  <a:pt x="1099391" y="0"/>
                </a:cubicBezTo>
                <a:cubicBezTo>
                  <a:pt x="1241286" y="5903"/>
                  <a:pt x="1394151" y="-12161"/>
                  <a:pt x="1684174" y="0"/>
                </a:cubicBezTo>
                <a:cubicBezTo>
                  <a:pt x="1966648" y="17581"/>
                  <a:pt x="1981270" y="-17757"/>
                  <a:pt x="2163696" y="0"/>
                </a:cubicBezTo>
                <a:cubicBezTo>
                  <a:pt x="2373805" y="31650"/>
                  <a:pt x="2490245" y="-59196"/>
                  <a:pt x="2713392" y="0"/>
                </a:cubicBezTo>
                <a:cubicBezTo>
                  <a:pt x="2919897" y="-16326"/>
                  <a:pt x="3259547" y="-12508"/>
                  <a:pt x="3508696" y="0"/>
                </a:cubicBezTo>
                <a:cubicBezTo>
                  <a:pt x="3509970" y="4684"/>
                  <a:pt x="3507507" y="11977"/>
                  <a:pt x="3508696" y="20159"/>
                </a:cubicBezTo>
                <a:cubicBezTo>
                  <a:pt x="3295950" y="-20157"/>
                  <a:pt x="3155183" y="-30462"/>
                  <a:pt x="2923913" y="20159"/>
                </a:cubicBezTo>
                <a:cubicBezTo>
                  <a:pt x="2716593" y="15822"/>
                  <a:pt x="2595426" y="40951"/>
                  <a:pt x="2304044" y="20159"/>
                </a:cubicBezTo>
                <a:cubicBezTo>
                  <a:pt x="2007075" y="-9711"/>
                  <a:pt x="1996052" y="24408"/>
                  <a:pt x="1789435" y="20159"/>
                </a:cubicBezTo>
                <a:cubicBezTo>
                  <a:pt x="1614625" y="27836"/>
                  <a:pt x="1342607" y="7623"/>
                  <a:pt x="1134478" y="20159"/>
                </a:cubicBezTo>
                <a:cubicBezTo>
                  <a:pt x="897703" y="24165"/>
                  <a:pt x="784642" y="31229"/>
                  <a:pt x="619870" y="20159"/>
                </a:cubicBezTo>
                <a:cubicBezTo>
                  <a:pt x="427415" y="33255"/>
                  <a:pt x="184273" y="29836"/>
                  <a:pt x="0" y="20159"/>
                </a:cubicBezTo>
                <a:cubicBezTo>
                  <a:pt x="125" y="10162"/>
                  <a:pt x="1072" y="6591"/>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62319" y="23018"/>
                          <a:pt x="421683" y="-5158"/>
                          <a:pt x="584783" y="0"/>
                        </a:cubicBezTo>
                        <a:cubicBezTo>
                          <a:pt x="747883" y="5158"/>
                          <a:pt x="975784" y="-15427"/>
                          <a:pt x="1099391" y="0"/>
                        </a:cubicBezTo>
                        <a:cubicBezTo>
                          <a:pt x="1222998" y="15427"/>
                          <a:pt x="1402881" y="-16644"/>
                          <a:pt x="1684174" y="0"/>
                        </a:cubicBezTo>
                        <a:cubicBezTo>
                          <a:pt x="1965467" y="16644"/>
                          <a:pt x="1975096" y="-20975"/>
                          <a:pt x="2163696" y="0"/>
                        </a:cubicBezTo>
                        <a:cubicBezTo>
                          <a:pt x="2352296" y="20975"/>
                          <a:pt x="2492387" y="-24234"/>
                          <a:pt x="2713392" y="0"/>
                        </a:cubicBezTo>
                        <a:cubicBezTo>
                          <a:pt x="2934397" y="24234"/>
                          <a:pt x="3268882" y="-29245"/>
                          <a:pt x="3508696" y="0"/>
                        </a:cubicBezTo>
                        <a:cubicBezTo>
                          <a:pt x="3508691" y="4362"/>
                          <a:pt x="3508139" y="12169"/>
                          <a:pt x="3508696" y="20159"/>
                        </a:cubicBezTo>
                        <a:cubicBezTo>
                          <a:pt x="3308783" y="1794"/>
                          <a:pt x="3142166" y="6757"/>
                          <a:pt x="2923913" y="20159"/>
                        </a:cubicBezTo>
                        <a:cubicBezTo>
                          <a:pt x="2705660" y="33561"/>
                          <a:pt x="2600314" y="44784"/>
                          <a:pt x="2304044" y="20159"/>
                        </a:cubicBezTo>
                        <a:cubicBezTo>
                          <a:pt x="2007774" y="-4466"/>
                          <a:pt x="1987551" y="26760"/>
                          <a:pt x="1789435" y="20159"/>
                        </a:cubicBezTo>
                        <a:cubicBezTo>
                          <a:pt x="1591319" y="13558"/>
                          <a:pt x="1373542" y="16100"/>
                          <a:pt x="1134478" y="20159"/>
                        </a:cubicBezTo>
                        <a:cubicBezTo>
                          <a:pt x="895414" y="24218"/>
                          <a:pt x="797550" y="11172"/>
                          <a:pt x="619870" y="20159"/>
                        </a:cubicBezTo>
                        <a:cubicBezTo>
                          <a:pt x="442190" y="29146"/>
                          <a:pt x="173838" y="2613"/>
                          <a:pt x="0" y="20159"/>
                        </a:cubicBezTo>
                        <a:cubicBezTo>
                          <a:pt x="80" y="10419"/>
                          <a:pt x="982" y="7134"/>
                          <a:pt x="0" y="0"/>
                        </a:cubicBezTo>
                        <a:close/>
                      </a:path>
                      <a:path w="3508696" h="20159" stroke="0" extrusionOk="0">
                        <a:moveTo>
                          <a:pt x="0" y="0"/>
                        </a:moveTo>
                        <a:cubicBezTo>
                          <a:pt x="185862" y="-6873"/>
                          <a:pt x="260291" y="-19085"/>
                          <a:pt x="514609" y="0"/>
                        </a:cubicBezTo>
                        <a:cubicBezTo>
                          <a:pt x="768927" y="19085"/>
                          <a:pt x="826906" y="-14935"/>
                          <a:pt x="994131" y="0"/>
                        </a:cubicBezTo>
                        <a:cubicBezTo>
                          <a:pt x="1161356" y="14935"/>
                          <a:pt x="1385372" y="87"/>
                          <a:pt x="1508739" y="0"/>
                        </a:cubicBezTo>
                        <a:cubicBezTo>
                          <a:pt x="1632106" y="-87"/>
                          <a:pt x="1848817" y="-13753"/>
                          <a:pt x="2093522" y="0"/>
                        </a:cubicBezTo>
                        <a:cubicBezTo>
                          <a:pt x="2338227" y="13753"/>
                          <a:pt x="2551834" y="-19926"/>
                          <a:pt x="2713392" y="0"/>
                        </a:cubicBezTo>
                        <a:cubicBezTo>
                          <a:pt x="2874950" y="19926"/>
                          <a:pt x="3212491" y="10414"/>
                          <a:pt x="3508696" y="0"/>
                        </a:cubicBezTo>
                        <a:cubicBezTo>
                          <a:pt x="3508560" y="5513"/>
                          <a:pt x="3509309" y="10700"/>
                          <a:pt x="3508696" y="20159"/>
                        </a:cubicBezTo>
                        <a:cubicBezTo>
                          <a:pt x="3210299" y="-6173"/>
                          <a:pt x="3170869" y="35323"/>
                          <a:pt x="2853739" y="20159"/>
                        </a:cubicBezTo>
                        <a:cubicBezTo>
                          <a:pt x="2536609" y="4995"/>
                          <a:pt x="2609648" y="25359"/>
                          <a:pt x="2374218" y="20159"/>
                        </a:cubicBezTo>
                        <a:cubicBezTo>
                          <a:pt x="2138788" y="14959"/>
                          <a:pt x="1925020" y="12235"/>
                          <a:pt x="1719261" y="20159"/>
                        </a:cubicBezTo>
                        <a:cubicBezTo>
                          <a:pt x="1513502" y="28083"/>
                          <a:pt x="1280640" y="38033"/>
                          <a:pt x="1064304" y="20159"/>
                        </a:cubicBezTo>
                        <a:cubicBezTo>
                          <a:pt x="847968" y="2285"/>
                          <a:pt x="809487" y="41804"/>
                          <a:pt x="584783" y="20159"/>
                        </a:cubicBezTo>
                        <a:cubicBezTo>
                          <a:pt x="360079" y="-1486"/>
                          <a:pt x="166158" y="35178"/>
                          <a:pt x="0" y="20159"/>
                        </a:cubicBezTo>
                        <a:cubicBezTo>
                          <a:pt x="320" y="10793"/>
                          <a:pt x="-231" y="459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5" name="Rectangle 3">
            <a:extLst>
              <a:ext uri="{FF2B5EF4-FFF2-40B4-BE49-F238E27FC236}">
                <a16:creationId xmlns:a16="http://schemas.microsoft.com/office/drawing/2014/main" id="{19226911-1F97-481F-B0DE-16C571F354B9}"/>
              </a:ext>
            </a:extLst>
          </p:cNvPr>
          <p:cNvSpPr>
            <a:spLocks noGrp="1" noChangeArrowheads="1"/>
          </p:cNvSpPr>
          <p:nvPr>
            <p:ph type="body" idx="1"/>
          </p:nvPr>
        </p:nvSpPr>
        <p:spPr>
          <a:xfrm>
            <a:off x="2945379" y="2983551"/>
            <a:ext cx="6603493" cy="3840315"/>
          </a:xfrm>
        </p:spPr>
        <p:txBody>
          <a:bodyPr>
            <a:normAutofit lnSpcReduction="10000"/>
          </a:bodyPr>
          <a:lstStyle/>
          <a:p>
            <a:r>
              <a:rPr lang="en-US" altLang="es-CL" sz="2100" dirty="0"/>
              <a:t>Se </a:t>
            </a:r>
            <a:r>
              <a:rPr lang="en-US" altLang="es-CL" sz="2100" dirty="0" err="1"/>
              <a:t>concluye</a:t>
            </a:r>
            <a:r>
              <a:rPr lang="en-US" altLang="es-CL" sz="2100" dirty="0"/>
              <a:t> que </a:t>
            </a:r>
            <a:r>
              <a:rPr lang="en-US" altLang="es-CL" sz="2100" dirty="0" err="1"/>
              <a:t>el</a:t>
            </a:r>
            <a:r>
              <a:rPr lang="en-US" altLang="es-CL" sz="2100" dirty="0"/>
              <a:t> </a:t>
            </a:r>
            <a:r>
              <a:rPr lang="en-US" altLang="es-CL" sz="2100" dirty="0" err="1"/>
              <a:t>conocimiento</a:t>
            </a:r>
            <a:r>
              <a:rPr lang="en-US" altLang="es-CL" sz="2100" dirty="0"/>
              <a:t> </a:t>
            </a:r>
            <a:r>
              <a:rPr lang="en-US" altLang="es-CL" sz="2100" dirty="0" err="1"/>
              <a:t>sintáctico</a:t>
            </a:r>
            <a:r>
              <a:rPr lang="en-US" altLang="es-CL" sz="2100" dirty="0"/>
              <a:t> no es </a:t>
            </a:r>
            <a:r>
              <a:rPr lang="en-US" altLang="es-CL" sz="2100" dirty="0" err="1"/>
              <a:t>suficiente</a:t>
            </a:r>
            <a:r>
              <a:rPr lang="en-US" altLang="es-CL" sz="2100" dirty="0"/>
              <a:t>, y que se </a:t>
            </a:r>
            <a:r>
              <a:rPr lang="en-US" altLang="es-CL" sz="2100" dirty="0" err="1"/>
              <a:t>necesita</a:t>
            </a:r>
            <a:r>
              <a:rPr lang="en-US" altLang="es-CL" sz="2100" dirty="0"/>
              <a:t> </a:t>
            </a:r>
            <a:r>
              <a:rPr lang="en-US" altLang="es-CL" sz="2100" dirty="0" err="1"/>
              <a:t>conocimienton</a:t>
            </a:r>
            <a:r>
              <a:rPr lang="en-US" altLang="es-CL" sz="2100" dirty="0"/>
              <a:t> </a:t>
            </a:r>
            <a:r>
              <a:rPr lang="en-US" altLang="es-CL" sz="2100" dirty="0" err="1"/>
              <a:t>práctico</a:t>
            </a:r>
            <a:r>
              <a:rPr lang="en-US" altLang="es-CL" sz="2100" dirty="0"/>
              <a:t> de </a:t>
            </a:r>
            <a:r>
              <a:rPr lang="en-US" altLang="es-CL" sz="2100" dirty="0" err="1"/>
              <a:t>dominios</a:t>
            </a:r>
            <a:r>
              <a:rPr lang="en-US" altLang="es-CL" sz="2100" dirty="0"/>
              <a:t> </a:t>
            </a:r>
            <a:r>
              <a:rPr lang="en-US" altLang="es-CL" sz="2100" dirty="0" err="1"/>
              <a:t>específicos</a:t>
            </a:r>
            <a:r>
              <a:rPr lang="en-US" altLang="es-CL" sz="2100" dirty="0"/>
              <a:t>.</a:t>
            </a:r>
          </a:p>
          <a:p>
            <a:r>
              <a:rPr lang="en-US" altLang="es-CL" sz="2100" dirty="0"/>
              <a:t>Esto </a:t>
            </a:r>
            <a:r>
              <a:rPr lang="en-US" altLang="es-CL" sz="2100" dirty="0" err="1"/>
              <a:t>sugiere</a:t>
            </a:r>
            <a:r>
              <a:rPr lang="en-US" altLang="es-CL" sz="2100" dirty="0"/>
              <a:t> que </a:t>
            </a:r>
            <a:r>
              <a:rPr lang="en-US" altLang="es-CL" sz="2100" dirty="0" err="1"/>
              <a:t>nunca</a:t>
            </a:r>
            <a:r>
              <a:rPr lang="en-US" altLang="es-CL" sz="2100" dirty="0"/>
              <a:t> se </a:t>
            </a:r>
            <a:r>
              <a:rPr lang="en-US" altLang="es-CL" sz="2100" dirty="0" err="1"/>
              <a:t>tendrían</a:t>
            </a:r>
            <a:r>
              <a:rPr lang="en-US" altLang="es-CL" sz="2100" dirty="0"/>
              <a:t> </a:t>
            </a:r>
            <a:r>
              <a:rPr lang="en-US" altLang="es-CL" sz="2100" dirty="0" err="1"/>
              <a:t>sistemas</a:t>
            </a:r>
            <a:r>
              <a:rPr lang="en-US" altLang="es-CL" sz="2100" dirty="0"/>
              <a:t> de </a:t>
            </a:r>
            <a:r>
              <a:rPr lang="en-US" altLang="es-CL" sz="2100" dirty="0" err="1"/>
              <a:t>inteligencia</a:t>
            </a:r>
            <a:r>
              <a:rPr lang="en-US" altLang="es-CL" sz="2100" dirty="0"/>
              <a:t> general (</a:t>
            </a:r>
            <a:r>
              <a:rPr lang="en-US" altLang="es-CL" sz="2100" dirty="0" err="1"/>
              <a:t>una</a:t>
            </a:r>
            <a:r>
              <a:rPr lang="en-US" altLang="es-CL" sz="2100" dirty="0"/>
              <a:t> </a:t>
            </a:r>
            <a:r>
              <a:rPr lang="en-US" altLang="es-CL" sz="2100" dirty="0" err="1"/>
              <a:t>conclusión</a:t>
            </a:r>
            <a:r>
              <a:rPr lang="en-US" altLang="es-CL" sz="2100" dirty="0"/>
              <a:t> </a:t>
            </a:r>
            <a:r>
              <a:rPr lang="en-US" altLang="es-CL" sz="2100" dirty="0" err="1"/>
              <a:t>sobre</a:t>
            </a:r>
            <a:r>
              <a:rPr lang="en-US" altLang="es-CL" sz="2100" dirty="0"/>
              <a:t> la que </a:t>
            </a:r>
            <a:r>
              <a:rPr lang="en-US" altLang="es-CL" sz="2100" dirty="0" err="1"/>
              <a:t>aún</a:t>
            </a:r>
            <a:r>
              <a:rPr lang="en-US" altLang="es-CL" sz="2100" dirty="0"/>
              <a:t> se </a:t>
            </a:r>
            <a:r>
              <a:rPr lang="en-US" altLang="es-CL" sz="2100" dirty="0" err="1"/>
              <a:t>discute</a:t>
            </a:r>
            <a:r>
              <a:rPr lang="en-US" altLang="es-CL" sz="2100"/>
              <a:t>).</a:t>
            </a:r>
            <a:endParaRPr lang="en-US" altLang="es-CL" sz="2100" dirty="0"/>
          </a:p>
          <a:p>
            <a:r>
              <a:rPr lang="en-US" altLang="es-CL" sz="2100" dirty="0"/>
              <a:t>Se </a:t>
            </a:r>
            <a:r>
              <a:rPr lang="en-US" altLang="es-CL" sz="2100" dirty="0" err="1"/>
              <a:t>crean</a:t>
            </a:r>
            <a:r>
              <a:rPr lang="en-US" altLang="es-CL" sz="2100" dirty="0"/>
              <a:t> </a:t>
            </a:r>
            <a:r>
              <a:rPr lang="en-US" altLang="es-CL" sz="2100" dirty="0" err="1"/>
              <a:t>los</a:t>
            </a:r>
            <a:r>
              <a:rPr lang="en-US" altLang="es-CL" sz="2100" dirty="0"/>
              <a:t> </a:t>
            </a:r>
            <a:r>
              <a:rPr lang="en-US" altLang="es-CL" sz="2100" dirty="0" err="1"/>
              <a:t>primeros</a:t>
            </a:r>
            <a:r>
              <a:rPr lang="en-US" altLang="es-CL" sz="2100" dirty="0"/>
              <a:t> </a:t>
            </a:r>
            <a:r>
              <a:rPr lang="en-US" altLang="es-CL" sz="2100" dirty="0" err="1"/>
              <a:t>sistemas</a:t>
            </a:r>
            <a:r>
              <a:rPr lang="en-US" altLang="es-CL" sz="2100" dirty="0"/>
              <a:t> </a:t>
            </a:r>
            <a:r>
              <a:rPr lang="en-US" altLang="es-CL" sz="2100" dirty="0" err="1"/>
              <a:t>expertos</a:t>
            </a:r>
            <a:r>
              <a:rPr lang="en-US" altLang="es-CL" sz="2100" dirty="0"/>
              <a:t> (</a:t>
            </a:r>
            <a:r>
              <a:rPr lang="en-US" altLang="es-CL" sz="2100" dirty="0" err="1"/>
              <a:t>sistemas</a:t>
            </a:r>
            <a:r>
              <a:rPr lang="en-US" altLang="es-CL" sz="2100" dirty="0"/>
              <a:t> con bases de </a:t>
            </a:r>
            <a:r>
              <a:rPr lang="en-US" altLang="es-CL" sz="2100" dirty="0" err="1"/>
              <a:t>conocimiento</a:t>
            </a:r>
            <a:r>
              <a:rPr lang="en-US" altLang="es-CL" sz="2100" dirty="0"/>
              <a:t> y </a:t>
            </a:r>
            <a:r>
              <a:rPr lang="en-US" altLang="es-CL" sz="2100" dirty="0" err="1"/>
              <a:t>reglas</a:t>
            </a:r>
            <a:r>
              <a:rPr lang="en-US" altLang="es-CL" sz="2100" dirty="0"/>
              <a:t> para </a:t>
            </a:r>
            <a:r>
              <a:rPr lang="en-US" altLang="es-CL" sz="2100" dirty="0" err="1"/>
              <a:t>realizar</a:t>
            </a:r>
            <a:r>
              <a:rPr lang="en-US" altLang="es-CL" sz="2100" dirty="0"/>
              <a:t> </a:t>
            </a:r>
            <a:r>
              <a:rPr lang="en-US" altLang="es-CL" sz="2100" dirty="0" err="1"/>
              <a:t>razonamiento</a:t>
            </a:r>
            <a:r>
              <a:rPr lang="en-US" altLang="es-CL" sz="2100" dirty="0"/>
              <a:t>)</a:t>
            </a:r>
          </a:p>
          <a:p>
            <a:r>
              <a:rPr lang="en-US" altLang="es-CL" sz="2100" dirty="0"/>
              <a:t>La </a:t>
            </a:r>
            <a:r>
              <a:rPr lang="en-US" altLang="es-CL" sz="2100" dirty="0" err="1"/>
              <a:t>investigación</a:t>
            </a:r>
            <a:r>
              <a:rPr lang="en-US" altLang="es-CL" sz="2100" dirty="0"/>
              <a:t> </a:t>
            </a:r>
            <a:r>
              <a:rPr lang="en-US" altLang="es-CL" sz="2100" dirty="0" err="1"/>
              <a:t>en</a:t>
            </a:r>
            <a:r>
              <a:rPr lang="en-US" altLang="es-CL" sz="2100" dirty="0"/>
              <a:t> redes </a:t>
            </a:r>
            <a:r>
              <a:rPr lang="en-US" altLang="es-CL" sz="2100" dirty="0" err="1"/>
              <a:t>neuronales</a:t>
            </a:r>
            <a:r>
              <a:rPr lang="en-US" altLang="es-CL" sz="2100" dirty="0"/>
              <a:t> se </a:t>
            </a:r>
            <a:r>
              <a:rPr lang="en-US" altLang="es-CL" sz="2100" dirty="0" err="1"/>
              <a:t>detiene</a:t>
            </a:r>
            <a:r>
              <a:rPr lang="en-US" altLang="es-CL" sz="2100" dirty="0"/>
              <a:t> </a:t>
            </a:r>
            <a:r>
              <a:rPr lang="en-US" altLang="es-CL" sz="2100" dirty="0" err="1"/>
              <a:t>cuando</a:t>
            </a:r>
            <a:r>
              <a:rPr lang="en-US" altLang="es-CL" sz="2100" dirty="0"/>
              <a:t> se </a:t>
            </a:r>
            <a:r>
              <a:rPr lang="en-US" altLang="es-CL" sz="2100" dirty="0" err="1"/>
              <a:t>demuestra</a:t>
            </a:r>
            <a:r>
              <a:rPr lang="en-US" altLang="es-CL" sz="2100" dirty="0"/>
              <a:t> que </a:t>
            </a:r>
            <a:r>
              <a:rPr lang="en-US" altLang="es-CL" sz="2100" dirty="0" err="1"/>
              <a:t>los</a:t>
            </a:r>
            <a:r>
              <a:rPr lang="en-US" altLang="es-CL" sz="2100" dirty="0"/>
              <a:t> </a:t>
            </a:r>
            <a:r>
              <a:rPr lang="en-US" altLang="es-CL" sz="2100" dirty="0" err="1"/>
              <a:t>perceptrones</a:t>
            </a:r>
            <a:r>
              <a:rPr lang="en-US" altLang="es-CL" sz="2100" dirty="0"/>
              <a:t> no </a:t>
            </a:r>
            <a:r>
              <a:rPr lang="en-US" altLang="es-CL" sz="2100" dirty="0" err="1"/>
              <a:t>puede</a:t>
            </a:r>
            <a:r>
              <a:rPr lang="en-US" altLang="es-CL" sz="2100" dirty="0"/>
              <a:t> resolver </a:t>
            </a:r>
            <a:r>
              <a:rPr lang="en-US" altLang="es-CL" sz="2100" dirty="0" err="1"/>
              <a:t>el</a:t>
            </a:r>
            <a:r>
              <a:rPr lang="en-US" altLang="es-CL" sz="2100" dirty="0"/>
              <a:t> “o </a:t>
            </a:r>
            <a:r>
              <a:rPr lang="en-US" altLang="es-CL" sz="2100" dirty="0" err="1"/>
              <a:t>exclusivo</a:t>
            </a:r>
            <a:r>
              <a:rPr lang="en-US" altLang="es-CL" sz="2100" dirty="0"/>
              <a:t>” (XOR; ó A ó B, </a:t>
            </a:r>
            <a:r>
              <a:rPr lang="en-US" altLang="es-CL" sz="2100" dirty="0" err="1"/>
              <a:t>pero</a:t>
            </a:r>
            <a:r>
              <a:rPr lang="en-US" altLang="es-CL" sz="2100" dirty="0"/>
              <a:t> no ambos).</a:t>
            </a:r>
          </a:p>
        </p:txBody>
      </p:sp>
    </p:spTree>
    <p:extLst>
      <p:ext uri="{BB962C8B-B14F-4D97-AF65-F5344CB8AC3E}">
        <p14:creationId xmlns:p14="http://schemas.microsoft.com/office/powerpoint/2010/main" val="63117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AE06CA1-1EC5-CA17-9096-89AE723085DE}"/>
              </a:ext>
            </a:extLst>
          </p:cNvPr>
          <p:cNvSpPr txBox="1"/>
          <p:nvPr/>
        </p:nvSpPr>
        <p:spPr>
          <a:xfrm>
            <a:off x="2591566" y="868551"/>
            <a:ext cx="491780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3200" b="0" i="0" u="none" strike="noStrike" kern="1200" cap="none" spc="0" normalizeH="0" baseline="0" noProof="0" dirty="0">
                <a:ln>
                  <a:noFill/>
                </a:ln>
                <a:solidFill>
                  <a:prstClr val="black"/>
                </a:solidFill>
                <a:effectLst/>
                <a:uLnTx/>
                <a:uFillTx/>
                <a:latin typeface="Calibri" panose="020F0502020204030204"/>
                <a:ea typeface="+mn-ea"/>
                <a:cs typeface="+mn-cs"/>
              </a:rPr>
              <a:t>Y = B1*X1 + B2*X2 + …. +</a:t>
            </a:r>
          </a:p>
        </p:txBody>
      </p:sp>
      <p:pic>
        <p:nvPicPr>
          <p:cNvPr id="16" name="Marcador de contenido 15" descr="Gráfico, Gráfico de dispersión&#10;&#10;Descripción generada automáticamente">
            <a:extLst>
              <a:ext uri="{FF2B5EF4-FFF2-40B4-BE49-F238E27FC236}">
                <a16:creationId xmlns:a16="http://schemas.microsoft.com/office/drawing/2014/main" id="{AB238D2D-4482-B73C-A6C3-236A03F7353B}"/>
              </a:ext>
            </a:extLst>
          </p:cNvPr>
          <p:cNvPicPr>
            <a:picLocks noGrp="1" noChangeAspect="1"/>
          </p:cNvPicPr>
          <p:nvPr>
            <p:ph idx="1"/>
          </p:nvPr>
        </p:nvPicPr>
        <p:blipFill>
          <a:blip r:embed="rId2"/>
          <a:stretch>
            <a:fillRect/>
          </a:stretch>
        </p:blipFill>
        <p:spPr>
          <a:xfrm>
            <a:off x="4230104" y="2665085"/>
            <a:ext cx="4831948" cy="3398470"/>
          </a:xfrm>
        </p:spPr>
      </p:pic>
      <p:grpSp>
        <p:nvGrpSpPr>
          <p:cNvPr id="5" name="Grupo 4">
            <a:extLst>
              <a:ext uri="{FF2B5EF4-FFF2-40B4-BE49-F238E27FC236}">
                <a16:creationId xmlns:a16="http://schemas.microsoft.com/office/drawing/2014/main" id="{172C9877-4EAF-7750-B463-5657E7AB54FD}"/>
              </a:ext>
            </a:extLst>
          </p:cNvPr>
          <p:cNvGrpSpPr/>
          <p:nvPr/>
        </p:nvGrpSpPr>
        <p:grpSpPr>
          <a:xfrm>
            <a:off x="6892572" y="3461474"/>
            <a:ext cx="1389274" cy="1473529"/>
            <a:chOff x="5470036" y="2524099"/>
            <a:chExt cx="1869840" cy="1983240"/>
          </a:xfrm>
        </p:grpSpPr>
        <mc:AlternateContent xmlns:mc="http://schemas.openxmlformats.org/markup-compatibility/2006" xmlns:p14="http://schemas.microsoft.com/office/powerpoint/2010/main">
          <mc:Choice Requires="p14">
            <p:contentPart p14:bwMode="auto" r:id="rId3">
              <p14:nvContentPartPr>
                <p14:cNvPr id="33" name="Entrada de lápiz 32">
                  <a:extLst>
                    <a:ext uri="{FF2B5EF4-FFF2-40B4-BE49-F238E27FC236}">
                      <a16:creationId xmlns:a16="http://schemas.microsoft.com/office/drawing/2014/main" id="{DD8922E5-C57B-59EB-0A62-8EF17EECA498}"/>
                    </a:ext>
                  </a:extLst>
                </p14:cNvPr>
                <p14:cNvContentPartPr/>
                <p14:nvPr/>
              </p14:nvContentPartPr>
              <p14:xfrm>
                <a:off x="5470036" y="3876259"/>
                <a:ext cx="12600" cy="230400"/>
              </p14:xfrm>
            </p:contentPart>
          </mc:Choice>
          <mc:Fallback xmlns="">
            <p:pic>
              <p:nvPicPr>
                <p:cNvPr id="33" name="Entrada de lápiz 32">
                  <a:extLst>
                    <a:ext uri="{FF2B5EF4-FFF2-40B4-BE49-F238E27FC236}">
                      <a16:creationId xmlns:a16="http://schemas.microsoft.com/office/drawing/2014/main" id="{DD8922E5-C57B-59EB-0A62-8EF17EECA498}"/>
                    </a:ext>
                  </a:extLst>
                </p:cNvPr>
                <p:cNvPicPr/>
                <p:nvPr/>
              </p:nvPicPr>
              <p:blipFill>
                <a:blip r:embed="rId4"/>
                <a:stretch>
                  <a:fillRect/>
                </a:stretch>
              </p:blipFill>
              <p:spPr>
                <a:xfrm>
                  <a:off x="5421574" y="3827754"/>
                  <a:ext cx="109038" cy="32692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Entrada de lápiz 33">
                  <a:extLst>
                    <a:ext uri="{FF2B5EF4-FFF2-40B4-BE49-F238E27FC236}">
                      <a16:creationId xmlns:a16="http://schemas.microsoft.com/office/drawing/2014/main" id="{0051D221-609E-9AEA-DD9E-07F5D653479F}"/>
                    </a:ext>
                  </a:extLst>
                </p14:cNvPr>
                <p14:cNvContentPartPr/>
                <p14:nvPr/>
              </p14:nvContentPartPr>
              <p14:xfrm>
                <a:off x="5646436" y="3595819"/>
                <a:ext cx="165600" cy="110160"/>
              </p14:xfrm>
            </p:contentPart>
          </mc:Choice>
          <mc:Fallback xmlns="">
            <p:pic>
              <p:nvPicPr>
                <p:cNvPr id="34" name="Entrada de lápiz 33">
                  <a:extLst>
                    <a:ext uri="{FF2B5EF4-FFF2-40B4-BE49-F238E27FC236}">
                      <a16:creationId xmlns:a16="http://schemas.microsoft.com/office/drawing/2014/main" id="{0051D221-609E-9AEA-DD9E-07F5D653479F}"/>
                    </a:ext>
                  </a:extLst>
                </p:cNvPr>
                <p:cNvPicPr/>
                <p:nvPr/>
              </p:nvPicPr>
              <p:blipFill>
                <a:blip r:embed="rId6"/>
                <a:stretch>
                  <a:fillRect/>
                </a:stretch>
              </p:blipFill>
              <p:spPr>
                <a:xfrm>
                  <a:off x="5597873" y="3547290"/>
                  <a:ext cx="262240" cy="20673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5" name="Entrada de lápiz 34">
                  <a:extLst>
                    <a:ext uri="{FF2B5EF4-FFF2-40B4-BE49-F238E27FC236}">
                      <a16:creationId xmlns:a16="http://schemas.microsoft.com/office/drawing/2014/main" id="{E39DD842-3D6A-FFFC-7D76-F3D0C04693B3}"/>
                    </a:ext>
                  </a:extLst>
                </p14:cNvPr>
                <p14:cNvContentPartPr/>
                <p14:nvPr/>
              </p14:nvContentPartPr>
              <p14:xfrm>
                <a:off x="6031636" y="3560539"/>
                <a:ext cx="328680" cy="186480"/>
              </p14:xfrm>
            </p:contentPart>
          </mc:Choice>
          <mc:Fallback xmlns="">
            <p:pic>
              <p:nvPicPr>
                <p:cNvPr id="35" name="Entrada de lápiz 34">
                  <a:extLst>
                    <a:ext uri="{FF2B5EF4-FFF2-40B4-BE49-F238E27FC236}">
                      <a16:creationId xmlns:a16="http://schemas.microsoft.com/office/drawing/2014/main" id="{E39DD842-3D6A-FFFC-7D76-F3D0C04693B3}"/>
                    </a:ext>
                  </a:extLst>
                </p:cNvPr>
                <p:cNvPicPr/>
                <p:nvPr/>
              </p:nvPicPr>
              <p:blipFill>
                <a:blip r:embed="rId8"/>
                <a:stretch>
                  <a:fillRect/>
                </a:stretch>
              </p:blipFill>
              <p:spPr>
                <a:xfrm>
                  <a:off x="5983230" y="3511976"/>
                  <a:ext cx="425009" cy="283119"/>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6" name="Entrada de lápiz 35">
                  <a:extLst>
                    <a:ext uri="{FF2B5EF4-FFF2-40B4-BE49-F238E27FC236}">
                      <a16:creationId xmlns:a16="http://schemas.microsoft.com/office/drawing/2014/main" id="{9A56F261-B364-E9E4-92D2-43C5F1B8E062}"/>
                    </a:ext>
                  </a:extLst>
                </p14:cNvPr>
                <p14:cNvContentPartPr/>
                <p14:nvPr/>
              </p14:nvContentPartPr>
              <p14:xfrm>
                <a:off x="6528796" y="3961939"/>
                <a:ext cx="274680" cy="372600"/>
              </p14:xfrm>
            </p:contentPart>
          </mc:Choice>
          <mc:Fallback xmlns="">
            <p:pic>
              <p:nvPicPr>
                <p:cNvPr id="36" name="Entrada de lápiz 35">
                  <a:extLst>
                    <a:ext uri="{FF2B5EF4-FFF2-40B4-BE49-F238E27FC236}">
                      <a16:creationId xmlns:a16="http://schemas.microsoft.com/office/drawing/2014/main" id="{9A56F261-B364-E9E4-92D2-43C5F1B8E062}"/>
                    </a:ext>
                  </a:extLst>
                </p:cNvPr>
                <p:cNvPicPr/>
                <p:nvPr/>
              </p:nvPicPr>
              <p:blipFill>
                <a:blip r:embed="rId10"/>
                <a:stretch>
                  <a:fillRect/>
                </a:stretch>
              </p:blipFill>
              <p:spPr>
                <a:xfrm>
                  <a:off x="6480437" y="3913486"/>
                  <a:ext cx="370915" cy="469021"/>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7" name="Entrada de lápiz 36">
                  <a:extLst>
                    <a:ext uri="{FF2B5EF4-FFF2-40B4-BE49-F238E27FC236}">
                      <a16:creationId xmlns:a16="http://schemas.microsoft.com/office/drawing/2014/main" id="{F4C0ECF0-E56F-35E8-774A-51030F3C7358}"/>
                    </a:ext>
                  </a:extLst>
                </p14:cNvPr>
                <p14:cNvContentPartPr/>
                <p14:nvPr/>
              </p14:nvContentPartPr>
              <p14:xfrm>
                <a:off x="6978076" y="4378459"/>
                <a:ext cx="193680" cy="128880"/>
              </p14:xfrm>
            </p:contentPart>
          </mc:Choice>
          <mc:Fallback xmlns="">
            <p:pic>
              <p:nvPicPr>
                <p:cNvPr id="37" name="Entrada de lápiz 36">
                  <a:extLst>
                    <a:ext uri="{FF2B5EF4-FFF2-40B4-BE49-F238E27FC236}">
                      <a16:creationId xmlns:a16="http://schemas.microsoft.com/office/drawing/2014/main" id="{F4C0ECF0-E56F-35E8-774A-51030F3C7358}"/>
                    </a:ext>
                  </a:extLst>
                </p:cNvPr>
                <p:cNvPicPr/>
                <p:nvPr/>
              </p:nvPicPr>
              <p:blipFill>
                <a:blip r:embed="rId12"/>
                <a:stretch>
                  <a:fillRect/>
                </a:stretch>
              </p:blipFill>
              <p:spPr>
                <a:xfrm>
                  <a:off x="6929777" y="4330008"/>
                  <a:ext cx="289796" cy="22529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9" name="Entrada de lápiz 38">
                  <a:extLst>
                    <a:ext uri="{FF2B5EF4-FFF2-40B4-BE49-F238E27FC236}">
                      <a16:creationId xmlns:a16="http://schemas.microsoft.com/office/drawing/2014/main" id="{1AE8945B-A66B-4377-7F97-7C1F299BB54E}"/>
                    </a:ext>
                  </a:extLst>
                </p14:cNvPr>
                <p14:cNvContentPartPr/>
                <p14:nvPr/>
              </p14:nvContentPartPr>
              <p14:xfrm>
                <a:off x="7298836" y="4065619"/>
                <a:ext cx="41040" cy="105480"/>
              </p14:xfrm>
            </p:contentPart>
          </mc:Choice>
          <mc:Fallback xmlns="">
            <p:pic>
              <p:nvPicPr>
                <p:cNvPr id="39" name="Entrada de lápiz 38">
                  <a:extLst>
                    <a:ext uri="{FF2B5EF4-FFF2-40B4-BE49-F238E27FC236}">
                      <a16:creationId xmlns:a16="http://schemas.microsoft.com/office/drawing/2014/main" id="{1AE8945B-A66B-4377-7F97-7C1F299BB54E}"/>
                    </a:ext>
                  </a:extLst>
                </p:cNvPr>
                <p:cNvPicPr/>
                <p:nvPr/>
              </p:nvPicPr>
              <p:blipFill>
                <a:blip r:embed="rId14"/>
                <a:stretch>
                  <a:fillRect/>
                </a:stretch>
              </p:blipFill>
              <p:spPr>
                <a:xfrm>
                  <a:off x="7250554" y="4017234"/>
                  <a:ext cx="137122" cy="201767"/>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0" name="Entrada de lápiz 39">
                  <a:extLst>
                    <a:ext uri="{FF2B5EF4-FFF2-40B4-BE49-F238E27FC236}">
                      <a16:creationId xmlns:a16="http://schemas.microsoft.com/office/drawing/2014/main" id="{6590AA38-9C52-CB5A-9E47-AC6CCEB6877E}"/>
                    </a:ext>
                  </a:extLst>
                </p14:cNvPr>
                <p14:cNvContentPartPr/>
                <p14:nvPr/>
              </p14:nvContentPartPr>
              <p14:xfrm>
                <a:off x="7182196" y="3624979"/>
                <a:ext cx="68760" cy="192960"/>
              </p14:xfrm>
            </p:contentPart>
          </mc:Choice>
          <mc:Fallback xmlns="">
            <p:pic>
              <p:nvPicPr>
                <p:cNvPr id="40" name="Entrada de lápiz 39">
                  <a:extLst>
                    <a:ext uri="{FF2B5EF4-FFF2-40B4-BE49-F238E27FC236}">
                      <a16:creationId xmlns:a16="http://schemas.microsoft.com/office/drawing/2014/main" id="{6590AA38-9C52-CB5A-9E47-AC6CCEB6877E}"/>
                    </a:ext>
                  </a:extLst>
                </p:cNvPr>
                <p:cNvPicPr/>
                <p:nvPr/>
              </p:nvPicPr>
              <p:blipFill>
                <a:blip r:embed="rId16"/>
                <a:stretch>
                  <a:fillRect/>
                </a:stretch>
              </p:blipFill>
              <p:spPr>
                <a:xfrm>
                  <a:off x="7133773" y="3576618"/>
                  <a:ext cx="165121" cy="289198"/>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1" name="Entrada de lápiz 40">
                  <a:extLst>
                    <a:ext uri="{FF2B5EF4-FFF2-40B4-BE49-F238E27FC236}">
                      <a16:creationId xmlns:a16="http://schemas.microsoft.com/office/drawing/2014/main" id="{8AD007F8-2E74-DC43-109E-4D8C3242E916}"/>
                    </a:ext>
                  </a:extLst>
                </p14:cNvPr>
                <p14:cNvContentPartPr/>
                <p14:nvPr/>
              </p14:nvContentPartPr>
              <p14:xfrm>
                <a:off x="6910756" y="3113059"/>
                <a:ext cx="195480" cy="320040"/>
              </p14:xfrm>
            </p:contentPart>
          </mc:Choice>
          <mc:Fallback xmlns="">
            <p:pic>
              <p:nvPicPr>
                <p:cNvPr id="41" name="Entrada de lápiz 40">
                  <a:extLst>
                    <a:ext uri="{FF2B5EF4-FFF2-40B4-BE49-F238E27FC236}">
                      <a16:creationId xmlns:a16="http://schemas.microsoft.com/office/drawing/2014/main" id="{8AD007F8-2E74-DC43-109E-4D8C3242E916}"/>
                    </a:ext>
                  </a:extLst>
                </p:cNvPr>
                <p:cNvPicPr/>
                <p:nvPr/>
              </p:nvPicPr>
              <p:blipFill>
                <a:blip r:embed="rId18"/>
                <a:stretch>
                  <a:fillRect/>
                </a:stretch>
              </p:blipFill>
              <p:spPr>
                <a:xfrm>
                  <a:off x="6862370" y="3064641"/>
                  <a:ext cx="291768" cy="416391"/>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2" name="Entrada de lápiz 41">
                  <a:extLst>
                    <a:ext uri="{FF2B5EF4-FFF2-40B4-BE49-F238E27FC236}">
                      <a16:creationId xmlns:a16="http://schemas.microsoft.com/office/drawing/2014/main" id="{A3380282-1D62-EDE0-BA40-B5D21AA6EA70}"/>
                    </a:ext>
                  </a:extLst>
                </p14:cNvPr>
                <p14:cNvContentPartPr/>
                <p14:nvPr/>
              </p14:nvContentPartPr>
              <p14:xfrm>
                <a:off x="6897436" y="2642179"/>
                <a:ext cx="67680" cy="261720"/>
              </p14:xfrm>
            </p:contentPart>
          </mc:Choice>
          <mc:Fallback xmlns="">
            <p:pic>
              <p:nvPicPr>
                <p:cNvPr id="42" name="Entrada de lápiz 41">
                  <a:extLst>
                    <a:ext uri="{FF2B5EF4-FFF2-40B4-BE49-F238E27FC236}">
                      <a16:creationId xmlns:a16="http://schemas.microsoft.com/office/drawing/2014/main" id="{A3380282-1D62-EDE0-BA40-B5D21AA6EA70}"/>
                    </a:ext>
                  </a:extLst>
                </p:cNvPr>
                <p:cNvPicPr/>
                <p:nvPr/>
              </p:nvPicPr>
              <p:blipFill>
                <a:blip r:embed="rId20"/>
                <a:stretch>
                  <a:fillRect/>
                </a:stretch>
              </p:blipFill>
              <p:spPr>
                <a:xfrm>
                  <a:off x="6849093" y="2593712"/>
                  <a:ext cx="163882" cy="358169"/>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3" name="Entrada de lápiz 42">
                  <a:extLst>
                    <a:ext uri="{FF2B5EF4-FFF2-40B4-BE49-F238E27FC236}">
                      <a16:creationId xmlns:a16="http://schemas.microsoft.com/office/drawing/2014/main" id="{72B8CA50-7569-BC48-75CD-701DD202550B}"/>
                    </a:ext>
                  </a:extLst>
                </p14:cNvPr>
                <p14:cNvContentPartPr/>
                <p14:nvPr/>
              </p14:nvContentPartPr>
              <p14:xfrm>
                <a:off x="7105876" y="2524099"/>
                <a:ext cx="185040" cy="58320"/>
              </p14:xfrm>
            </p:contentPart>
          </mc:Choice>
          <mc:Fallback xmlns="">
            <p:pic>
              <p:nvPicPr>
                <p:cNvPr id="43" name="Entrada de lápiz 42">
                  <a:extLst>
                    <a:ext uri="{FF2B5EF4-FFF2-40B4-BE49-F238E27FC236}">
                      <a16:creationId xmlns:a16="http://schemas.microsoft.com/office/drawing/2014/main" id="{72B8CA50-7569-BC48-75CD-701DD202550B}"/>
                    </a:ext>
                  </a:extLst>
                </p:cNvPr>
                <p:cNvPicPr/>
                <p:nvPr/>
              </p:nvPicPr>
              <p:blipFill>
                <a:blip r:embed="rId22"/>
                <a:stretch>
                  <a:fillRect/>
                </a:stretch>
              </p:blipFill>
              <p:spPr>
                <a:xfrm>
                  <a:off x="7057309" y="2475499"/>
                  <a:ext cx="281688" cy="155034"/>
                </a:xfrm>
                <a:prstGeom prst="rect">
                  <a:avLst/>
                </a:prstGeom>
              </p:spPr>
            </p:pic>
          </mc:Fallback>
        </mc:AlternateContent>
      </p:grpSp>
      <p:pic>
        <p:nvPicPr>
          <p:cNvPr id="7" name="Imagen 6" descr="Diagrama&#10;&#10;Descripción generada automáticamente">
            <a:extLst>
              <a:ext uri="{FF2B5EF4-FFF2-40B4-BE49-F238E27FC236}">
                <a16:creationId xmlns:a16="http://schemas.microsoft.com/office/drawing/2014/main" id="{1B102E54-9AD4-A9A0-A452-861273A53D67}"/>
              </a:ext>
            </a:extLst>
          </p:cNvPr>
          <p:cNvPicPr>
            <a:picLocks noChangeAspect="1"/>
          </p:cNvPicPr>
          <p:nvPr/>
        </p:nvPicPr>
        <p:blipFill>
          <a:blip r:embed="rId23"/>
          <a:stretch>
            <a:fillRect/>
          </a:stretch>
        </p:blipFill>
        <p:spPr>
          <a:xfrm>
            <a:off x="120463" y="2665085"/>
            <a:ext cx="3853421" cy="2519174"/>
          </a:xfrm>
          <a:prstGeom prst="rect">
            <a:avLst/>
          </a:prstGeom>
        </p:spPr>
      </p:pic>
    </p:spTree>
    <p:extLst>
      <p:ext uri="{BB962C8B-B14F-4D97-AF65-F5344CB8AC3E}">
        <p14:creationId xmlns:p14="http://schemas.microsoft.com/office/powerpoint/2010/main" val="330178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4" name="Rectangle 348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18" name="Rectangle 2">
            <a:extLst>
              <a:ext uri="{FF2B5EF4-FFF2-40B4-BE49-F238E27FC236}">
                <a16:creationId xmlns:a16="http://schemas.microsoft.com/office/drawing/2014/main" id="{A916A690-4A85-4EA1-A2D5-82DABE96D96A}"/>
              </a:ext>
            </a:extLst>
          </p:cNvPr>
          <p:cNvSpPr>
            <a:spLocks noGrp="1" noChangeArrowheads="1"/>
          </p:cNvSpPr>
          <p:nvPr>
            <p:ph type="title"/>
          </p:nvPr>
        </p:nvSpPr>
        <p:spPr>
          <a:xfrm>
            <a:off x="693042" y="402482"/>
            <a:ext cx="8694540" cy="1461188"/>
          </a:xfrm>
        </p:spPr>
        <p:txBody>
          <a:bodyPr>
            <a:normAutofit/>
          </a:bodyPr>
          <a:lstStyle/>
          <a:p>
            <a:r>
              <a:rPr lang="en-US" altLang="es-CL" sz="5200"/>
              <a:t>1970s</a:t>
            </a:r>
          </a:p>
        </p:txBody>
      </p:sp>
      <p:sp>
        <p:nvSpPr>
          <p:cNvPr id="348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174" y="1848993"/>
            <a:ext cx="8974276" cy="20159"/>
          </a:xfrm>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 name="connsiteX0" fmla="*/ 0 w 8974276"/>
              <a:gd name="connsiteY0" fmla="*/ 0 h 20159"/>
              <a:gd name="connsiteX1" fmla="*/ 600586 w 8974276"/>
              <a:gd name="connsiteY1" fmla="*/ 0 h 20159"/>
              <a:gd name="connsiteX2" fmla="*/ 1021687 w 8974276"/>
              <a:gd name="connsiteY2" fmla="*/ 0 h 20159"/>
              <a:gd name="connsiteX3" fmla="*/ 1891501 w 8974276"/>
              <a:gd name="connsiteY3" fmla="*/ 0 h 20159"/>
              <a:gd name="connsiteX4" fmla="*/ 2492087 w 8974276"/>
              <a:gd name="connsiteY4" fmla="*/ 0 h 20159"/>
              <a:gd name="connsiteX5" fmla="*/ 3092674 w 8974276"/>
              <a:gd name="connsiteY5" fmla="*/ 0 h 20159"/>
              <a:gd name="connsiteX6" fmla="*/ 3962488 w 8974276"/>
              <a:gd name="connsiteY6" fmla="*/ 0 h 20159"/>
              <a:gd name="connsiteX7" fmla="*/ 4473331 w 8974276"/>
              <a:gd name="connsiteY7" fmla="*/ 0 h 20159"/>
              <a:gd name="connsiteX8" fmla="*/ 4882144 w 8974276"/>
              <a:gd name="connsiteY8" fmla="*/ 0 h 20159"/>
              <a:gd name="connsiteX9" fmla="*/ 5343146 w 8974276"/>
              <a:gd name="connsiteY9" fmla="*/ 0 h 20159"/>
              <a:gd name="connsiteX10" fmla="*/ 6212960 w 8974276"/>
              <a:gd name="connsiteY10" fmla="*/ 0 h 20159"/>
              <a:gd name="connsiteX11" fmla="*/ 6903289 w 8974276"/>
              <a:gd name="connsiteY11" fmla="*/ 0 h 20159"/>
              <a:gd name="connsiteX12" fmla="*/ 7773104 w 8974276"/>
              <a:gd name="connsiteY12" fmla="*/ 0 h 20159"/>
              <a:gd name="connsiteX13" fmla="*/ 8373690 w 8974276"/>
              <a:gd name="connsiteY13" fmla="*/ 0 h 20159"/>
              <a:gd name="connsiteX14" fmla="*/ 8974276 w 8974276"/>
              <a:gd name="connsiteY14" fmla="*/ 0 h 20159"/>
              <a:gd name="connsiteX15" fmla="*/ 8974276 w 8974276"/>
              <a:gd name="connsiteY15" fmla="*/ 20159 h 20159"/>
              <a:gd name="connsiteX16" fmla="*/ 8283947 w 8974276"/>
              <a:gd name="connsiteY16" fmla="*/ 20159 h 20159"/>
              <a:gd name="connsiteX17" fmla="*/ 7593618 w 8974276"/>
              <a:gd name="connsiteY17" fmla="*/ 20159 h 20159"/>
              <a:gd name="connsiteX18" fmla="*/ 6723804 w 8974276"/>
              <a:gd name="connsiteY18" fmla="*/ 20159 h 20159"/>
              <a:gd name="connsiteX19" fmla="*/ 6033475 w 8974276"/>
              <a:gd name="connsiteY19" fmla="*/ 20159 h 20159"/>
              <a:gd name="connsiteX20" fmla="*/ 5612374 w 8974276"/>
              <a:gd name="connsiteY20" fmla="*/ 20159 h 20159"/>
              <a:gd name="connsiteX21" fmla="*/ 5101531 w 8974276"/>
              <a:gd name="connsiteY21" fmla="*/ 20159 h 20159"/>
              <a:gd name="connsiteX22" fmla="*/ 4231716 w 8974276"/>
              <a:gd name="connsiteY22" fmla="*/ 20159 h 20159"/>
              <a:gd name="connsiteX23" fmla="*/ 3541387 w 8974276"/>
              <a:gd name="connsiteY23" fmla="*/ 20159 h 20159"/>
              <a:gd name="connsiteX24" fmla="*/ 3030544 w 8974276"/>
              <a:gd name="connsiteY24" fmla="*/ 20159 h 20159"/>
              <a:gd name="connsiteX25" fmla="*/ 2340215 w 8974276"/>
              <a:gd name="connsiteY25" fmla="*/ 20159 h 20159"/>
              <a:gd name="connsiteX26" fmla="*/ 1919114 w 8974276"/>
              <a:gd name="connsiteY26" fmla="*/ 20159 h 20159"/>
              <a:gd name="connsiteX27" fmla="*/ 1498014 w 8974276"/>
              <a:gd name="connsiteY27" fmla="*/ 20159 h 20159"/>
              <a:gd name="connsiteX28" fmla="*/ 807685 w 8974276"/>
              <a:gd name="connsiteY28" fmla="*/ 20159 h 20159"/>
              <a:gd name="connsiteX29" fmla="*/ 0 w 8974276"/>
              <a:gd name="connsiteY29" fmla="*/ 20159 h 20159"/>
              <a:gd name="connsiteX30" fmla="*/ 0 w 8974276"/>
              <a:gd name="connsiteY30"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74276" h="20159" fill="none" extrusionOk="0">
                <a:moveTo>
                  <a:pt x="0" y="0"/>
                </a:moveTo>
                <a:cubicBezTo>
                  <a:pt x="183005" y="-28121"/>
                  <a:pt x="385563" y="-16729"/>
                  <a:pt x="600586" y="0"/>
                </a:cubicBezTo>
                <a:cubicBezTo>
                  <a:pt x="819816" y="25297"/>
                  <a:pt x="1008894" y="-16975"/>
                  <a:pt x="1290915" y="0"/>
                </a:cubicBezTo>
                <a:cubicBezTo>
                  <a:pt x="1586779" y="-10612"/>
                  <a:pt x="1739355" y="-6632"/>
                  <a:pt x="2070987" y="0"/>
                </a:cubicBezTo>
                <a:cubicBezTo>
                  <a:pt x="2423196" y="26888"/>
                  <a:pt x="2516800" y="-23939"/>
                  <a:pt x="2671573" y="0"/>
                </a:cubicBezTo>
                <a:cubicBezTo>
                  <a:pt x="2856946" y="57495"/>
                  <a:pt x="3123719" y="-1120"/>
                  <a:pt x="3361902" y="0"/>
                </a:cubicBezTo>
                <a:cubicBezTo>
                  <a:pt x="3551026" y="-6967"/>
                  <a:pt x="3893151" y="-7410"/>
                  <a:pt x="4231716" y="0"/>
                </a:cubicBezTo>
                <a:cubicBezTo>
                  <a:pt x="4589327" y="4599"/>
                  <a:pt x="4499151" y="-7078"/>
                  <a:pt x="4742560" y="0"/>
                </a:cubicBezTo>
                <a:cubicBezTo>
                  <a:pt x="4945774" y="22991"/>
                  <a:pt x="5327086" y="78686"/>
                  <a:pt x="5522631" y="0"/>
                </a:cubicBezTo>
                <a:cubicBezTo>
                  <a:pt x="5706117" y="-51653"/>
                  <a:pt x="5820576" y="-5919"/>
                  <a:pt x="6033475" y="0"/>
                </a:cubicBezTo>
                <a:cubicBezTo>
                  <a:pt x="6269799" y="2680"/>
                  <a:pt x="6590499" y="22166"/>
                  <a:pt x="6723804" y="0"/>
                </a:cubicBezTo>
                <a:cubicBezTo>
                  <a:pt x="6858112" y="-15926"/>
                  <a:pt x="7310513" y="-3462"/>
                  <a:pt x="7503875" y="0"/>
                </a:cubicBezTo>
                <a:cubicBezTo>
                  <a:pt x="7698227" y="-14053"/>
                  <a:pt x="7786960" y="-2924"/>
                  <a:pt x="7924976" y="0"/>
                </a:cubicBezTo>
                <a:cubicBezTo>
                  <a:pt x="8047409" y="-11757"/>
                  <a:pt x="8231917" y="2497"/>
                  <a:pt x="8346077" y="0"/>
                </a:cubicBezTo>
                <a:cubicBezTo>
                  <a:pt x="8472830" y="-16379"/>
                  <a:pt x="8819304" y="6003"/>
                  <a:pt x="8974276" y="0"/>
                </a:cubicBezTo>
                <a:cubicBezTo>
                  <a:pt x="8975415" y="3917"/>
                  <a:pt x="8973977" y="14625"/>
                  <a:pt x="8974276" y="20159"/>
                </a:cubicBezTo>
                <a:cubicBezTo>
                  <a:pt x="8690793" y="39099"/>
                  <a:pt x="8424209" y="27543"/>
                  <a:pt x="8194204" y="20159"/>
                </a:cubicBezTo>
                <a:cubicBezTo>
                  <a:pt x="7951806" y="-3374"/>
                  <a:pt x="7694321" y="34346"/>
                  <a:pt x="7503875" y="20159"/>
                </a:cubicBezTo>
                <a:cubicBezTo>
                  <a:pt x="7256604" y="22540"/>
                  <a:pt x="7188022" y="40185"/>
                  <a:pt x="6903289" y="20159"/>
                </a:cubicBezTo>
                <a:cubicBezTo>
                  <a:pt x="6597262" y="3673"/>
                  <a:pt x="6282575" y="7422"/>
                  <a:pt x="6123218" y="20159"/>
                </a:cubicBezTo>
                <a:cubicBezTo>
                  <a:pt x="5947747" y="46383"/>
                  <a:pt x="5709228" y="48856"/>
                  <a:pt x="5432889" y="20159"/>
                </a:cubicBezTo>
                <a:cubicBezTo>
                  <a:pt x="5148051" y="-9432"/>
                  <a:pt x="4825392" y="933"/>
                  <a:pt x="4563074" y="20159"/>
                </a:cubicBezTo>
                <a:cubicBezTo>
                  <a:pt x="4230436" y="42050"/>
                  <a:pt x="3919280" y="15731"/>
                  <a:pt x="3693260" y="20159"/>
                </a:cubicBezTo>
                <a:cubicBezTo>
                  <a:pt x="3463686" y="2881"/>
                  <a:pt x="3258547" y="69973"/>
                  <a:pt x="2913188" y="20159"/>
                </a:cubicBezTo>
                <a:cubicBezTo>
                  <a:pt x="2530193" y="5895"/>
                  <a:pt x="2366063" y="69889"/>
                  <a:pt x="2133116" y="20159"/>
                </a:cubicBezTo>
                <a:cubicBezTo>
                  <a:pt x="1852614" y="-15825"/>
                  <a:pt x="1586183" y="7145"/>
                  <a:pt x="1353045" y="20159"/>
                </a:cubicBezTo>
                <a:cubicBezTo>
                  <a:pt x="1124470" y="12726"/>
                  <a:pt x="1043335" y="-1836"/>
                  <a:pt x="842201" y="20159"/>
                </a:cubicBezTo>
                <a:cubicBezTo>
                  <a:pt x="675009" y="15591"/>
                  <a:pt x="208716" y="6391"/>
                  <a:pt x="0" y="20159"/>
                </a:cubicBezTo>
                <a:cubicBezTo>
                  <a:pt x="1099" y="14912"/>
                  <a:pt x="1706" y="4245"/>
                  <a:pt x="0" y="0"/>
                </a:cubicBezTo>
                <a:close/>
              </a:path>
              <a:path w="8974276" h="20159" stroke="0" extrusionOk="0">
                <a:moveTo>
                  <a:pt x="0" y="0"/>
                </a:moveTo>
                <a:cubicBezTo>
                  <a:pt x="158429" y="17111"/>
                  <a:pt x="477266" y="-13453"/>
                  <a:pt x="600586" y="0"/>
                </a:cubicBezTo>
                <a:cubicBezTo>
                  <a:pt x="698766" y="1226"/>
                  <a:pt x="829625" y="-2597"/>
                  <a:pt x="1021687" y="0"/>
                </a:cubicBezTo>
                <a:cubicBezTo>
                  <a:pt x="1212890" y="45242"/>
                  <a:pt x="1481051" y="28111"/>
                  <a:pt x="1891501" y="0"/>
                </a:cubicBezTo>
                <a:cubicBezTo>
                  <a:pt x="2325146" y="-55911"/>
                  <a:pt x="2244169" y="37407"/>
                  <a:pt x="2492087" y="0"/>
                </a:cubicBezTo>
                <a:cubicBezTo>
                  <a:pt x="2770106" y="-48226"/>
                  <a:pt x="2945409" y="-29732"/>
                  <a:pt x="3092674" y="0"/>
                </a:cubicBezTo>
                <a:cubicBezTo>
                  <a:pt x="3301483" y="30847"/>
                  <a:pt x="3757132" y="-5762"/>
                  <a:pt x="3962488" y="0"/>
                </a:cubicBezTo>
                <a:cubicBezTo>
                  <a:pt x="4161917" y="18597"/>
                  <a:pt x="4382907" y="-1453"/>
                  <a:pt x="4473331" y="0"/>
                </a:cubicBezTo>
                <a:cubicBezTo>
                  <a:pt x="4623996" y="-933"/>
                  <a:pt x="4781894" y="-19370"/>
                  <a:pt x="4882144" y="0"/>
                </a:cubicBezTo>
                <a:cubicBezTo>
                  <a:pt x="4982394" y="19370"/>
                  <a:pt x="5184581" y="-18943"/>
                  <a:pt x="5343146" y="0"/>
                </a:cubicBezTo>
                <a:cubicBezTo>
                  <a:pt x="5569297" y="-45353"/>
                  <a:pt x="5915584" y="-43416"/>
                  <a:pt x="6212960" y="0"/>
                </a:cubicBezTo>
                <a:cubicBezTo>
                  <a:pt x="6533267" y="7030"/>
                  <a:pt x="6713745" y="-31540"/>
                  <a:pt x="6903289" y="0"/>
                </a:cubicBezTo>
                <a:cubicBezTo>
                  <a:pt x="7143989" y="31285"/>
                  <a:pt x="7485701" y="4614"/>
                  <a:pt x="7773104" y="0"/>
                </a:cubicBezTo>
                <a:cubicBezTo>
                  <a:pt x="8054928" y="-60204"/>
                  <a:pt x="8243916" y="31090"/>
                  <a:pt x="8373690" y="0"/>
                </a:cubicBezTo>
                <a:cubicBezTo>
                  <a:pt x="8470374" y="-9848"/>
                  <a:pt x="8712921" y="13270"/>
                  <a:pt x="8974276" y="0"/>
                </a:cubicBezTo>
                <a:cubicBezTo>
                  <a:pt x="8974207" y="8692"/>
                  <a:pt x="8973976" y="14163"/>
                  <a:pt x="8974276" y="20159"/>
                </a:cubicBezTo>
                <a:cubicBezTo>
                  <a:pt x="8731729" y="31867"/>
                  <a:pt x="8623535" y="-551"/>
                  <a:pt x="8283947" y="20159"/>
                </a:cubicBezTo>
                <a:cubicBezTo>
                  <a:pt x="7960326" y="43064"/>
                  <a:pt x="7776735" y="63579"/>
                  <a:pt x="7593618" y="20159"/>
                </a:cubicBezTo>
                <a:cubicBezTo>
                  <a:pt x="7433204" y="23923"/>
                  <a:pt x="7072953" y="23782"/>
                  <a:pt x="6723804" y="20159"/>
                </a:cubicBezTo>
                <a:cubicBezTo>
                  <a:pt x="6379040" y="-18365"/>
                  <a:pt x="6238900" y="16195"/>
                  <a:pt x="6033475" y="20159"/>
                </a:cubicBezTo>
                <a:cubicBezTo>
                  <a:pt x="5820847" y="25326"/>
                  <a:pt x="5773194" y="29594"/>
                  <a:pt x="5612374" y="20159"/>
                </a:cubicBezTo>
                <a:cubicBezTo>
                  <a:pt x="5459272" y="6433"/>
                  <a:pt x="5214346" y="1016"/>
                  <a:pt x="5101531" y="20159"/>
                </a:cubicBezTo>
                <a:cubicBezTo>
                  <a:pt x="5074679" y="44082"/>
                  <a:pt x="4571458" y="3492"/>
                  <a:pt x="4231716" y="20159"/>
                </a:cubicBezTo>
                <a:cubicBezTo>
                  <a:pt x="3847477" y="69580"/>
                  <a:pt x="3798193" y="22318"/>
                  <a:pt x="3541387" y="20159"/>
                </a:cubicBezTo>
                <a:cubicBezTo>
                  <a:pt x="3313277" y="16275"/>
                  <a:pt x="3169205" y="857"/>
                  <a:pt x="3030544" y="20159"/>
                </a:cubicBezTo>
                <a:cubicBezTo>
                  <a:pt x="2877895" y="65593"/>
                  <a:pt x="2628234" y="67321"/>
                  <a:pt x="2340215" y="20159"/>
                </a:cubicBezTo>
                <a:cubicBezTo>
                  <a:pt x="2072515" y="1292"/>
                  <a:pt x="2122288" y="47041"/>
                  <a:pt x="1919114" y="20159"/>
                </a:cubicBezTo>
                <a:cubicBezTo>
                  <a:pt x="1711037" y="4218"/>
                  <a:pt x="1683277" y="18003"/>
                  <a:pt x="1498014" y="20159"/>
                </a:cubicBezTo>
                <a:cubicBezTo>
                  <a:pt x="1271935" y="13811"/>
                  <a:pt x="970426" y="12259"/>
                  <a:pt x="807685" y="20159"/>
                </a:cubicBezTo>
                <a:cubicBezTo>
                  <a:pt x="642052" y="6598"/>
                  <a:pt x="193677" y="46988"/>
                  <a:pt x="0" y="20159"/>
                </a:cubicBezTo>
                <a:cubicBezTo>
                  <a:pt x="821" y="16001"/>
                  <a:pt x="-441" y="5889"/>
                  <a:pt x="0" y="0"/>
                </a:cubicBezTo>
                <a:close/>
              </a:path>
              <a:path w="8974276" h="20159" fill="none" stroke="0" extrusionOk="0">
                <a:moveTo>
                  <a:pt x="0" y="0"/>
                </a:moveTo>
                <a:cubicBezTo>
                  <a:pt x="133021" y="-45326"/>
                  <a:pt x="351596" y="-10132"/>
                  <a:pt x="600586" y="0"/>
                </a:cubicBezTo>
                <a:cubicBezTo>
                  <a:pt x="824846" y="25895"/>
                  <a:pt x="974850" y="12687"/>
                  <a:pt x="1290915" y="0"/>
                </a:cubicBezTo>
                <a:cubicBezTo>
                  <a:pt x="1543854" y="8594"/>
                  <a:pt x="1730765" y="-5283"/>
                  <a:pt x="2070987" y="0"/>
                </a:cubicBezTo>
                <a:cubicBezTo>
                  <a:pt x="2388789" y="2502"/>
                  <a:pt x="2537180" y="-18640"/>
                  <a:pt x="2671573" y="0"/>
                </a:cubicBezTo>
                <a:cubicBezTo>
                  <a:pt x="2846783" y="31613"/>
                  <a:pt x="3162345" y="2138"/>
                  <a:pt x="3361902" y="0"/>
                </a:cubicBezTo>
                <a:cubicBezTo>
                  <a:pt x="3560523" y="-33799"/>
                  <a:pt x="3850943" y="16514"/>
                  <a:pt x="4231716" y="0"/>
                </a:cubicBezTo>
                <a:cubicBezTo>
                  <a:pt x="4582093" y="-6251"/>
                  <a:pt x="4497042" y="-241"/>
                  <a:pt x="4742560" y="0"/>
                </a:cubicBezTo>
                <a:cubicBezTo>
                  <a:pt x="5026744" y="28398"/>
                  <a:pt x="5367035" y="44798"/>
                  <a:pt x="5522631" y="0"/>
                </a:cubicBezTo>
                <a:cubicBezTo>
                  <a:pt x="5715671" y="-35366"/>
                  <a:pt x="5819152" y="19249"/>
                  <a:pt x="6033475" y="0"/>
                </a:cubicBezTo>
                <a:cubicBezTo>
                  <a:pt x="6276754" y="15513"/>
                  <a:pt x="6580075" y="39465"/>
                  <a:pt x="6723804" y="0"/>
                </a:cubicBezTo>
                <a:cubicBezTo>
                  <a:pt x="6874324" y="-12484"/>
                  <a:pt x="7335585" y="32838"/>
                  <a:pt x="7503875" y="0"/>
                </a:cubicBezTo>
                <a:cubicBezTo>
                  <a:pt x="7699518" y="-4479"/>
                  <a:pt x="7784573" y="-1350"/>
                  <a:pt x="7924976" y="0"/>
                </a:cubicBezTo>
                <a:cubicBezTo>
                  <a:pt x="8038978" y="-8555"/>
                  <a:pt x="8207279" y="-2913"/>
                  <a:pt x="8346077" y="0"/>
                </a:cubicBezTo>
                <a:cubicBezTo>
                  <a:pt x="8460045" y="-10908"/>
                  <a:pt x="8807112" y="-916"/>
                  <a:pt x="8974276" y="0"/>
                </a:cubicBezTo>
                <a:cubicBezTo>
                  <a:pt x="8975175" y="4507"/>
                  <a:pt x="8973255" y="15783"/>
                  <a:pt x="8974276" y="20159"/>
                </a:cubicBezTo>
                <a:cubicBezTo>
                  <a:pt x="8690015" y="13384"/>
                  <a:pt x="8498032" y="90009"/>
                  <a:pt x="8194204" y="20159"/>
                </a:cubicBezTo>
                <a:cubicBezTo>
                  <a:pt x="7940226" y="7057"/>
                  <a:pt x="7765141" y="7157"/>
                  <a:pt x="7503875" y="20159"/>
                </a:cubicBezTo>
                <a:cubicBezTo>
                  <a:pt x="7257867" y="32369"/>
                  <a:pt x="7168747" y="45544"/>
                  <a:pt x="6903289" y="20159"/>
                </a:cubicBezTo>
                <a:cubicBezTo>
                  <a:pt x="6624057" y="6871"/>
                  <a:pt x="6248483" y="211"/>
                  <a:pt x="6123218" y="20159"/>
                </a:cubicBezTo>
                <a:cubicBezTo>
                  <a:pt x="5966303" y="35167"/>
                  <a:pt x="5680376" y="46639"/>
                  <a:pt x="5432889" y="20159"/>
                </a:cubicBezTo>
                <a:cubicBezTo>
                  <a:pt x="5191863" y="8691"/>
                  <a:pt x="4872405" y="-4811"/>
                  <a:pt x="4563074" y="20159"/>
                </a:cubicBezTo>
                <a:cubicBezTo>
                  <a:pt x="4237152" y="84258"/>
                  <a:pt x="3902138" y="26513"/>
                  <a:pt x="3693260" y="20159"/>
                </a:cubicBezTo>
                <a:cubicBezTo>
                  <a:pt x="3481803" y="-1949"/>
                  <a:pt x="3269305" y="20073"/>
                  <a:pt x="2913188" y="20159"/>
                </a:cubicBezTo>
                <a:cubicBezTo>
                  <a:pt x="2564887" y="5224"/>
                  <a:pt x="2328697" y="52725"/>
                  <a:pt x="2133116" y="20159"/>
                </a:cubicBezTo>
                <a:cubicBezTo>
                  <a:pt x="1894582" y="38029"/>
                  <a:pt x="1576170" y="-14808"/>
                  <a:pt x="1353045" y="20159"/>
                </a:cubicBezTo>
                <a:cubicBezTo>
                  <a:pt x="1127523" y="16230"/>
                  <a:pt x="1038557" y="145"/>
                  <a:pt x="842201" y="20159"/>
                </a:cubicBezTo>
                <a:cubicBezTo>
                  <a:pt x="638472" y="28249"/>
                  <a:pt x="195915" y="15640"/>
                  <a:pt x="0" y="20159"/>
                </a:cubicBezTo>
                <a:cubicBezTo>
                  <a:pt x="81" y="14899"/>
                  <a:pt x="1360" y="61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974276" h="20159" fill="none" extrusionOk="0">
                        <a:moveTo>
                          <a:pt x="0" y="0"/>
                        </a:moveTo>
                        <a:cubicBezTo>
                          <a:pt x="166292" y="-24804"/>
                          <a:pt x="387390" y="-23566"/>
                          <a:pt x="600586" y="0"/>
                        </a:cubicBezTo>
                        <a:cubicBezTo>
                          <a:pt x="813782" y="23566"/>
                          <a:pt x="1017575" y="11328"/>
                          <a:pt x="1290915" y="0"/>
                        </a:cubicBezTo>
                        <a:cubicBezTo>
                          <a:pt x="1564255" y="-11328"/>
                          <a:pt x="1732327" y="-13914"/>
                          <a:pt x="2070987" y="0"/>
                        </a:cubicBezTo>
                        <a:cubicBezTo>
                          <a:pt x="2409647" y="13914"/>
                          <a:pt x="2514543" y="-29456"/>
                          <a:pt x="2671573" y="0"/>
                        </a:cubicBezTo>
                        <a:cubicBezTo>
                          <a:pt x="2828603" y="29456"/>
                          <a:pt x="3148091" y="31473"/>
                          <a:pt x="3361902" y="0"/>
                        </a:cubicBezTo>
                        <a:cubicBezTo>
                          <a:pt x="3575713" y="-31473"/>
                          <a:pt x="3879587" y="-10454"/>
                          <a:pt x="4231716" y="0"/>
                        </a:cubicBezTo>
                        <a:cubicBezTo>
                          <a:pt x="4583845" y="10454"/>
                          <a:pt x="4500381" y="-4882"/>
                          <a:pt x="4742560" y="0"/>
                        </a:cubicBezTo>
                        <a:cubicBezTo>
                          <a:pt x="4984739" y="4882"/>
                          <a:pt x="5324139" y="34484"/>
                          <a:pt x="5522631" y="0"/>
                        </a:cubicBezTo>
                        <a:cubicBezTo>
                          <a:pt x="5721123" y="-34484"/>
                          <a:pt x="5806715" y="9078"/>
                          <a:pt x="6033475" y="0"/>
                        </a:cubicBezTo>
                        <a:cubicBezTo>
                          <a:pt x="6260235" y="-9078"/>
                          <a:pt x="6578201" y="20058"/>
                          <a:pt x="6723804" y="0"/>
                        </a:cubicBezTo>
                        <a:cubicBezTo>
                          <a:pt x="6869407" y="-20058"/>
                          <a:pt x="7310682" y="2334"/>
                          <a:pt x="7503875" y="0"/>
                        </a:cubicBezTo>
                        <a:cubicBezTo>
                          <a:pt x="7697068" y="-2334"/>
                          <a:pt x="7781436" y="13405"/>
                          <a:pt x="7924976" y="0"/>
                        </a:cubicBezTo>
                        <a:cubicBezTo>
                          <a:pt x="8068516" y="-13405"/>
                          <a:pt x="8226759" y="10528"/>
                          <a:pt x="8346077" y="0"/>
                        </a:cubicBezTo>
                        <a:cubicBezTo>
                          <a:pt x="8465395" y="-10528"/>
                          <a:pt x="8810829" y="6661"/>
                          <a:pt x="8974276" y="0"/>
                        </a:cubicBezTo>
                        <a:cubicBezTo>
                          <a:pt x="8975140" y="4980"/>
                          <a:pt x="8973745" y="15497"/>
                          <a:pt x="8974276" y="20159"/>
                        </a:cubicBezTo>
                        <a:cubicBezTo>
                          <a:pt x="8699318" y="-3249"/>
                          <a:pt x="8447378" y="52369"/>
                          <a:pt x="8194204" y="20159"/>
                        </a:cubicBezTo>
                        <a:cubicBezTo>
                          <a:pt x="7941030" y="-12051"/>
                          <a:pt x="7741578" y="21134"/>
                          <a:pt x="7503875" y="20159"/>
                        </a:cubicBezTo>
                        <a:cubicBezTo>
                          <a:pt x="7266172" y="19184"/>
                          <a:pt x="7188109" y="44512"/>
                          <a:pt x="6903289" y="20159"/>
                        </a:cubicBezTo>
                        <a:cubicBezTo>
                          <a:pt x="6618469" y="-4194"/>
                          <a:pt x="6284300" y="-18677"/>
                          <a:pt x="6123218" y="20159"/>
                        </a:cubicBezTo>
                        <a:cubicBezTo>
                          <a:pt x="5962136" y="58995"/>
                          <a:pt x="5692124" y="47304"/>
                          <a:pt x="5432889" y="20159"/>
                        </a:cubicBezTo>
                        <a:cubicBezTo>
                          <a:pt x="5173654" y="-6986"/>
                          <a:pt x="4878157" y="-22180"/>
                          <a:pt x="4563074" y="20159"/>
                        </a:cubicBezTo>
                        <a:cubicBezTo>
                          <a:pt x="4247992" y="62498"/>
                          <a:pt x="3916884" y="46079"/>
                          <a:pt x="3693260" y="20159"/>
                        </a:cubicBezTo>
                        <a:cubicBezTo>
                          <a:pt x="3469636" y="-5761"/>
                          <a:pt x="3270296" y="40643"/>
                          <a:pt x="2913188" y="20159"/>
                        </a:cubicBezTo>
                        <a:cubicBezTo>
                          <a:pt x="2556080" y="-325"/>
                          <a:pt x="2357500" y="46404"/>
                          <a:pt x="2133116" y="20159"/>
                        </a:cubicBezTo>
                        <a:cubicBezTo>
                          <a:pt x="1908732" y="-6086"/>
                          <a:pt x="1586604" y="18051"/>
                          <a:pt x="1353045" y="20159"/>
                        </a:cubicBezTo>
                        <a:cubicBezTo>
                          <a:pt x="1119486" y="22267"/>
                          <a:pt x="1034265" y="7597"/>
                          <a:pt x="842201" y="20159"/>
                        </a:cubicBezTo>
                        <a:cubicBezTo>
                          <a:pt x="650137" y="32721"/>
                          <a:pt x="184422" y="26941"/>
                          <a:pt x="0" y="20159"/>
                        </a:cubicBezTo>
                        <a:cubicBezTo>
                          <a:pt x="1005" y="14381"/>
                          <a:pt x="940" y="4962"/>
                          <a:pt x="0" y="0"/>
                        </a:cubicBezTo>
                        <a:close/>
                      </a:path>
                      <a:path w="8974276" h="20159" stroke="0" extrusionOk="0">
                        <a:moveTo>
                          <a:pt x="0" y="0"/>
                        </a:moveTo>
                        <a:cubicBezTo>
                          <a:pt x="144422" y="16250"/>
                          <a:pt x="478464" y="1403"/>
                          <a:pt x="600586" y="0"/>
                        </a:cubicBezTo>
                        <a:cubicBezTo>
                          <a:pt x="722708" y="-1403"/>
                          <a:pt x="818531" y="-16117"/>
                          <a:pt x="1021687" y="0"/>
                        </a:cubicBezTo>
                        <a:cubicBezTo>
                          <a:pt x="1224843" y="16117"/>
                          <a:pt x="1467451" y="32888"/>
                          <a:pt x="1891501" y="0"/>
                        </a:cubicBezTo>
                        <a:cubicBezTo>
                          <a:pt x="2315551" y="-32888"/>
                          <a:pt x="2226053" y="29411"/>
                          <a:pt x="2492087" y="0"/>
                        </a:cubicBezTo>
                        <a:cubicBezTo>
                          <a:pt x="2758121" y="-29411"/>
                          <a:pt x="2926098" y="-23291"/>
                          <a:pt x="3092674" y="0"/>
                        </a:cubicBezTo>
                        <a:cubicBezTo>
                          <a:pt x="3259250" y="23291"/>
                          <a:pt x="3755917" y="-21280"/>
                          <a:pt x="3962488" y="0"/>
                        </a:cubicBezTo>
                        <a:cubicBezTo>
                          <a:pt x="4169059" y="21280"/>
                          <a:pt x="4370581" y="-641"/>
                          <a:pt x="4473331" y="0"/>
                        </a:cubicBezTo>
                        <a:cubicBezTo>
                          <a:pt x="4576081" y="641"/>
                          <a:pt x="5154732" y="6658"/>
                          <a:pt x="5343146" y="0"/>
                        </a:cubicBezTo>
                        <a:cubicBezTo>
                          <a:pt x="5531560" y="-6658"/>
                          <a:pt x="5898845" y="-4229"/>
                          <a:pt x="6212960" y="0"/>
                        </a:cubicBezTo>
                        <a:cubicBezTo>
                          <a:pt x="6527075" y="4229"/>
                          <a:pt x="6698755" y="-18559"/>
                          <a:pt x="6903289" y="0"/>
                        </a:cubicBezTo>
                        <a:cubicBezTo>
                          <a:pt x="7107823" y="18559"/>
                          <a:pt x="7480389" y="36157"/>
                          <a:pt x="7773104" y="0"/>
                        </a:cubicBezTo>
                        <a:cubicBezTo>
                          <a:pt x="8065820" y="-36157"/>
                          <a:pt x="8239902" y="964"/>
                          <a:pt x="8373690" y="0"/>
                        </a:cubicBezTo>
                        <a:cubicBezTo>
                          <a:pt x="8507478" y="-964"/>
                          <a:pt x="8713268" y="22725"/>
                          <a:pt x="8974276" y="0"/>
                        </a:cubicBezTo>
                        <a:cubicBezTo>
                          <a:pt x="8974621" y="9051"/>
                          <a:pt x="8974315" y="13764"/>
                          <a:pt x="8974276" y="20159"/>
                        </a:cubicBezTo>
                        <a:cubicBezTo>
                          <a:pt x="8724149" y="27323"/>
                          <a:pt x="8615348" y="628"/>
                          <a:pt x="8283947" y="20159"/>
                        </a:cubicBezTo>
                        <a:cubicBezTo>
                          <a:pt x="7952546" y="39690"/>
                          <a:pt x="7745156" y="43189"/>
                          <a:pt x="7593618" y="20159"/>
                        </a:cubicBezTo>
                        <a:cubicBezTo>
                          <a:pt x="7442080" y="-2871"/>
                          <a:pt x="7037419" y="44082"/>
                          <a:pt x="6723804" y="20159"/>
                        </a:cubicBezTo>
                        <a:cubicBezTo>
                          <a:pt x="6410189" y="-3764"/>
                          <a:pt x="6244694" y="25386"/>
                          <a:pt x="6033475" y="20159"/>
                        </a:cubicBezTo>
                        <a:cubicBezTo>
                          <a:pt x="5822256" y="14932"/>
                          <a:pt x="5767540" y="24892"/>
                          <a:pt x="5612374" y="20159"/>
                        </a:cubicBezTo>
                        <a:cubicBezTo>
                          <a:pt x="5457208" y="15426"/>
                          <a:pt x="5206963" y="14316"/>
                          <a:pt x="5101531" y="20159"/>
                        </a:cubicBezTo>
                        <a:cubicBezTo>
                          <a:pt x="4996099" y="26002"/>
                          <a:pt x="4610998" y="-20487"/>
                          <a:pt x="4231716" y="20159"/>
                        </a:cubicBezTo>
                        <a:cubicBezTo>
                          <a:pt x="3852434" y="60805"/>
                          <a:pt x="3780038" y="18973"/>
                          <a:pt x="3541387" y="20159"/>
                        </a:cubicBezTo>
                        <a:cubicBezTo>
                          <a:pt x="3302736" y="21345"/>
                          <a:pt x="3171257" y="3853"/>
                          <a:pt x="3030544" y="20159"/>
                        </a:cubicBezTo>
                        <a:cubicBezTo>
                          <a:pt x="2889831" y="36465"/>
                          <a:pt x="2606062" y="39269"/>
                          <a:pt x="2340215" y="20159"/>
                        </a:cubicBezTo>
                        <a:cubicBezTo>
                          <a:pt x="2074368" y="1049"/>
                          <a:pt x="2121463" y="37109"/>
                          <a:pt x="1919114" y="20159"/>
                        </a:cubicBezTo>
                        <a:cubicBezTo>
                          <a:pt x="1716765" y="3209"/>
                          <a:pt x="1683550" y="16874"/>
                          <a:pt x="1498014" y="20159"/>
                        </a:cubicBezTo>
                        <a:cubicBezTo>
                          <a:pt x="1312478" y="23444"/>
                          <a:pt x="981544" y="5974"/>
                          <a:pt x="807685" y="20159"/>
                        </a:cubicBezTo>
                        <a:cubicBezTo>
                          <a:pt x="633826" y="34344"/>
                          <a:pt x="213205" y="58480"/>
                          <a:pt x="0" y="20159"/>
                        </a:cubicBezTo>
                        <a:cubicBezTo>
                          <a:pt x="685" y="15408"/>
                          <a:pt x="-736" y="507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819" name="Rectangle 5">
            <a:extLst>
              <a:ext uri="{FF2B5EF4-FFF2-40B4-BE49-F238E27FC236}">
                <a16:creationId xmlns:a16="http://schemas.microsoft.com/office/drawing/2014/main" id="{D0F1BDE0-38D1-454A-8E97-8B480D933A84}"/>
              </a:ext>
            </a:extLst>
          </p:cNvPr>
          <p:cNvSpPr>
            <a:spLocks noGrp="1" noChangeArrowheads="1"/>
          </p:cNvSpPr>
          <p:nvPr>
            <p:ph type="body" idx="1"/>
          </p:nvPr>
        </p:nvSpPr>
        <p:spPr>
          <a:xfrm>
            <a:off x="693042" y="2126788"/>
            <a:ext cx="9060558" cy="4990292"/>
          </a:xfrm>
        </p:spPr>
        <p:txBody>
          <a:bodyPr>
            <a:normAutofit/>
          </a:bodyPr>
          <a:lstStyle/>
          <a:p>
            <a:r>
              <a:rPr lang="en-US" altLang="es-CL" sz="1900" dirty="0"/>
              <a:t>Los </a:t>
            </a:r>
            <a:r>
              <a:rPr lang="en-US" altLang="es-CL" sz="1900" dirty="0" err="1"/>
              <a:t>investigadores</a:t>
            </a:r>
            <a:r>
              <a:rPr lang="en-US" altLang="es-CL" sz="1900" dirty="0"/>
              <a:t> </a:t>
            </a:r>
            <a:r>
              <a:rPr lang="en-US" altLang="es-CL" sz="1900" dirty="0" err="1"/>
              <a:t>en</a:t>
            </a:r>
            <a:r>
              <a:rPr lang="en-US" altLang="es-CL" sz="1900" dirty="0"/>
              <a:t> IA </a:t>
            </a:r>
            <a:r>
              <a:rPr lang="en-US" altLang="es-CL" sz="1900" dirty="0" err="1"/>
              <a:t>trabajan</a:t>
            </a:r>
            <a:r>
              <a:rPr lang="en-US" altLang="es-CL" sz="1900" dirty="0"/>
              <a:t> </a:t>
            </a:r>
            <a:r>
              <a:rPr lang="en-US" altLang="es-CL" sz="1900" dirty="0" err="1"/>
              <a:t>en</a:t>
            </a:r>
            <a:r>
              <a:rPr lang="en-US" altLang="es-CL" sz="1900" dirty="0"/>
              <a:t> </a:t>
            </a:r>
            <a:r>
              <a:rPr lang="en-US" altLang="es-CL" sz="1900" dirty="0" err="1"/>
              <a:t>problemas</a:t>
            </a:r>
            <a:r>
              <a:rPr lang="en-US" altLang="es-CL" sz="1900" dirty="0"/>
              <a:t> de </a:t>
            </a:r>
            <a:r>
              <a:rPr lang="en-US" altLang="es-CL" sz="1900" dirty="0" err="1"/>
              <a:t>mundo</a:t>
            </a:r>
            <a:r>
              <a:rPr lang="en-US" altLang="es-CL" sz="1900" dirty="0"/>
              <a:t> real, e </a:t>
            </a:r>
            <a:r>
              <a:rPr lang="en-US" altLang="es-CL" sz="1900" dirty="0" err="1"/>
              <a:t>intentan</a:t>
            </a:r>
            <a:r>
              <a:rPr lang="en-US" altLang="es-CL" sz="1900" dirty="0"/>
              <a:t> </a:t>
            </a:r>
            <a:r>
              <a:rPr lang="en-US" altLang="es-CL" sz="1900" dirty="0" err="1"/>
              <a:t>solucionarlos</a:t>
            </a:r>
            <a:r>
              <a:rPr lang="en-US" altLang="es-CL" sz="1900" dirty="0"/>
              <a:t> a traves de </a:t>
            </a:r>
            <a:r>
              <a:rPr lang="en-US" altLang="es-CL" sz="1900" dirty="0" err="1"/>
              <a:t>sistemas</a:t>
            </a:r>
            <a:r>
              <a:rPr lang="en-US" altLang="es-CL" sz="1900" dirty="0"/>
              <a:t> </a:t>
            </a:r>
            <a:r>
              <a:rPr lang="en-US" altLang="es-CL" sz="1900" dirty="0" err="1"/>
              <a:t>expertos</a:t>
            </a:r>
            <a:r>
              <a:rPr lang="en-US" altLang="es-CL" sz="1900" dirty="0"/>
              <a:t> con bases de </a:t>
            </a:r>
            <a:r>
              <a:rPr lang="en-US" altLang="es-CL" sz="1900" dirty="0" err="1"/>
              <a:t>conocimiento</a:t>
            </a:r>
            <a:endParaRPr lang="en-US" altLang="es-CL" sz="1900" dirty="0"/>
          </a:p>
          <a:p>
            <a:pPr lvl="1"/>
            <a:r>
              <a:rPr lang="en-US" altLang="es-CL" sz="1900" dirty="0" err="1"/>
              <a:t>Diagnóstico</a:t>
            </a:r>
            <a:r>
              <a:rPr lang="en-US" altLang="es-CL" sz="1900" dirty="0"/>
              <a:t> </a:t>
            </a:r>
            <a:r>
              <a:rPr lang="en-US" altLang="es-CL" sz="1900" dirty="0" err="1"/>
              <a:t>médico</a:t>
            </a:r>
            <a:endParaRPr lang="en-US" altLang="es-CL" sz="1900" dirty="0"/>
          </a:p>
          <a:p>
            <a:pPr lvl="1"/>
            <a:r>
              <a:rPr lang="en-US" altLang="es-CL" sz="1900" dirty="0" err="1"/>
              <a:t>Reconocimiento</a:t>
            </a:r>
            <a:r>
              <a:rPr lang="en-US" altLang="es-CL" sz="1900" dirty="0"/>
              <a:t> de </a:t>
            </a:r>
            <a:r>
              <a:rPr lang="en-US" altLang="es-CL" sz="1900" dirty="0" err="1"/>
              <a:t>habla</a:t>
            </a:r>
            <a:endParaRPr lang="en-US" altLang="es-CL" sz="1900" dirty="0"/>
          </a:p>
          <a:p>
            <a:pPr lvl="1"/>
            <a:r>
              <a:rPr lang="en-US" altLang="es-CL" sz="1900" dirty="0" err="1"/>
              <a:t>Planificación</a:t>
            </a:r>
            <a:endParaRPr lang="en-US" altLang="es-CL" sz="1900" dirty="0"/>
          </a:p>
          <a:p>
            <a:pPr lvl="1"/>
            <a:r>
              <a:rPr lang="en-US" altLang="es-CL" sz="1900" dirty="0" err="1"/>
              <a:t>Diseño</a:t>
            </a:r>
            <a:endParaRPr lang="en-US" altLang="es-CL" sz="1900" dirty="0"/>
          </a:p>
          <a:p>
            <a:r>
              <a:rPr lang="en-US" altLang="es-CL" sz="1900" dirty="0" err="1"/>
              <a:t>Implementan</a:t>
            </a:r>
            <a:r>
              <a:rPr lang="en-US" altLang="es-CL" sz="1900" dirty="0"/>
              <a:t> </a:t>
            </a:r>
            <a:r>
              <a:rPr lang="en-US" altLang="es-CL" sz="1900" dirty="0" err="1"/>
              <a:t>sistemas</a:t>
            </a:r>
            <a:r>
              <a:rPr lang="en-US" altLang="es-CL" sz="1900" dirty="0"/>
              <a:t> para </a:t>
            </a:r>
            <a:r>
              <a:rPr lang="en-US" altLang="es-CL" sz="1900" dirty="0" err="1"/>
              <a:t>manejar</a:t>
            </a:r>
            <a:r>
              <a:rPr lang="en-US" altLang="es-CL" sz="1900" dirty="0"/>
              <a:t> la </a:t>
            </a:r>
            <a:r>
              <a:rPr lang="en-US" altLang="es-CL" sz="1900" dirty="0" err="1"/>
              <a:t>incerteza</a:t>
            </a:r>
            <a:endParaRPr lang="en-US" altLang="es-CL" sz="1900" dirty="0"/>
          </a:p>
          <a:p>
            <a:pPr lvl="1"/>
            <a:r>
              <a:rPr lang="en-US" altLang="es-CL" sz="1900" dirty="0" err="1"/>
              <a:t>Lógica</a:t>
            </a:r>
            <a:r>
              <a:rPr lang="en-US" altLang="es-CL" sz="1900" dirty="0"/>
              <a:t> </a:t>
            </a:r>
            <a:r>
              <a:rPr lang="en-US" altLang="es-CL" sz="1900" dirty="0" err="1"/>
              <a:t>Difusa</a:t>
            </a:r>
            <a:r>
              <a:rPr lang="en-US" altLang="es-CL" sz="1900" dirty="0"/>
              <a:t> (fuzzy logic)</a:t>
            </a:r>
          </a:p>
          <a:p>
            <a:pPr lvl="1"/>
            <a:r>
              <a:rPr lang="en-US" altLang="es-CL" sz="1900" dirty="0" err="1"/>
              <a:t>Probabilidades</a:t>
            </a:r>
            <a:r>
              <a:rPr lang="en-US" altLang="es-CL" sz="1900" dirty="0"/>
              <a:t> </a:t>
            </a:r>
            <a:r>
              <a:rPr lang="en-US" altLang="es-CL" sz="1900" dirty="0" err="1"/>
              <a:t>Bayesianas</a:t>
            </a:r>
            <a:endParaRPr lang="en-US" altLang="es-CL" sz="1900" dirty="0"/>
          </a:p>
          <a:p>
            <a:r>
              <a:rPr lang="en-US" altLang="es-CL" sz="1900" dirty="0" err="1"/>
              <a:t>Algunos</a:t>
            </a:r>
            <a:r>
              <a:rPr lang="en-US" altLang="es-CL" sz="1900" dirty="0"/>
              <a:t> </a:t>
            </a:r>
            <a:r>
              <a:rPr lang="en-US" altLang="es-CL" sz="1900" dirty="0" err="1"/>
              <a:t>éxitos</a:t>
            </a:r>
            <a:r>
              <a:rPr lang="en-US" altLang="es-CL" sz="1900" dirty="0"/>
              <a:t> </a:t>
            </a:r>
            <a:r>
              <a:rPr lang="en-US" altLang="es-CL" sz="1900" dirty="0" err="1"/>
              <a:t>contribuyen</a:t>
            </a:r>
            <a:r>
              <a:rPr lang="en-US" altLang="es-CL" sz="1900" dirty="0"/>
              <a:t> a </a:t>
            </a:r>
            <a:r>
              <a:rPr lang="en-US" altLang="es-CL" sz="1900" dirty="0" err="1"/>
              <a:t>aumetar</a:t>
            </a:r>
            <a:r>
              <a:rPr lang="en-US" altLang="es-CL" sz="1900" dirty="0"/>
              <a:t> la </a:t>
            </a:r>
            <a:r>
              <a:rPr lang="en-US" altLang="es-CL" sz="1900" dirty="0" err="1"/>
              <a:t>investigación</a:t>
            </a:r>
            <a:endParaRPr lang="en-US" altLang="es-CL" sz="1900" dirty="0"/>
          </a:p>
          <a:p>
            <a:pPr lvl="1"/>
            <a:r>
              <a:rPr lang="en-US" altLang="es-CL" sz="1900" dirty="0" err="1"/>
              <a:t>Aumentan</a:t>
            </a:r>
            <a:r>
              <a:rPr lang="en-US" altLang="es-CL" sz="1900" dirty="0"/>
              <a:t> </a:t>
            </a:r>
            <a:r>
              <a:rPr lang="en-US" altLang="es-CL" sz="1900" dirty="0" err="1"/>
              <a:t>los</a:t>
            </a:r>
            <a:r>
              <a:rPr lang="en-US" altLang="es-CL" sz="1900" dirty="0"/>
              <a:t> </a:t>
            </a:r>
            <a:r>
              <a:rPr lang="en-US" altLang="es-CL" sz="1900" dirty="0" err="1"/>
              <a:t>centros</a:t>
            </a:r>
            <a:r>
              <a:rPr lang="en-US" altLang="es-CL" sz="1900" dirty="0"/>
              <a:t> </a:t>
            </a:r>
            <a:r>
              <a:rPr lang="en-US" altLang="es-CL" sz="1900" dirty="0" err="1"/>
              <a:t>dedicados</a:t>
            </a:r>
            <a:r>
              <a:rPr lang="en-US" altLang="es-CL" sz="1900" dirty="0"/>
              <a:t> a la IA</a:t>
            </a:r>
          </a:p>
          <a:p>
            <a:pPr lvl="1"/>
            <a:r>
              <a:rPr lang="en-US" altLang="es-CL" sz="1900" dirty="0"/>
              <a:t>Se </a:t>
            </a:r>
            <a:r>
              <a:rPr lang="en-US" altLang="es-CL" sz="1900" dirty="0" err="1"/>
              <a:t>crean</a:t>
            </a:r>
            <a:r>
              <a:rPr lang="en-US" altLang="es-CL" sz="1900" dirty="0"/>
              <a:t> “</a:t>
            </a:r>
            <a:r>
              <a:rPr lang="en-US" altLang="es-CL" sz="1900" dirty="0" err="1"/>
              <a:t>consolas</a:t>
            </a:r>
            <a:r>
              <a:rPr lang="en-US" altLang="es-CL" sz="1900" dirty="0"/>
              <a:t> de </a:t>
            </a:r>
            <a:r>
              <a:rPr lang="en-US" altLang="es-CL" sz="1900" dirty="0" err="1"/>
              <a:t>programación</a:t>
            </a:r>
            <a:r>
              <a:rPr lang="en-US" altLang="es-CL" sz="1900" dirty="0"/>
              <a:t>” (interfaces para </a:t>
            </a:r>
            <a:r>
              <a:rPr lang="en-US" altLang="es-CL" sz="1900" dirty="0" err="1"/>
              <a:t>programar</a:t>
            </a:r>
            <a:r>
              <a:rPr lang="en-US" altLang="es-CL" sz="1900" dirty="0"/>
              <a:t> </a:t>
            </a:r>
            <a:r>
              <a:rPr lang="en-US" altLang="es-CL" sz="1900" dirty="0" err="1"/>
              <a:t>usando</a:t>
            </a:r>
            <a:r>
              <a:rPr lang="en-US" altLang="es-CL" sz="1900" dirty="0"/>
              <a:t> un </a:t>
            </a:r>
            <a:r>
              <a:rPr lang="en-US" altLang="es-CL" sz="1900" dirty="0" err="1"/>
              <a:t>lenguaje</a:t>
            </a:r>
            <a:r>
              <a:rPr lang="en-US" altLang="es-CL" sz="1900" dirty="0"/>
              <a:t> </a:t>
            </a:r>
            <a:r>
              <a:rPr lang="en-US" altLang="es-CL" sz="1900" dirty="0" err="1"/>
              <a:t>específico</a:t>
            </a:r>
            <a:r>
              <a:rPr lang="en-US" altLang="es-CL" sz="1900" dirty="0"/>
              <a:t>)</a:t>
            </a:r>
          </a:p>
          <a:p>
            <a:r>
              <a:rPr lang="en-US" altLang="es-CL" sz="1900" dirty="0"/>
              <a:t>Sin embargo, hay </a:t>
            </a:r>
            <a:r>
              <a:rPr lang="en-US" altLang="es-CL" sz="1900" dirty="0" err="1"/>
              <a:t>críticas</a:t>
            </a:r>
            <a:r>
              <a:rPr lang="en-US" altLang="es-CL" sz="1900" dirty="0"/>
              <a:t> a la </a:t>
            </a:r>
            <a:r>
              <a:rPr lang="en-US" altLang="es-CL" sz="1900" dirty="0" err="1"/>
              <a:t>investigación</a:t>
            </a:r>
            <a:r>
              <a:rPr lang="en-US" altLang="es-CL" sz="1900" dirty="0"/>
              <a:t> </a:t>
            </a:r>
            <a:r>
              <a:rPr lang="en-US" altLang="es-CL" sz="1900" dirty="0" err="1"/>
              <a:t>en</a:t>
            </a:r>
            <a:r>
              <a:rPr lang="en-US" altLang="es-CL" sz="1900" dirty="0"/>
              <a:t> IA: </a:t>
            </a:r>
            <a:r>
              <a:rPr lang="en-US" altLang="es-CL" sz="1900" dirty="0" err="1"/>
              <a:t>los</a:t>
            </a:r>
            <a:r>
              <a:rPr lang="en-US" altLang="es-CL" sz="1900" dirty="0"/>
              <a:t> </a:t>
            </a:r>
            <a:r>
              <a:rPr lang="en-US" altLang="es-CL" sz="1900" dirty="0" err="1"/>
              <a:t>sistemas</a:t>
            </a:r>
            <a:r>
              <a:rPr lang="en-US" altLang="es-CL" sz="1900" dirty="0"/>
              <a:t> de IA son </a:t>
            </a:r>
            <a:r>
              <a:rPr lang="en-US" altLang="es-CL" sz="1900" dirty="0" err="1"/>
              <a:t>frágiles</a:t>
            </a:r>
            <a:r>
              <a:rPr lang="en-US" altLang="es-CL" sz="1900" dirty="0"/>
              <a:t>, </a:t>
            </a:r>
            <a:r>
              <a:rPr lang="en-US" altLang="es-CL" sz="1900" dirty="0" err="1"/>
              <a:t>requieren</a:t>
            </a:r>
            <a:r>
              <a:rPr lang="en-US" altLang="es-CL" sz="1900" dirty="0"/>
              <a:t> </a:t>
            </a:r>
            <a:r>
              <a:rPr lang="en-US" altLang="es-CL" sz="1900" dirty="0" err="1"/>
              <a:t>mucho</a:t>
            </a:r>
            <a:r>
              <a:rPr lang="en-US" altLang="es-CL" sz="1900" dirty="0"/>
              <a:t> </a:t>
            </a:r>
            <a:r>
              <a:rPr lang="en-US" altLang="es-CL" sz="1900" dirty="0" err="1"/>
              <a:t>tiempo</a:t>
            </a:r>
            <a:r>
              <a:rPr lang="en-US" altLang="es-CL" sz="1900" dirty="0"/>
              <a:t> y </a:t>
            </a:r>
            <a:r>
              <a:rPr lang="en-US" altLang="es-CL" sz="1900" dirty="0" err="1"/>
              <a:t>esfuerzo</a:t>
            </a:r>
            <a:r>
              <a:rPr lang="en-US" altLang="es-CL" sz="1900" dirty="0"/>
              <a:t> para </a:t>
            </a:r>
            <a:r>
              <a:rPr lang="en-US" altLang="es-CL" sz="1900" dirty="0" err="1"/>
              <a:t>crearse</a:t>
            </a:r>
            <a:r>
              <a:rPr lang="en-US" altLang="es-CL" sz="1900" dirty="0"/>
              <a:t>, </a:t>
            </a:r>
            <a:r>
              <a:rPr lang="en-US" altLang="es-CL" sz="1900" dirty="0" err="1"/>
              <a:t>los</a:t>
            </a:r>
            <a:r>
              <a:rPr lang="en-US" altLang="es-CL" sz="1900" dirty="0"/>
              <a:t> </a:t>
            </a:r>
            <a:r>
              <a:rPr lang="en-US" altLang="es-CL" sz="1900" dirty="0" err="1"/>
              <a:t>sistemas</a:t>
            </a:r>
            <a:r>
              <a:rPr lang="en-US" altLang="es-CL" sz="1900" dirty="0"/>
              <a:t> de IA no </a:t>
            </a:r>
            <a:r>
              <a:rPr lang="en-US" altLang="es-CL" sz="1900" dirty="0" err="1"/>
              <a:t>aprenden</a:t>
            </a:r>
            <a:endParaRPr lang="en-US" altLang="es-CL"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48" name="Rectangle 3584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42" name="Rectangle 2">
            <a:extLst>
              <a:ext uri="{FF2B5EF4-FFF2-40B4-BE49-F238E27FC236}">
                <a16:creationId xmlns:a16="http://schemas.microsoft.com/office/drawing/2014/main" id="{2EE707E7-A7E7-4F6D-B53A-BDEBB62582FD}"/>
              </a:ext>
            </a:extLst>
          </p:cNvPr>
          <p:cNvSpPr>
            <a:spLocks noGrp="1" noChangeArrowheads="1"/>
          </p:cNvSpPr>
          <p:nvPr>
            <p:ph type="title"/>
          </p:nvPr>
        </p:nvSpPr>
        <p:spPr>
          <a:xfrm>
            <a:off x="693042" y="402482"/>
            <a:ext cx="8694540" cy="1461188"/>
          </a:xfrm>
        </p:spPr>
        <p:txBody>
          <a:bodyPr>
            <a:normAutofit/>
          </a:bodyPr>
          <a:lstStyle/>
          <a:p>
            <a:r>
              <a:rPr lang="en-US" altLang="es-CL" sz="5200"/>
              <a:t>1980s:  una década perdida</a:t>
            </a:r>
          </a:p>
        </p:txBody>
      </p:sp>
      <p:sp>
        <p:nvSpPr>
          <p:cNvPr id="3585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174" y="1848993"/>
            <a:ext cx="8974276" cy="20159"/>
          </a:xfrm>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 name="connsiteX0" fmla="*/ 0 w 8974276"/>
              <a:gd name="connsiteY0" fmla="*/ 0 h 20159"/>
              <a:gd name="connsiteX1" fmla="*/ 600586 w 8974276"/>
              <a:gd name="connsiteY1" fmla="*/ 0 h 20159"/>
              <a:gd name="connsiteX2" fmla="*/ 1021687 w 8974276"/>
              <a:gd name="connsiteY2" fmla="*/ 0 h 20159"/>
              <a:gd name="connsiteX3" fmla="*/ 1891501 w 8974276"/>
              <a:gd name="connsiteY3" fmla="*/ 0 h 20159"/>
              <a:gd name="connsiteX4" fmla="*/ 2492087 w 8974276"/>
              <a:gd name="connsiteY4" fmla="*/ 0 h 20159"/>
              <a:gd name="connsiteX5" fmla="*/ 3092674 w 8974276"/>
              <a:gd name="connsiteY5" fmla="*/ 0 h 20159"/>
              <a:gd name="connsiteX6" fmla="*/ 3962488 w 8974276"/>
              <a:gd name="connsiteY6" fmla="*/ 0 h 20159"/>
              <a:gd name="connsiteX7" fmla="*/ 4473331 w 8974276"/>
              <a:gd name="connsiteY7" fmla="*/ 0 h 20159"/>
              <a:gd name="connsiteX8" fmla="*/ 4882144 w 8974276"/>
              <a:gd name="connsiteY8" fmla="*/ 0 h 20159"/>
              <a:gd name="connsiteX9" fmla="*/ 5343146 w 8974276"/>
              <a:gd name="connsiteY9" fmla="*/ 0 h 20159"/>
              <a:gd name="connsiteX10" fmla="*/ 6212960 w 8974276"/>
              <a:gd name="connsiteY10" fmla="*/ 0 h 20159"/>
              <a:gd name="connsiteX11" fmla="*/ 6903289 w 8974276"/>
              <a:gd name="connsiteY11" fmla="*/ 0 h 20159"/>
              <a:gd name="connsiteX12" fmla="*/ 7773104 w 8974276"/>
              <a:gd name="connsiteY12" fmla="*/ 0 h 20159"/>
              <a:gd name="connsiteX13" fmla="*/ 8373690 w 8974276"/>
              <a:gd name="connsiteY13" fmla="*/ 0 h 20159"/>
              <a:gd name="connsiteX14" fmla="*/ 8974276 w 8974276"/>
              <a:gd name="connsiteY14" fmla="*/ 0 h 20159"/>
              <a:gd name="connsiteX15" fmla="*/ 8974276 w 8974276"/>
              <a:gd name="connsiteY15" fmla="*/ 20159 h 20159"/>
              <a:gd name="connsiteX16" fmla="*/ 8283947 w 8974276"/>
              <a:gd name="connsiteY16" fmla="*/ 20159 h 20159"/>
              <a:gd name="connsiteX17" fmla="*/ 7593618 w 8974276"/>
              <a:gd name="connsiteY17" fmla="*/ 20159 h 20159"/>
              <a:gd name="connsiteX18" fmla="*/ 6723804 w 8974276"/>
              <a:gd name="connsiteY18" fmla="*/ 20159 h 20159"/>
              <a:gd name="connsiteX19" fmla="*/ 6033475 w 8974276"/>
              <a:gd name="connsiteY19" fmla="*/ 20159 h 20159"/>
              <a:gd name="connsiteX20" fmla="*/ 5612374 w 8974276"/>
              <a:gd name="connsiteY20" fmla="*/ 20159 h 20159"/>
              <a:gd name="connsiteX21" fmla="*/ 5101531 w 8974276"/>
              <a:gd name="connsiteY21" fmla="*/ 20159 h 20159"/>
              <a:gd name="connsiteX22" fmla="*/ 4231716 w 8974276"/>
              <a:gd name="connsiteY22" fmla="*/ 20159 h 20159"/>
              <a:gd name="connsiteX23" fmla="*/ 3541387 w 8974276"/>
              <a:gd name="connsiteY23" fmla="*/ 20159 h 20159"/>
              <a:gd name="connsiteX24" fmla="*/ 3030544 w 8974276"/>
              <a:gd name="connsiteY24" fmla="*/ 20159 h 20159"/>
              <a:gd name="connsiteX25" fmla="*/ 2340215 w 8974276"/>
              <a:gd name="connsiteY25" fmla="*/ 20159 h 20159"/>
              <a:gd name="connsiteX26" fmla="*/ 1919114 w 8974276"/>
              <a:gd name="connsiteY26" fmla="*/ 20159 h 20159"/>
              <a:gd name="connsiteX27" fmla="*/ 1498014 w 8974276"/>
              <a:gd name="connsiteY27" fmla="*/ 20159 h 20159"/>
              <a:gd name="connsiteX28" fmla="*/ 807685 w 8974276"/>
              <a:gd name="connsiteY28" fmla="*/ 20159 h 20159"/>
              <a:gd name="connsiteX29" fmla="*/ 0 w 8974276"/>
              <a:gd name="connsiteY29" fmla="*/ 20159 h 20159"/>
              <a:gd name="connsiteX30" fmla="*/ 0 w 8974276"/>
              <a:gd name="connsiteY30"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74276" h="20159" fill="none" extrusionOk="0">
                <a:moveTo>
                  <a:pt x="0" y="0"/>
                </a:moveTo>
                <a:cubicBezTo>
                  <a:pt x="183005" y="-28121"/>
                  <a:pt x="385563" y="-16729"/>
                  <a:pt x="600586" y="0"/>
                </a:cubicBezTo>
                <a:cubicBezTo>
                  <a:pt x="819816" y="25297"/>
                  <a:pt x="1008894" y="-16975"/>
                  <a:pt x="1290915" y="0"/>
                </a:cubicBezTo>
                <a:cubicBezTo>
                  <a:pt x="1586779" y="-10612"/>
                  <a:pt x="1739355" y="-6632"/>
                  <a:pt x="2070987" y="0"/>
                </a:cubicBezTo>
                <a:cubicBezTo>
                  <a:pt x="2423196" y="26888"/>
                  <a:pt x="2516800" y="-23939"/>
                  <a:pt x="2671573" y="0"/>
                </a:cubicBezTo>
                <a:cubicBezTo>
                  <a:pt x="2856946" y="57495"/>
                  <a:pt x="3123719" y="-1120"/>
                  <a:pt x="3361902" y="0"/>
                </a:cubicBezTo>
                <a:cubicBezTo>
                  <a:pt x="3551026" y="-6967"/>
                  <a:pt x="3893151" y="-7410"/>
                  <a:pt x="4231716" y="0"/>
                </a:cubicBezTo>
                <a:cubicBezTo>
                  <a:pt x="4589327" y="4599"/>
                  <a:pt x="4499151" y="-7078"/>
                  <a:pt x="4742560" y="0"/>
                </a:cubicBezTo>
                <a:cubicBezTo>
                  <a:pt x="4945774" y="22991"/>
                  <a:pt x="5327086" y="78686"/>
                  <a:pt x="5522631" y="0"/>
                </a:cubicBezTo>
                <a:cubicBezTo>
                  <a:pt x="5706117" y="-51653"/>
                  <a:pt x="5820576" y="-5919"/>
                  <a:pt x="6033475" y="0"/>
                </a:cubicBezTo>
                <a:cubicBezTo>
                  <a:pt x="6269799" y="2680"/>
                  <a:pt x="6590499" y="22166"/>
                  <a:pt x="6723804" y="0"/>
                </a:cubicBezTo>
                <a:cubicBezTo>
                  <a:pt x="6858112" y="-15926"/>
                  <a:pt x="7310513" y="-3462"/>
                  <a:pt x="7503875" y="0"/>
                </a:cubicBezTo>
                <a:cubicBezTo>
                  <a:pt x="7698227" y="-14053"/>
                  <a:pt x="7786960" y="-2924"/>
                  <a:pt x="7924976" y="0"/>
                </a:cubicBezTo>
                <a:cubicBezTo>
                  <a:pt x="8047409" y="-11757"/>
                  <a:pt x="8231917" y="2497"/>
                  <a:pt x="8346077" y="0"/>
                </a:cubicBezTo>
                <a:cubicBezTo>
                  <a:pt x="8472830" y="-16379"/>
                  <a:pt x="8819304" y="6003"/>
                  <a:pt x="8974276" y="0"/>
                </a:cubicBezTo>
                <a:cubicBezTo>
                  <a:pt x="8975415" y="3917"/>
                  <a:pt x="8973977" y="14625"/>
                  <a:pt x="8974276" y="20159"/>
                </a:cubicBezTo>
                <a:cubicBezTo>
                  <a:pt x="8690793" y="39099"/>
                  <a:pt x="8424209" y="27543"/>
                  <a:pt x="8194204" y="20159"/>
                </a:cubicBezTo>
                <a:cubicBezTo>
                  <a:pt x="7951806" y="-3374"/>
                  <a:pt x="7694321" y="34346"/>
                  <a:pt x="7503875" y="20159"/>
                </a:cubicBezTo>
                <a:cubicBezTo>
                  <a:pt x="7256604" y="22540"/>
                  <a:pt x="7188022" y="40185"/>
                  <a:pt x="6903289" y="20159"/>
                </a:cubicBezTo>
                <a:cubicBezTo>
                  <a:pt x="6597262" y="3673"/>
                  <a:pt x="6282575" y="7422"/>
                  <a:pt x="6123218" y="20159"/>
                </a:cubicBezTo>
                <a:cubicBezTo>
                  <a:pt x="5947747" y="46383"/>
                  <a:pt x="5709228" y="48856"/>
                  <a:pt x="5432889" y="20159"/>
                </a:cubicBezTo>
                <a:cubicBezTo>
                  <a:pt x="5148051" y="-9432"/>
                  <a:pt x="4825392" y="933"/>
                  <a:pt x="4563074" y="20159"/>
                </a:cubicBezTo>
                <a:cubicBezTo>
                  <a:pt x="4230436" y="42050"/>
                  <a:pt x="3919280" y="15731"/>
                  <a:pt x="3693260" y="20159"/>
                </a:cubicBezTo>
                <a:cubicBezTo>
                  <a:pt x="3463686" y="2881"/>
                  <a:pt x="3258547" y="69973"/>
                  <a:pt x="2913188" y="20159"/>
                </a:cubicBezTo>
                <a:cubicBezTo>
                  <a:pt x="2530193" y="5895"/>
                  <a:pt x="2366063" y="69889"/>
                  <a:pt x="2133116" y="20159"/>
                </a:cubicBezTo>
                <a:cubicBezTo>
                  <a:pt x="1852614" y="-15825"/>
                  <a:pt x="1586183" y="7145"/>
                  <a:pt x="1353045" y="20159"/>
                </a:cubicBezTo>
                <a:cubicBezTo>
                  <a:pt x="1124470" y="12726"/>
                  <a:pt x="1043335" y="-1836"/>
                  <a:pt x="842201" y="20159"/>
                </a:cubicBezTo>
                <a:cubicBezTo>
                  <a:pt x="675009" y="15591"/>
                  <a:pt x="208716" y="6391"/>
                  <a:pt x="0" y="20159"/>
                </a:cubicBezTo>
                <a:cubicBezTo>
                  <a:pt x="1099" y="14912"/>
                  <a:pt x="1706" y="4245"/>
                  <a:pt x="0" y="0"/>
                </a:cubicBezTo>
                <a:close/>
              </a:path>
              <a:path w="8974276" h="20159" stroke="0" extrusionOk="0">
                <a:moveTo>
                  <a:pt x="0" y="0"/>
                </a:moveTo>
                <a:cubicBezTo>
                  <a:pt x="158429" y="17111"/>
                  <a:pt x="477266" y="-13453"/>
                  <a:pt x="600586" y="0"/>
                </a:cubicBezTo>
                <a:cubicBezTo>
                  <a:pt x="698766" y="1226"/>
                  <a:pt x="829625" y="-2597"/>
                  <a:pt x="1021687" y="0"/>
                </a:cubicBezTo>
                <a:cubicBezTo>
                  <a:pt x="1212890" y="45242"/>
                  <a:pt x="1481051" y="28111"/>
                  <a:pt x="1891501" y="0"/>
                </a:cubicBezTo>
                <a:cubicBezTo>
                  <a:pt x="2325146" y="-55911"/>
                  <a:pt x="2244169" y="37407"/>
                  <a:pt x="2492087" y="0"/>
                </a:cubicBezTo>
                <a:cubicBezTo>
                  <a:pt x="2770106" y="-48226"/>
                  <a:pt x="2945409" y="-29732"/>
                  <a:pt x="3092674" y="0"/>
                </a:cubicBezTo>
                <a:cubicBezTo>
                  <a:pt x="3301483" y="30847"/>
                  <a:pt x="3757132" y="-5762"/>
                  <a:pt x="3962488" y="0"/>
                </a:cubicBezTo>
                <a:cubicBezTo>
                  <a:pt x="4161917" y="18597"/>
                  <a:pt x="4382907" y="-1453"/>
                  <a:pt x="4473331" y="0"/>
                </a:cubicBezTo>
                <a:cubicBezTo>
                  <a:pt x="4623996" y="-933"/>
                  <a:pt x="4781894" y="-19370"/>
                  <a:pt x="4882144" y="0"/>
                </a:cubicBezTo>
                <a:cubicBezTo>
                  <a:pt x="4982394" y="19370"/>
                  <a:pt x="5184581" y="-18943"/>
                  <a:pt x="5343146" y="0"/>
                </a:cubicBezTo>
                <a:cubicBezTo>
                  <a:pt x="5569297" y="-45353"/>
                  <a:pt x="5915584" y="-43416"/>
                  <a:pt x="6212960" y="0"/>
                </a:cubicBezTo>
                <a:cubicBezTo>
                  <a:pt x="6533267" y="7030"/>
                  <a:pt x="6713745" y="-31540"/>
                  <a:pt x="6903289" y="0"/>
                </a:cubicBezTo>
                <a:cubicBezTo>
                  <a:pt x="7143989" y="31285"/>
                  <a:pt x="7485701" y="4614"/>
                  <a:pt x="7773104" y="0"/>
                </a:cubicBezTo>
                <a:cubicBezTo>
                  <a:pt x="8054928" y="-60204"/>
                  <a:pt x="8243916" y="31090"/>
                  <a:pt x="8373690" y="0"/>
                </a:cubicBezTo>
                <a:cubicBezTo>
                  <a:pt x="8470374" y="-9848"/>
                  <a:pt x="8712921" y="13270"/>
                  <a:pt x="8974276" y="0"/>
                </a:cubicBezTo>
                <a:cubicBezTo>
                  <a:pt x="8974207" y="8692"/>
                  <a:pt x="8973976" y="14163"/>
                  <a:pt x="8974276" y="20159"/>
                </a:cubicBezTo>
                <a:cubicBezTo>
                  <a:pt x="8731729" y="31867"/>
                  <a:pt x="8623535" y="-551"/>
                  <a:pt x="8283947" y="20159"/>
                </a:cubicBezTo>
                <a:cubicBezTo>
                  <a:pt x="7960326" y="43064"/>
                  <a:pt x="7776735" y="63579"/>
                  <a:pt x="7593618" y="20159"/>
                </a:cubicBezTo>
                <a:cubicBezTo>
                  <a:pt x="7433204" y="23923"/>
                  <a:pt x="7072953" y="23782"/>
                  <a:pt x="6723804" y="20159"/>
                </a:cubicBezTo>
                <a:cubicBezTo>
                  <a:pt x="6379040" y="-18365"/>
                  <a:pt x="6238900" y="16195"/>
                  <a:pt x="6033475" y="20159"/>
                </a:cubicBezTo>
                <a:cubicBezTo>
                  <a:pt x="5820847" y="25326"/>
                  <a:pt x="5773194" y="29594"/>
                  <a:pt x="5612374" y="20159"/>
                </a:cubicBezTo>
                <a:cubicBezTo>
                  <a:pt x="5459272" y="6433"/>
                  <a:pt x="5214346" y="1016"/>
                  <a:pt x="5101531" y="20159"/>
                </a:cubicBezTo>
                <a:cubicBezTo>
                  <a:pt x="5074679" y="44082"/>
                  <a:pt x="4571458" y="3492"/>
                  <a:pt x="4231716" y="20159"/>
                </a:cubicBezTo>
                <a:cubicBezTo>
                  <a:pt x="3847477" y="69580"/>
                  <a:pt x="3798193" y="22318"/>
                  <a:pt x="3541387" y="20159"/>
                </a:cubicBezTo>
                <a:cubicBezTo>
                  <a:pt x="3313277" y="16275"/>
                  <a:pt x="3169205" y="857"/>
                  <a:pt x="3030544" y="20159"/>
                </a:cubicBezTo>
                <a:cubicBezTo>
                  <a:pt x="2877895" y="65593"/>
                  <a:pt x="2628234" y="67321"/>
                  <a:pt x="2340215" y="20159"/>
                </a:cubicBezTo>
                <a:cubicBezTo>
                  <a:pt x="2072515" y="1292"/>
                  <a:pt x="2122288" y="47041"/>
                  <a:pt x="1919114" y="20159"/>
                </a:cubicBezTo>
                <a:cubicBezTo>
                  <a:pt x="1711037" y="4218"/>
                  <a:pt x="1683277" y="18003"/>
                  <a:pt x="1498014" y="20159"/>
                </a:cubicBezTo>
                <a:cubicBezTo>
                  <a:pt x="1271935" y="13811"/>
                  <a:pt x="970426" y="12259"/>
                  <a:pt x="807685" y="20159"/>
                </a:cubicBezTo>
                <a:cubicBezTo>
                  <a:pt x="642052" y="6598"/>
                  <a:pt x="193677" y="46988"/>
                  <a:pt x="0" y="20159"/>
                </a:cubicBezTo>
                <a:cubicBezTo>
                  <a:pt x="821" y="16001"/>
                  <a:pt x="-441" y="5889"/>
                  <a:pt x="0" y="0"/>
                </a:cubicBezTo>
                <a:close/>
              </a:path>
              <a:path w="8974276" h="20159" fill="none" stroke="0" extrusionOk="0">
                <a:moveTo>
                  <a:pt x="0" y="0"/>
                </a:moveTo>
                <a:cubicBezTo>
                  <a:pt x="133021" y="-45326"/>
                  <a:pt x="351596" y="-10132"/>
                  <a:pt x="600586" y="0"/>
                </a:cubicBezTo>
                <a:cubicBezTo>
                  <a:pt x="824846" y="25895"/>
                  <a:pt x="974850" y="12687"/>
                  <a:pt x="1290915" y="0"/>
                </a:cubicBezTo>
                <a:cubicBezTo>
                  <a:pt x="1543854" y="8594"/>
                  <a:pt x="1730765" y="-5283"/>
                  <a:pt x="2070987" y="0"/>
                </a:cubicBezTo>
                <a:cubicBezTo>
                  <a:pt x="2388789" y="2502"/>
                  <a:pt x="2537180" y="-18640"/>
                  <a:pt x="2671573" y="0"/>
                </a:cubicBezTo>
                <a:cubicBezTo>
                  <a:pt x="2846783" y="31613"/>
                  <a:pt x="3162345" y="2138"/>
                  <a:pt x="3361902" y="0"/>
                </a:cubicBezTo>
                <a:cubicBezTo>
                  <a:pt x="3560523" y="-33799"/>
                  <a:pt x="3850943" y="16514"/>
                  <a:pt x="4231716" y="0"/>
                </a:cubicBezTo>
                <a:cubicBezTo>
                  <a:pt x="4582093" y="-6251"/>
                  <a:pt x="4497042" y="-241"/>
                  <a:pt x="4742560" y="0"/>
                </a:cubicBezTo>
                <a:cubicBezTo>
                  <a:pt x="5026744" y="28398"/>
                  <a:pt x="5367035" y="44798"/>
                  <a:pt x="5522631" y="0"/>
                </a:cubicBezTo>
                <a:cubicBezTo>
                  <a:pt x="5715671" y="-35366"/>
                  <a:pt x="5819152" y="19249"/>
                  <a:pt x="6033475" y="0"/>
                </a:cubicBezTo>
                <a:cubicBezTo>
                  <a:pt x="6276754" y="15513"/>
                  <a:pt x="6580075" y="39465"/>
                  <a:pt x="6723804" y="0"/>
                </a:cubicBezTo>
                <a:cubicBezTo>
                  <a:pt x="6874324" y="-12484"/>
                  <a:pt x="7335585" y="32838"/>
                  <a:pt x="7503875" y="0"/>
                </a:cubicBezTo>
                <a:cubicBezTo>
                  <a:pt x="7699518" y="-4479"/>
                  <a:pt x="7784573" y="-1350"/>
                  <a:pt x="7924976" y="0"/>
                </a:cubicBezTo>
                <a:cubicBezTo>
                  <a:pt x="8038978" y="-8555"/>
                  <a:pt x="8207279" y="-2913"/>
                  <a:pt x="8346077" y="0"/>
                </a:cubicBezTo>
                <a:cubicBezTo>
                  <a:pt x="8460045" y="-10908"/>
                  <a:pt x="8807112" y="-916"/>
                  <a:pt x="8974276" y="0"/>
                </a:cubicBezTo>
                <a:cubicBezTo>
                  <a:pt x="8975175" y="4507"/>
                  <a:pt x="8973255" y="15783"/>
                  <a:pt x="8974276" y="20159"/>
                </a:cubicBezTo>
                <a:cubicBezTo>
                  <a:pt x="8690015" y="13384"/>
                  <a:pt x="8498032" y="90009"/>
                  <a:pt x="8194204" y="20159"/>
                </a:cubicBezTo>
                <a:cubicBezTo>
                  <a:pt x="7940226" y="7057"/>
                  <a:pt x="7765141" y="7157"/>
                  <a:pt x="7503875" y="20159"/>
                </a:cubicBezTo>
                <a:cubicBezTo>
                  <a:pt x="7257867" y="32369"/>
                  <a:pt x="7168747" y="45544"/>
                  <a:pt x="6903289" y="20159"/>
                </a:cubicBezTo>
                <a:cubicBezTo>
                  <a:pt x="6624057" y="6871"/>
                  <a:pt x="6248483" y="211"/>
                  <a:pt x="6123218" y="20159"/>
                </a:cubicBezTo>
                <a:cubicBezTo>
                  <a:pt x="5966303" y="35167"/>
                  <a:pt x="5680376" y="46639"/>
                  <a:pt x="5432889" y="20159"/>
                </a:cubicBezTo>
                <a:cubicBezTo>
                  <a:pt x="5191863" y="8691"/>
                  <a:pt x="4872405" y="-4811"/>
                  <a:pt x="4563074" y="20159"/>
                </a:cubicBezTo>
                <a:cubicBezTo>
                  <a:pt x="4237152" y="84258"/>
                  <a:pt x="3902138" y="26513"/>
                  <a:pt x="3693260" y="20159"/>
                </a:cubicBezTo>
                <a:cubicBezTo>
                  <a:pt x="3481803" y="-1949"/>
                  <a:pt x="3269305" y="20073"/>
                  <a:pt x="2913188" y="20159"/>
                </a:cubicBezTo>
                <a:cubicBezTo>
                  <a:pt x="2564887" y="5224"/>
                  <a:pt x="2328697" y="52725"/>
                  <a:pt x="2133116" y="20159"/>
                </a:cubicBezTo>
                <a:cubicBezTo>
                  <a:pt x="1894582" y="38029"/>
                  <a:pt x="1576170" y="-14808"/>
                  <a:pt x="1353045" y="20159"/>
                </a:cubicBezTo>
                <a:cubicBezTo>
                  <a:pt x="1127523" y="16230"/>
                  <a:pt x="1038557" y="145"/>
                  <a:pt x="842201" y="20159"/>
                </a:cubicBezTo>
                <a:cubicBezTo>
                  <a:pt x="638472" y="28249"/>
                  <a:pt x="195915" y="15640"/>
                  <a:pt x="0" y="20159"/>
                </a:cubicBezTo>
                <a:cubicBezTo>
                  <a:pt x="81" y="14899"/>
                  <a:pt x="1360" y="61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974276" h="20159" fill="none" extrusionOk="0">
                        <a:moveTo>
                          <a:pt x="0" y="0"/>
                        </a:moveTo>
                        <a:cubicBezTo>
                          <a:pt x="166292" y="-24804"/>
                          <a:pt x="387390" y="-23566"/>
                          <a:pt x="600586" y="0"/>
                        </a:cubicBezTo>
                        <a:cubicBezTo>
                          <a:pt x="813782" y="23566"/>
                          <a:pt x="1017575" y="11328"/>
                          <a:pt x="1290915" y="0"/>
                        </a:cubicBezTo>
                        <a:cubicBezTo>
                          <a:pt x="1564255" y="-11328"/>
                          <a:pt x="1732327" y="-13914"/>
                          <a:pt x="2070987" y="0"/>
                        </a:cubicBezTo>
                        <a:cubicBezTo>
                          <a:pt x="2409647" y="13914"/>
                          <a:pt x="2514543" y="-29456"/>
                          <a:pt x="2671573" y="0"/>
                        </a:cubicBezTo>
                        <a:cubicBezTo>
                          <a:pt x="2828603" y="29456"/>
                          <a:pt x="3148091" y="31473"/>
                          <a:pt x="3361902" y="0"/>
                        </a:cubicBezTo>
                        <a:cubicBezTo>
                          <a:pt x="3575713" y="-31473"/>
                          <a:pt x="3879587" y="-10454"/>
                          <a:pt x="4231716" y="0"/>
                        </a:cubicBezTo>
                        <a:cubicBezTo>
                          <a:pt x="4583845" y="10454"/>
                          <a:pt x="4500381" y="-4882"/>
                          <a:pt x="4742560" y="0"/>
                        </a:cubicBezTo>
                        <a:cubicBezTo>
                          <a:pt x="4984739" y="4882"/>
                          <a:pt x="5324139" y="34484"/>
                          <a:pt x="5522631" y="0"/>
                        </a:cubicBezTo>
                        <a:cubicBezTo>
                          <a:pt x="5721123" y="-34484"/>
                          <a:pt x="5806715" y="9078"/>
                          <a:pt x="6033475" y="0"/>
                        </a:cubicBezTo>
                        <a:cubicBezTo>
                          <a:pt x="6260235" y="-9078"/>
                          <a:pt x="6578201" y="20058"/>
                          <a:pt x="6723804" y="0"/>
                        </a:cubicBezTo>
                        <a:cubicBezTo>
                          <a:pt x="6869407" y="-20058"/>
                          <a:pt x="7310682" y="2334"/>
                          <a:pt x="7503875" y="0"/>
                        </a:cubicBezTo>
                        <a:cubicBezTo>
                          <a:pt x="7697068" y="-2334"/>
                          <a:pt x="7781436" y="13405"/>
                          <a:pt x="7924976" y="0"/>
                        </a:cubicBezTo>
                        <a:cubicBezTo>
                          <a:pt x="8068516" y="-13405"/>
                          <a:pt x="8226759" y="10528"/>
                          <a:pt x="8346077" y="0"/>
                        </a:cubicBezTo>
                        <a:cubicBezTo>
                          <a:pt x="8465395" y="-10528"/>
                          <a:pt x="8810829" y="6661"/>
                          <a:pt x="8974276" y="0"/>
                        </a:cubicBezTo>
                        <a:cubicBezTo>
                          <a:pt x="8975140" y="4980"/>
                          <a:pt x="8973745" y="15497"/>
                          <a:pt x="8974276" y="20159"/>
                        </a:cubicBezTo>
                        <a:cubicBezTo>
                          <a:pt x="8699318" y="-3249"/>
                          <a:pt x="8447378" y="52369"/>
                          <a:pt x="8194204" y="20159"/>
                        </a:cubicBezTo>
                        <a:cubicBezTo>
                          <a:pt x="7941030" y="-12051"/>
                          <a:pt x="7741578" y="21134"/>
                          <a:pt x="7503875" y="20159"/>
                        </a:cubicBezTo>
                        <a:cubicBezTo>
                          <a:pt x="7266172" y="19184"/>
                          <a:pt x="7188109" y="44512"/>
                          <a:pt x="6903289" y="20159"/>
                        </a:cubicBezTo>
                        <a:cubicBezTo>
                          <a:pt x="6618469" y="-4194"/>
                          <a:pt x="6284300" y="-18677"/>
                          <a:pt x="6123218" y="20159"/>
                        </a:cubicBezTo>
                        <a:cubicBezTo>
                          <a:pt x="5962136" y="58995"/>
                          <a:pt x="5692124" y="47304"/>
                          <a:pt x="5432889" y="20159"/>
                        </a:cubicBezTo>
                        <a:cubicBezTo>
                          <a:pt x="5173654" y="-6986"/>
                          <a:pt x="4878157" y="-22180"/>
                          <a:pt x="4563074" y="20159"/>
                        </a:cubicBezTo>
                        <a:cubicBezTo>
                          <a:pt x="4247992" y="62498"/>
                          <a:pt x="3916884" y="46079"/>
                          <a:pt x="3693260" y="20159"/>
                        </a:cubicBezTo>
                        <a:cubicBezTo>
                          <a:pt x="3469636" y="-5761"/>
                          <a:pt x="3270296" y="40643"/>
                          <a:pt x="2913188" y="20159"/>
                        </a:cubicBezTo>
                        <a:cubicBezTo>
                          <a:pt x="2556080" y="-325"/>
                          <a:pt x="2357500" y="46404"/>
                          <a:pt x="2133116" y="20159"/>
                        </a:cubicBezTo>
                        <a:cubicBezTo>
                          <a:pt x="1908732" y="-6086"/>
                          <a:pt x="1586604" y="18051"/>
                          <a:pt x="1353045" y="20159"/>
                        </a:cubicBezTo>
                        <a:cubicBezTo>
                          <a:pt x="1119486" y="22267"/>
                          <a:pt x="1034265" y="7597"/>
                          <a:pt x="842201" y="20159"/>
                        </a:cubicBezTo>
                        <a:cubicBezTo>
                          <a:pt x="650137" y="32721"/>
                          <a:pt x="184422" y="26941"/>
                          <a:pt x="0" y="20159"/>
                        </a:cubicBezTo>
                        <a:cubicBezTo>
                          <a:pt x="1005" y="14381"/>
                          <a:pt x="940" y="4962"/>
                          <a:pt x="0" y="0"/>
                        </a:cubicBezTo>
                        <a:close/>
                      </a:path>
                      <a:path w="8974276" h="20159" stroke="0" extrusionOk="0">
                        <a:moveTo>
                          <a:pt x="0" y="0"/>
                        </a:moveTo>
                        <a:cubicBezTo>
                          <a:pt x="144422" y="16250"/>
                          <a:pt x="478464" y="1403"/>
                          <a:pt x="600586" y="0"/>
                        </a:cubicBezTo>
                        <a:cubicBezTo>
                          <a:pt x="722708" y="-1403"/>
                          <a:pt x="818531" y="-16117"/>
                          <a:pt x="1021687" y="0"/>
                        </a:cubicBezTo>
                        <a:cubicBezTo>
                          <a:pt x="1224843" y="16117"/>
                          <a:pt x="1467451" y="32888"/>
                          <a:pt x="1891501" y="0"/>
                        </a:cubicBezTo>
                        <a:cubicBezTo>
                          <a:pt x="2315551" y="-32888"/>
                          <a:pt x="2226053" y="29411"/>
                          <a:pt x="2492087" y="0"/>
                        </a:cubicBezTo>
                        <a:cubicBezTo>
                          <a:pt x="2758121" y="-29411"/>
                          <a:pt x="2926098" y="-23291"/>
                          <a:pt x="3092674" y="0"/>
                        </a:cubicBezTo>
                        <a:cubicBezTo>
                          <a:pt x="3259250" y="23291"/>
                          <a:pt x="3755917" y="-21280"/>
                          <a:pt x="3962488" y="0"/>
                        </a:cubicBezTo>
                        <a:cubicBezTo>
                          <a:pt x="4169059" y="21280"/>
                          <a:pt x="4370581" y="-641"/>
                          <a:pt x="4473331" y="0"/>
                        </a:cubicBezTo>
                        <a:cubicBezTo>
                          <a:pt x="4576081" y="641"/>
                          <a:pt x="5154732" y="6658"/>
                          <a:pt x="5343146" y="0"/>
                        </a:cubicBezTo>
                        <a:cubicBezTo>
                          <a:pt x="5531560" y="-6658"/>
                          <a:pt x="5898845" y="-4229"/>
                          <a:pt x="6212960" y="0"/>
                        </a:cubicBezTo>
                        <a:cubicBezTo>
                          <a:pt x="6527075" y="4229"/>
                          <a:pt x="6698755" y="-18559"/>
                          <a:pt x="6903289" y="0"/>
                        </a:cubicBezTo>
                        <a:cubicBezTo>
                          <a:pt x="7107823" y="18559"/>
                          <a:pt x="7480389" y="36157"/>
                          <a:pt x="7773104" y="0"/>
                        </a:cubicBezTo>
                        <a:cubicBezTo>
                          <a:pt x="8065820" y="-36157"/>
                          <a:pt x="8239902" y="964"/>
                          <a:pt x="8373690" y="0"/>
                        </a:cubicBezTo>
                        <a:cubicBezTo>
                          <a:pt x="8507478" y="-964"/>
                          <a:pt x="8713268" y="22725"/>
                          <a:pt x="8974276" y="0"/>
                        </a:cubicBezTo>
                        <a:cubicBezTo>
                          <a:pt x="8974621" y="9051"/>
                          <a:pt x="8974315" y="13764"/>
                          <a:pt x="8974276" y="20159"/>
                        </a:cubicBezTo>
                        <a:cubicBezTo>
                          <a:pt x="8724149" y="27323"/>
                          <a:pt x="8615348" y="628"/>
                          <a:pt x="8283947" y="20159"/>
                        </a:cubicBezTo>
                        <a:cubicBezTo>
                          <a:pt x="7952546" y="39690"/>
                          <a:pt x="7745156" y="43189"/>
                          <a:pt x="7593618" y="20159"/>
                        </a:cubicBezTo>
                        <a:cubicBezTo>
                          <a:pt x="7442080" y="-2871"/>
                          <a:pt x="7037419" y="44082"/>
                          <a:pt x="6723804" y="20159"/>
                        </a:cubicBezTo>
                        <a:cubicBezTo>
                          <a:pt x="6410189" y="-3764"/>
                          <a:pt x="6244694" y="25386"/>
                          <a:pt x="6033475" y="20159"/>
                        </a:cubicBezTo>
                        <a:cubicBezTo>
                          <a:pt x="5822256" y="14932"/>
                          <a:pt x="5767540" y="24892"/>
                          <a:pt x="5612374" y="20159"/>
                        </a:cubicBezTo>
                        <a:cubicBezTo>
                          <a:pt x="5457208" y="15426"/>
                          <a:pt x="5206963" y="14316"/>
                          <a:pt x="5101531" y="20159"/>
                        </a:cubicBezTo>
                        <a:cubicBezTo>
                          <a:pt x="4996099" y="26002"/>
                          <a:pt x="4610998" y="-20487"/>
                          <a:pt x="4231716" y="20159"/>
                        </a:cubicBezTo>
                        <a:cubicBezTo>
                          <a:pt x="3852434" y="60805"/>
                          <a:pt x="3780038" y="18973"/>
                          <a:pt x="3541387" y="20159"/>
                        </a:cubicBezTo>
                        <a:cubicBezTo>
                          <a:pt x="3302736" y="21345"/>
                          <a:pt x="3171257" y="3853"/>
                          <a:pt x="3030544" y="20159"/>
                        </a:cubicBezTo>
                        <a:cubicBezTo>
                          <a:pt x="2889831" y="36465"/>
                          <a:pt x="2606062" y="39269"/>
                          <a:pt x="2340215" y="20159"/>
                        </a:cubicBezTo>
                        <a:cubicBezTo>
                          <a:pt x="2074368" y="1049"/>
                          <a:pt x="2121463" y="37109"/>
                          <a:pt x="1919114" y="20159"/>
                        </a:cubicBezTo>
                        <a:cubicBezTo>
                          <a:pt x="1716765" y="3209"/>
                          <a:pt x="1683550" y="16874"/>
                          <a:pt x="1498014" y="20159"/>
                        </a:cubicBezTo>
                        <a:cubicBezTo>
                          <a:pt x="1312478" y="23444"/>
                          <a:pt x="981544" y="5974"/>
                          <a:pt x="807685" y="20159"/>
                        </a:cubicBezTo>
                        <a:cubicBezTo>
                          <a:pt x="633826" y="34344"/>
                          <a:pt x="213205" y="58480"/>
                          <a:pt x="0" y="20159"/>
                        </a:cubicBezTo>
                        <a:cubicBezTo>
                          <a:pt x="685" y="15408"/>
                          <a:pt x="-736" y="507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43" name="Rectangle 3">
            <a:extLst>
              <a:ext uri="{FF2B5EF4-FFF2-40B4-BE49-F238E27FC236}">
                <a16:creationId xmlns:a16="http://schemas.microsoft.com/office/drawing/2014/main" id="{01ECDEDD-F120-4083-AFFB-A6CF055DC719}"/>
              </a:ext>
            </a:extLst>
          </p:cNvPr>
          <p:cNvSpPr>
            <a:spLocks noGrp="1" noChangeArrowheads="1"/>
          </p:cNvSpPr>
          <p:nvPr>
            <p:ph type="body" idx="1"/>
          </p:nvPr>
        </p:nvSpPr>
        <p:spPr>
          <a:xfrm>
            <a:off x="693042" y="2126788"/>
            <a:ext cx="8694540" cy="4686999"/>
          </a:xfrm>
        </p:spPr>
        <p:txBody>
          <a:bodyPr>
            <a:normAutofit/>
          </a:bodyPr>
          <a:lstStyle/>
          <a:p>
            <a:r>
              <a:rPr lang="en-US" altLang="es-CL" sz="2000" dirty="0"/>
              <a:t>Se </a:t>
            </a:r>
            <a:r>
              <a:rPr lang="en-US" altLang="es-CL" sz="2000" dirty="0" err="1"/>
              <a:t>reducen</a:t>
            </a:r>
            <a:r>
              <a:rPr lang="en-US" altLang="es-CL" sz="2000" dirty="0"/>
              <a:t> </a:t>
            </a:r>
            <a:r>
              <a:rPr lang="en-US" altLang="es-CL" sz="2000" dirty="0" err="1"/>
              <a:t>drásticamente</a:t>
            </a:r>
            <a:r>
              <a:rPr lang="en-US" altLang="es-CL" sz="2000" dirty="0"/>
              <a:t> </a:t>
            </a:r>
            <a:r>
              <a:rPr lang="en-US" altLang="es-CL" sz="2000" dirty="0" err="1"/>
              <a:t>los</a:t>
            </a:r>
            <a:r>
              <a:rPr lang="en-US" altLang="es-CL" sz="2000" dirty="0"/>
              <a:t> </a:t>
            </a:r>
            <a:r>
              <a:rPr lang="en-US" altLang="es-CL" sz="2000" dirty="0" err="1"/>
              <a:t>fondos</a:t>
            </a:r>
            <a:endParaRPr lang="en-US" altLang="es-CL" sz="2000" dirty="0"/>
          </a:p>
          <a:p>
            <a:pPr lvl="1"/>
            <a:r>
              <a:rPr lang="en-US" altLang="es-CL" sz="2000" dirty="0"/>
              <a:t>Los </a:t>
            </a:r>
            <a:r>
              <a:rPr lang="en-US" altLang="es-CL" sz="2000" dirty="0" err="1"/>
              <a:t>resultados</a:t>
            </a:r>
            <a:r>
              <a:rPr lang="en-US" altLang="es-CL" sz="2000" dirty="0"/>
              <a:t> no son </a:t>
            </a:r>
            <a:r>
              <a:rPr lang="en-US" altLang="es-CL" sz="2000" dirty="0" err="1"/>
              <a:t>los</a:t>
            </a:r>
            <a:r>
              <a:rPr lang="en-US" altLang="es-CL" sz="2000" dirty="0"/>
              <a:t> </a:t>
            </a:r>
            <a:r>
              <a:rPr lang="en-US" altLang="es-CL" sz="2000" dirty="0" err="1"/>
              <a:t>esperados</a:t>
            </a:r>
            <a:r>
              <a:rPr lang="en-US" altLang="es-CL" sz="2000" dirty="0"/>
              <a:t> (</a:t>
            </a:r>
            <a:r>
              <a:rPr lang="en-US" altLang="es-CL" sz="2000" dirty="0" err="1"/>
              <a:t>solución</a:t>
            </a:r>
            <a:r>
              <a:rPr lang="en-US" altLang="es-CL" sz="2000" dirty="0"/>
              <a:t> de </a:t>
            </a:r>
            <a:r>
              <a:rPr lang="en-US" altLang="es-CL" sz="2000" dirty="0" err="1"/>
              <a:t>problemas</a:t>
            </a:r>
            <a:r>
              <a:rPr lang="en-US" altLang="es-CL" sz="2000" dirty="0"/>
              <a:t>, </a:t>
            </a:r>
            <a:r>
              <a:rPr lang="en-US" altLang="es-CL" sz="2000" dirty="0" err="1"/>
              <a:t>planificación</a:t>
            </a:r>
            <a:r>
              <a:rPr lang="en-US" altLang="es-CL" sz="2000" dirty="0"/>
              <a:t>, </a:t>
            </a:r>
            <a:r>
              <a:rPr lang="en-US" altLang="es-CL" sz="2000" dirty="0" err="1"/>
              <a:t>percepción</a:t>
            </a:r>
            <a:r>
              <a:rPr lang="en-US" altLang="es-CL" sz="2000" dirty="0"/>
              <a:t>)</a:t>
            </a:r>
          </a:p>
          <a:p>
            <a:pPr lvl="1"/>
            <a:r>
              <a:rPr lang="en-US" altLang="es-CL" sz="2000" dirty="0"/>
              <a:t>Los </a:t>
            </a:r>
            <a:r>
              <a:rPr lang="en-US" altLang="es-CL" sz="2000" dirty="0" err="1"/>
              <a:t>sistemas</a:t>
            </a:r>
            <a:r>
              <a:rPr lang="en-US" altLang="es-CL" sz="2000" dirty="0"/>
              <a:t> </a:t>
            </a:r>
            <a:r>
              <a:rPr lang="en-US" altLang="es-CL" sz="2000" dirty="0" err="1"/>
              <a:t>expertos</a:t>
            </a:r>
            <a:r>
              <a:rPr lang="en-US" altLang="es-CL" sz="2000" dirty="0"/>
              <a:t> son </a:t>
            </a:r>
            <a:r>
              <a:rPr lang="en-US" altLang="es-CL" sz="2000" dirty="0" err="1"/>
              <a:t>costosos</a:t>
            </a:r>
            <a:r>
              <a:rPr lang="en-US" altLang="es-CL" sz="2000" dirty="0"/>
              <a:t>, lentos de </a:t>
            </a:r>
            <a:r>
              <a:rPr lang="en-US" altLang="es-CL" sz="2000" dirty="0" err="1"/>
              <a:t>desarrollar</a:t>
            </a:r>
            <a:r>
              <a:rPr lang="en-US" altLang="es-CL" sz="2000" dirty="0"/>
              <a:t>, y la </a:t>
            </a:r>
            <a:r>
              <a:rPr lang="en-US" altLang="es-CL" sz="2000" dirty="0" err="1"/>
              <a:t>utilidad</a:t>
            </a:r>
            <a:r>
              <a:rPr lang="en-US" altLang="es-CL" sz="2000" dirty="0"/>
              <a:t> es </a:t>
            </a:r>
            <a:r>
              <a:rPr lang="en-US" altLang="es-CL" sz="2000" dirty="0" err="1"/>
              <a:t>limitada</a:t>
            </a:r>
            <a:endParaRPr lang="en-US" altLang="es-CL" sz="2000" dirty="0"/>
          </a:p>
          <a:p>
            <a:r>
              <a:rPr lang="en-US" altLang="es-CL" sz="2000" dirty="0" err="1"/>
              <a:t>Comienza</a:t>
            </a:r>
            <a:r>
              <a:rPr lang="en-US" altLang="es-CL" sz="2000" dirty="0"/>
              <a:t> a </a:t>
            </a:r>
            <a:r>
              <a:rPr lang="en-US" altLang="es-CL" sz="2000" dirty="0" err="1"/>
              <a:t>desarrollarse</a:t>
            </a:r>
            <a:r>
              <a:rPr lang="en-US" altLang="es-CL" sz="2000" dirty="0"/>
              <a:t> </a:t>
            </a:r>
            <a:r>
              <a:rPr lang="en-US" altLang="es-CL" sz="2000" dirty="0" err="1"/>
              <a:t>nuevamente</a:t>
            </a:r>
            <a:r>
              <a:rPr lang="en-US" altLang="es-CL" sz="2000" dirty="0"/>
              <a:t> las redes </a:t>
            </a:r>
            <a:r>
              <a:rPr lang="en-US" altLang="es-CL" sz="2000" dirty="0" err="1"/>
              <a:t>neuronales</a:t>
            </a:r>
            <a:endParaRPr lang="en-US" altLang="es-CL" sz="2000" dirty="0"/>
          </a:p>
          <a:p>
            <a:pPr lvl="1"/>
            <a:r>
              <a:rPr lang="en-US" altLang="es-CL" sz="2000" dirty="0"/>
              <a:t>Se </a:t>
            </a:r>
            <a:r>
              <a:rPr lang="en-US" altLang="es-CL" sz="2000" dirty="0" err="1"/>
              <a:t>desarrollan</a:t>
            </a:r>
            <a:r>
              <a:rPr lang="en-US" altLang="es-CL" sz="2000" dirty="0"/>
              <a:t> redes </a:t>
            </a:r>
            <a:r>
              <a:rPr lang="en-US" altLang="es-CL" sz="2000" dirty="0" err="1"/>
              <a:t>multicapas</a:t>
            </a:r>
            <a:r>
              <a:rPr lang="en-US" altLang="es-CL" sz="2000" dirty="0"/>
              <a:t> con </a:t>
            </a:r>
            <a:r>
              <a:rPr lang="en-US" altLang="es-CL" sz="2000" dirty="0" err="1"/>
              <a:t>algoritmos</a:t>
            </a:r>
            <a:r>
              <a:rPr lang="en-US" altLang="es-CL" sz="2000" dirty="0"/>
              <a:t> de </a:t>
            </a:r>
            <a:r>
              <a:rPr lang="en-US" altLang="es-CL" sz="2000" dirty="0" err="1"/>
              <a:t>aprendizaje</a:t>
            </a:r>
            <a:r>
              <a:rPr lang="en-US" altLang="es-CL" sz="2000" dirty="0"/>
              <a:t> </a:t>
            </a:r>
            <a:r>
              <a:rPr lang="en-US" altLang="es-CL" sz="2000" dirty="0" err="1"/>
              <a:t>como</a:t>
            </a:r>
            <a:r>
              <a:rPr lang="en-US" altLang="es-CL" sz="2000" dirty="0"/>
              <a:t> </a:t>
            </a:r>
            <a:r>
              <a:rPr lang="en-US" altLang="es-CL" sz="2000" dirty="0" err="1"/>
              <a:t>el</a:t>
            </a:r>
            <a:r>
              <a:rPr lang="en-US" altLang="es-CL" sz="2000" dirty="0"/>
              <a:t> de back-propagation que </a:t>
            </a:r>
            <a:r>
              <a:rPr lang="en-US" altLang="es-CL" sz="2000" dirty="0" err="1"/>
              <a:t>resuelven</a:t>
            </a:r>
            <a:r>
              <a:rPr lang="en-US" altLang="es-CL" sz="2000" dirty="0"/>
              <a:t> las </a:t>
            </a:r>
            <a:r>
              <a:rPr lang="en-US" altLang="es-CL" sz="2000" dirty="0" err="1"/>
              <a:t>limitaciones</a:t>
            </a:r>
            <a:r>
              <a:rPr lang="en-US" altLang="es-CL" sz="2000" dirty="0"/>
              <a:t> de </a:t>
            </a:r>
            <a:r>
              <a:rPr lang="en-US" altLang="es-CL" sz="2000" dirty="0" err="1"/>
              <a:t>los</a:t>
            </a:r>
            <a:r>
              <a:rPr lang="en-US" altLang="es-CL" sz="2000" dirty="0"/>
              <a:t> </a:t>
            </a:r>
            <a:r>
              <a:rPr lang="en-US" altLang="es-CL" sz="2000" dirty="0" err="1"/>
              <a:t>perceptrones</a:t>
            </a:r>
            <a:endParaRPr lang="en-US" altLang="es-CL" sz="2000" dirty="0"/>
          </a:p>
          <a:p>
            <a:pPr lvl="2"/>
            <a:r>
              <a:rPr lang="en-US" altLang="es-CL" sz="1600" dirty="0"/>
              <a:t>David E. Rumelhart, Geoffrey E. Hinton y Ronald J. Williams (1986)</a:t>
            </a:r>
          </a:p>
          <a:p>
            <a:pPr lvl="2"/>
            <a:r>
              <a:rPr lang="es-ES" sz="1600" dirty="0"/>
              <a:t>El 2024, Geoffrey E. Hinton recibió el Nobel de Física en 2024, junto a John J. </a:t>
            </a:r>
            <a:r>
              <a:rPr lang="es-ES" sz="1600" dirty="0" err="1"/>
              <a:t>Hopfield</a:t>
            </a:r>
            <a:endParaRPr lang="en-US" altLang="es-CL" sz="1600" dirty="0"/>
          </a:p>
          <a:p>
            <a:r>
              <a:rPr lang="en-US" altLang="es-CL" sz="2000" dirty="0"/>
              <a:t>Al </a:t>
            </a:r>
            <a:r>
              <a:rPr lang="en-US" altLang="es-CL" sz="2000" dirty="0" err="1"/>
              <a:t>comenzar</a:t>
            </a:r>
            <a:r>
              <a:rPr lang="en-US" altLang="es-CL" sz="2000" dirty="0"/>
              <a:t> la </a:t>
            </a:r>
            <a:r>
              <a:rPr lang="en-US" altLang="es-CL" sz="2000" dirty="0" err="1"/>
              <a:t>década</a:t>
            </a:r>
            <a:r>
              <a:rPr lang="en-US" altLang="es-CL" sz="2000" dirty="0"/>
              <a:t> de 1990, </a:t>
            </a:r>
            <a:r>
              <a:rPr lang="en-US" altLang="es-CL" sz="2000" dirty="0" err="1"/>
              <a:t>los</a:t>
            </a:r>
            <a:r>
              <a:rPr lang="en-US" altLang="es-CL" sz="2000" dirty="0"/>
              <a:t> </a:t>
            </a:r>
            <a:r>
              <a:rPr lang="en-US" altLang="es-CL" sz="2000" dirty="0" err="1"/>
              <a:t>fondos</a:t>
            </a:r>
            <a:r>
              <a:rPr lang="en-US" altLang="es-CL" sz="2000" dirty="0"/>
              <a:t> para </a:t>
            </a:r>
            <a:r>
              <a:rPr lang="en-US" altLang="es-CL" sz="2000" dirty="0" err="1"/>
              <a:t>investigación</a:t>
            </a:r>
            <a:r>
              <a:rPr lang="en-US" altLang="es-CL" sz="2000" dirty="0"/>
              <a:t> </a:t>
            </a:r>
            <a:r>
              <a:rPr lang="en-US" altLang="es-CL" sz="2000" dirty="0" err="1"/>
              <a:t>en</a:t>
            </a:r>
            <a:r>
              <a:rPr lang="en-US" altLang="es-CL" sz="2000" dirty="0"/>
              <a:t> redes </a:t>
            </a:r>
            <a:r>
              <a:rPr lang="en-US" altLang="es-CL" sz="2000" dirty="0" err="1"/>
              <a:t>neuronales</a:t>
            </a:r>
            <a:r>
              <a:rPr lang="en-US" altLang="es-CL" sz="2000" dirty="0"/>
              <a:t> también se </a:t>
            </a:r>
            <a:r>
              <a:rPr lang="en-US" altLang="es-CL" sz="2000" dirty="0" err="1"/>
              <a:t>reducen</a:t>
            </a:r>
            <a:endParaRPr lang="en-US" altLang="es-CL" sz="2000" dirty="0"/>
          </a:p>
          <a:p>
            <a:pPr lvl="1"/>
            <a:r>
              <a:rPr lang="en-US" altLang="es-CL" sz="2000" dirty="0"/>
              <a:t>Las redes </a:t>
            </a:r>
            <a:r>
              <a:rPr lang="en-US" altLang="es-CL" sz="2000" dirty="0" err="1"/>
              <a:t>neuronales</a:t>
            </a:r>
            <a:r>
              <a:rPr lang="en-US" altLang="es-CL" sz="2000" dirty="0"/>
              <a:t> </a:t>
            </a:r>
            <a:r>
              <a:rPr lang="en-US" altLang="es-CL" sz="2000" dirty="0" err="1"/>
              <a:t>tenían</a:t>
            </a:r>
            <a:r>
              <a:rPr lang="en-US" altLang="es-CL" sz="2000" dirty="0"/>
              <a:t> sus </a:t>
            </a:r>
            <a:r>
              <a:rPr lang="en-US" altLang="es-CL" sz="2000" dirty="0" err="1"/>
              <a:t>propios</a:t>
            </a:r>
            <a:r>
              <a:rPr lang="en-US" altLang="es-CL" sz="2000" dirty="0"/>
              <a:t> </a:t>
            </a:r>
            <a:r>
              <a:rPr lang="en-US" altLang="es-CL" sz="2000" dirty="0" err="1"/>
              <a:t>problemas</a:t>
            </a:r>
            <a:r>
              <a:rPr lang="en-US" altLang="es-CL" sz="2000" dirty="0"/>
              <a:t>, </a:t>
            </a:r>
            <a:r>
              <a:rPr lang="en-US" altLang="es-CL" sz="2000" dirty="0" err="1"/>
              <a:t>tal</a:t>
            </a:r>
            <a:r>
              <a:rPr lang="en-US" altLang="es-CL" sz="2000" dirty="0"/>
              <a:t> </a:t>
            </a:r>
            <a:r>
              <a:rPr lang="en-US" altLang="es-CL" sz="2000" dirty="0" err="1"/>
              <a:t>como</a:t>
            </a:r>
            <a:r>
              <a:rPr lang="en-US" altLang="es-CL" sz="2000" dirty="0"/>
              <a:t> </a:t>
            </a:r>
            <a:r>
              <a:rPr lang="en-US" altLang="es-CL" sz="2000" dirty="0" err="1"/>
              <a:t>ocurría</a:t>
            </a:r>
            <a:r>
              <a:rPr lang="en-US" altLang="es-CL" sz="2000" dirty="0"/>
              <a:t> con </a:t>
            </a:r>
            <a:r>
              <a:rPr lang="en-US" altLang="es-CL" sz="2000" dirty="0" err="1"/>
              <a:t>el</a:t>
            </a:r>
            <a:r>
              <a:rPr lang="en-US" altLang="es-CL" sz="2000" dirty="0"/>
              <a:t> </a:t>
            </a:r>
            <a:r>
              <a:rPr lang="en-US" altLang="es-CL" sz="2000" dirty="0" err="1"/>
              <a:t>enfoque</a:t>
            </a:r>
            <a:r>
              <a:rPr lang="en-US" altLang="es-CL" sz="2000" dirty="0"/>
              <a:t> </a:t>
            </a:r>
            <a:r>
              <a:rPr lang="en-US" altLang="es-CL" sz="2000" dirty="0" err="1"/>
              <a:t>simbólico</a:t>
            </a:r>
            <a:r>
              <a:rPr lang="en-US" altLang="es-CL" sz="2000" dirty="0"/>
              <a:t>, y no </a:t>
            </a:r>
            <a:r>
              <a:rPr lang="en-US" altLang="es-CL" sz="2000" dirty="0" err="1"/>
              <a:t>podían</a:t>
            </a:r>
            <a:r>
              <a:rPr lang="en-US" altLang="es-CL" sz="2000" dirty="0"/>
              <a:t> resolver </a:t>
            </a:r>
            <a:r>
              <a:rPr lang="en-US" altLang="es-CL" sz="2000" dirty="0" err="1"/>
              <a:t>muchos</a:t>
            </a:r>
            <a:r>
              <a:rPr lang="en-US" altLang="es-CL" sz="2000" dirty="0"/>
              <a:t> de </a:t>
            </a:r>
            <a:r>
              <a:rPr lang="en-US" altLang="es-CL" sz="2000" dirty="0" err="1"/>
              <a:t>los</a:t>
            </a:r>
            <a:r>
              <a:rPr lang="en-US" altLang="es-CL" sz="2000" dirty="0"/>
              <a:t> </a:t>
            </a:r>
            <a:r>
              <a:rPr lang="en-US" altLang="es-CL" sz="2000" dirty="0" err="1"/>
              <a:t>problemas</a:t>
            </a:r>
            <a:r>
              <a:rPr lang="en-US" altLang="es-CL" sz="2000" dirty="0"/>
              <a:t> que </a:t>
            </a:r>
            <a:r>
              <a:rPr lang="en-US" altLang="es-CL" sz="2000" dirty="0" err="1"/>
              <a:t>enfrentaban</a:t>
            </a:r>
            <a:endParaRPr lang="en-US" altLang="es-CL"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728543" cy="2272793"/>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B41CC252-1F19-2EC9-0522-5EB0300B7F50}"/>
              </a:ext>
            </a:extLst>
          </p:cNvPr>
          <p:cNvSpPr>
            <a:spLocks noGrp="1"/>
          </p:cNvSpPr>
          <p:nvPr>
            <p:ph type="title"/>
          </p:nvPr>
        </p:nvSpPr>
        <p:spPr>
          <a:xfrm>
            <a:off x="940125" y="671967"/>
            <a:ext cx="7765869" cy="1467006"/>
          </a:xfrm>
        </p:spPr>
        <p:txBody>
          <a:bodyPr>
            <a:normAutofit/>
          </a:bodyPr>
          <a:lstStyle/>
          <a:p>
            <a:r>
              <a:rPr lang="es-CL" dirty="0"/>
              <a:t>Redes neuronales y </a:t>
            </a:r>
            <a:r>
              <a:rPr lang="es-CL" dirty="0" err="1"/>
              <a:t>retropropagación</a:t>
            </a:r>
            <a:endParaRPr lang="es-CL" dirty="0"/>
          </a:p>
        </p:txBody>
      </p:sp>
      <p:sp>
        <p:nvSpPr>
          <p:cNvPr id="9" name="Content Placeholder 8">
            <a:extLst>
              <a:ext uri="{FF2B5EF4-FFF2-40B4-BE49-F238E27FC236}">
                <a16:creationId xmlns:a16="http://schemas.microsoft.com/office/drawing/2014/main" id="{D5C96B2F-9E10-3416-A72E-DFCA02AB83F2}"/>
              </a:ext>
            </a:extLst>
          </p:cNvPr>
          <p:cNvSpPr>
            <a:spLocks noGrp="1"/>
          </p:cNvSpPr>
          <p:nvPr>
            <p:ph idx="1"/>
          </p:nvPr>
        </p:nvSpPr>
        <p:spPr>
          <a:xfrm>
            <a:off x="940125" y="2423287"/>
            <a:ext cx="4100187" cy="4318619"/>
          </a:xfrm>
        </p:spPr>
        <p:txBody>
          <a:bodyPr>
            <a:normAutofit/>
          </a:bodyPr>
          <a:lstStyle/>
          <a:p>
            <a:pPr>
              <a:buNone/>
            </a:pPr>
            <a:r>
              <a:rPr lang="es-ES" sz="1600" b="1"/>
              <a:t>¿Cómo clasifica?</a:t>
            </a:r>
          </a:p>
          <a:p>
            <a:pPr>
              <a:buFont typeface="+mj-lt"/>
              <a:buAutoNum type="arabicPeriod"/>
            </a:pPr>
            <a:r>
              <a:rPr lang="es-ES" sz="1600" b="1"/>
              <a:t>Propagación hacia adelante (forward pass)</a:t>
            </a:r>
            <a:r>
              <a:rPr lang="es-ES" sz="1600"/>
              <a:t>:</a:t>
            </a:r>
          </a:p>
          <a:p>
            <a:pPr marL="742950" lvl="1" indent="-285750">
              <a:buFont typeface="+mj-lt"/>
              <a:buAutoNum type="arabicPeriod"/>
            </a:pPr>
            <a:r>
              <a:rPr lang="es-ES" sz="1600"/>
              <a:t>Cada entrada se multiplica por un peso y se suma con un sesgo en cada neurona de la capa oculta.</a:t>
            </a:r>
          </a:p>
          <a:p>
            <a:pPr marL="742950" lvl="1" indent="-285750">
              <a:buFont typeface="+mj-lt"/>
              <a:buAutoNum type="arabicPeriod"/>
            </a:pPr>
            <a:r>
              <a:rPr lang="es-ES" sz="1600"/>
              <a:t>El resultado se pasa por una función de activación (por ejemplo, sigmoide).</a:t>
            </a:r>
          </a:p>
          <a:p>
            <a:pPr marL="742950" lvl="1" indent="-285750">
              <a:buFont typeface="+mj-lt"/>
              <a:buAutoNum type="arabicPeriod"/>
            </a:pPr>
            <a:r>
              <a:rPr lang="es-ES" sz="1600"/>
              <a:t>Lo mismo ocurre de la capa oculta a la salida, produciendo una única predicción (p. ej., 0 o 1 si es clasificación binaria).</a:t>
            </a:r>
          </a:p>
          <a:p>
            <a:pPr marL="457200" lvl="1" indent="0">
              <a:buNone/>
            </a:pPr>
            <a:r>
              <a:rPr lang="es-ES" sz="1600" b="1"/>
              <a:t>Ejemplo</a:t>
            </a:r>
            <a:r>
              <a:rPr lang="es-ES" sz="1600"/>
              <a:t>: Si queremos predecir si un correo es spam, las 6 entradas podrían ser propiedades como número de links, palabras clave, etc. El valor de salida (cercano a 0 o 1) indicará si es spam o no</a:t>
            </a:r>
          </a:p>
          <a:p>
            <a:endParaRPr lang="en-US" sz="1600"/>
          </a:p>
        </p:txBody>
      </p:sp>
      <p:pic>
        <p:nvPicPr>
          <p:cNvPr id="5" name="Marcador de contenido 4" descr="Diagrama&#10;&#10;El contenido generado por IA puede ser incorrecto.">
            <a:extLst>
              <a:ext uri="{FF2B5EF4-FFF2-40B4-BE49-F238E27FC236}">
                <a16:creationId xmlns:a16="http://schemas.microsoft.com/office/drawing/2014/main" id="{EE937EB4-7480-25B3-ACA3-0DBF6A617B5E}"/>
              </a:ext>
            </a:extLst>
          </p:cNvPr>
          <p:cNvPicPr>
            <a:picLocks noChangeAspect="1"/>
          </p:cNvPicPr>
          <p:nvPr/>
        </p:nvPicPr>
        <p:blipFill>
          <a:blip r:embed="rId2"/>
          <a:stretch>
            <a:fillRect/>
          </a:stretch>
        </p:blipFill>
        <p:spPr>
          <a:xfrm>
            <a:off x="5555726" y="3157165"/>
            <a:ext cx="3959246" cy="2642796"/>
          </a:xfrm>
          <a:prstGeom prst="rect">
            <a:avLst/>
          </a:prstGeom>
        </p:spPr>
      </p:pic>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49650" y="6844729"/>
            <a:ext cx="5630974" cy="71494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4976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A81183-DE0F-4A5E-70F9-E064EFF033F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A250B2F-C347-B220-3428-3B2655FAB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A8FA683-7432-CCC3-1559-EF809537C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728543" cy="2272793"/>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112278B5-00D4-A877-5051-C0799115BC25}"/>
              </a:ext>
            </a:extLst>
          </p:cNvPr>
          <p:cNvSpPr>
            <a:spLocks noGrp="1"/>
          </p:cNvSpPr>
          <p:nvPr>
            <p:ph type="title"/>
          </p:nvPr>
        </p:nvSpPr>
        <p:spPr>
          <a:xfrm>
            <a:off x="940125" y="671967"/>
            <a:ext cx="7765869" cy="1467006"/>
          </a:xfrm>
        </p:spPr>
        <p:txBody>
          <a:bodyPr>
            <a:normAutofit/>
          </a:bodyPr>
          <a:lstStyle/>
          <a:p>
            <a:r>
              <a:rPr lang="es-CL" dirty="0"/>
              <a:t>Redes neuronales y </a:t>
            </a:r>
            <a:r>
              <a:rPr lang="es-CL" dirty="0" err="1"/>
              <a:t>retropropagación</a:t>
            </a:r>
            <a:endParaRPr lang="es-CL" dirty="0"/>
          </a:p>
        </p:txBody>
      </p:sp>
      <p:sp>
        <p:nvSpPr>
          <p:cNvPr id="9" name="Content Placeholder 8">
            <a:extLst>
              <a:ext uri="{FF2B5EF4-FFF2-40B4-BE49-F238E27FC236}">
                <a16:creationId xmlns:a16="http://schemas.microsoft.com/office/drawing/2014/main" id="{CDFCADCE-4EA2-F79F-59AF-092910C3F677}"/>
              </a:ext>
            </a:extLst>
          </p:cNvPr>
          <p:cNvSpPr>
            <a:spLocks noGrp="1"/>
          </p:cNvSpPr>
          <p:nvPr>
            <p:ph idx="1"/>
          </p:nvPr>
        </p:nvSpPr>
        <p:spPr>
          <a:xfrm>
            <a:off x="940125" y="2423287"/>
            <a:ext cx="4100187" cy="4318619"/>
          </a:xfrm>
        </p:spPr>
        <p:txBody>
          <a:bodyPr>
            <a:normAutofit/>
          </a:bodyPr>
          <a:lstStyle/>
          <a:p>
            <a:pPr>
              <a:buNone/>
            </a:pPr>
            <a:r>
              <a:rPr lang="es-ES" sz="1600" b="1" dirty="0"/>
              <a:t>¿Cómo se entrena?</a:t>
            </a:r>
          </a:p>
          <a:p>
            <a:pPr>
              <a:buFont typeface="+mj-lt"/>
              <a:buAutoNum type="arabicPeriod"/>
            </a:pPr>
            <a:r>
              <a:rPr lang="es-ES" sz="1600" b="1" dirty="0"/>
              <a:t>Inicialización de pesos aleatoria</a:t>
            </a:r>
            <a:r>
              <a:rPr lang="es-ES" sz="1600" dirty="0"/>
              <a:t>.</a:t>
            </a:r>
          </a:p>
          <a:p>
            <a:pPr>
              <a:buFont typeface="+mj-lt"/>
              <a:buAutoNum type="arabicPeriod"/>
            </a:pPr>
            <a:r>
              <a:rPr lang="es-ES" sz="1600" b="1" dirty="0"/>
              <a:t>Cálculo del error</a:t>
            </a:r>
            <a:r>
              <a:rPr lang="es-ES" sz="1600" dirty="0"/>
              <a:t>: Se compara la predicción con el valor real (por ejemplo, usando una función de pérdida como el </a:t>
            </a:r>
            <a:r>
              <a:rPr lang="es-ES" sz="1600"/>
              <a:t>error cuadrático).</a:t>
            </a:r>
            <a:endParaRPr lang="es-ES" sz="1600" dirty="0"/>
          </a:p>
          <a:p>
            <a:pPr>
              <a:buFont typeface="+mj-lt"/>
              <a:buAutoNum type="arabicPeriod"/>
            </a:pPr>
            <a:r>
              <a:rPr lang="es-ES" sz="1600" b="1" dirty="0" err="1"/>
              <a:t>Retropropagación</a:t>
            </a:r>
            <a:r>
              <a:rPr lang="es-ES" sz="1600" b="1" dirty="0"/>
              <a:t> (</a:t>
            </a:r>
            <a:r>
              <a:rPr lang="es-ES" sz="1600" b="1" dirty="0" err="1"/>
              <a:t>backpropagation</a:t>
            </a:r>
            <a:r>
              <a:rPr lang="es-ES" sz="1600" b="1" dirty="0"/>
              <a:t>)</a:t>
            </a:r>
            <a:r>
              <a:rPr lang="es-ES" sz="1600" dirty="0"/>
              <a:t>: Se calcula el gradiente del error respecto a cada peso usando derivadas parciales (regla de la cadena).</a:t>
            </a:r>
          </a:p>
          <a:p>
            <a:pPr>
              <a:buFont typeface="+mj-lt"/>
              <a:buAutoNum type="arabicPeriod"/>
            </a:pPr>
            <a:r>
              <a:rPr lang="es-ES" sz="1600" b="1" dirty="0"/>
              <a:t>Actualización de pesos</a:t>
            </a:r>
            <a:r>
              <a:rPr lang="es-ES" sz="1600" dirty="0"/>
              <a:t>: Usando gradiente descendente u otro optimizador, se ajustan los pesos para reducir el error.</a:t>
            </a:r>
          </a:p>
          <a:p>
            <a:pPr>
              <a:buFont typeface="+mj-lt"/>
              <a:buAutoNum type="arabicPeriod"/>
            </a:pPr>
            <a:r>
              <a:rPr lang="es-ES" sz="1600" b="1" dirty="0"/>
              <a:t>Repetición</a:t>
            </a:r>
            <a:r>
              <a:rPr lang="es-ES" sz="1600" dirty="0"/>
              <a:t>: El proceso se repite con muchos ejemplos hasta que la red aprende patrones generalizables</a:t>
            </a:r>
          </a:p>
          <a:p>
            <a:pPr>
              <a:buNone/>
            </a:pPr>
            <a:endParaRPr lang="en-US" sz="1900" dirty="0"/>
          </a:p>
        </p:txBody>
      </p:sp>
      <p:pic>
        <p:nvPicPr>
          <p:cNvPr id="5" name="Marcador de contenido 4" descr="Diagrama&#10;&#10;El contenido generado por IA puede ser incorrecto.">
            <a:extLst>
              <a:ext uri="{FF2B5EF4-FFF2-40B4-BE49-F238E27FC236}">
                <a16:creationId xmlns:a16="http://schemas.microsoft.com/office/drawing/2014/main" id="{0C86293D-3F4B-F016-34C3-1FAB0BEA664D}"/>
              </a:ext>
            </a:extLst>
          </p:cNvPr>
          <p:cNvPicPr>
            <a:picLocks noChangeAspect="1"/>
          </p:cNvPicPr>
          <p:nvPr/>
        </p:nvPicPr>
        <p:blipFill>
          <a:blip r:embed="rId2"/>
          <a:stretch>
            <a:fillRect/>
          </a:stretch>
        </p:blipFill>
        <p:spPr>
          <a:xfrm>
            <a:off x="5555726" y="3157165"/>
            <a:ext cx="3959246" cy="2642796"/>
          </a:xfrm>
          <a:prstGeom prst="rect">
            <a:avLst/>
          </a:prstGeom>
        </p:spPr>
      </p:pic>
      <p:sp>
        <p:nvSpPr>
          <p:cNvPr id="16" name="Freeform: Shape 15">
            <a:extLst>
              <a:ext uri="{FF2B5EF4-FFF2-40B4-BE49-F238E27FC236}">
                <a16:creationId xmlns:a16="http://schemas.microsoft.com/office/drawing/2014/main" id="{A95DDD6A-B8CA-1513-A38A-EC8CD06DA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49650" y="6844729"/>
            <a:ext cx="5630974" cy="71494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06392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D6026EB-A501-DE8E-A92E-282CE021519C}"/>
              </a:ext>
            </a:extLst>
          </p:cNvPr>
          <p:cNvSpPr>
            <a:spLocks noGrp="1"/>
          </p:cNvSpPr>
          <p:nvPr>
            <p:ph type="title"/>
          </p:nvPr>
        </p:nvSpPr>
        <p:spPr>
          <a:xfrm>
            <a:off x="4604190" y="416331"/>
            <a:ext cx="4891624" cy="1072109"/>
          </a:xfrm>
        </p:spPr>
        <p:txBody>
          <a:bodyPr vert="horz" lIns="91440" tIns="45720" rIns="91440" bIns="45720" rtlCol="0" anchor="b">
            <a:normAutofit fontScale="90000"/>
          </a:bodyPr>
          <a:lstStyle/>
          <a:p>
            <a:pPr defTabSz="914400"/>
            <a:r>
              <a:rPr lang="en-US" sz="3600" b="1" kern="1200" dirty="0">
                <a:solidFill>
                  <a:schemeClr val="tx1"/>
                </a:solidFill>
                <a:latin typeface="+mj-lt"/>
                <a:ea typeface="+mj-ea"/>
                <a:cs typeface="+mj-cs"/>
              </a:rPr>
              <a:t>Enfoques de IA: Simbólico vs. Redes Neuronales</a:t>
            </a:r>
          </a:p>
        </p:txBody>
      </p:sp>
      <p:pic>
        <p:nvPicPr>
          <p:cNvPr id="5" name="Marcador de contenido 4" descr="Esquema electrónico y multímetro">
            <a:extLst>
              <a:ext uri="{FF2B5EF4-FFF2-40B4-BE49-F238E27FC236}">
                <a16:creationId xmlns:a16="http://schemas.microsoft.com/office/drawing/2014/main" id="{4CCE189A-ABBA-42BE-AA23-8E93A4B971F2}"/>
              </a:ext>
            </a:extLst>
          </p:cNvPr>
          <p:cNvPicPr>
            <a:picLocks noGrp="1" noChangeAspect="1"/>
          </p:cNvPicPr>
          <p:nvPr>
            <p:ph sz="half" idx="1"/>
          </p:nvPr>
        </p:nvPicPr>
        <p:blipFill>
          <a:blip r:embed="rId3"/>
          <a:srcRect l="33333" r="30818" b="-1"/>
          <a:stretch/>
        </p:blipFill>
        <p:spPr>
          <a:xfrm>
            <a:off x="20" y="10"/>
            <a:ext cx="4059951" cy="7559665"/>
          </a:xfrm>
          <a:prstGeom prst="rect">
            <a:avLst/>
          </a:prstGeom>
        </p:spPr>
      </p:pic>
      <p:sp>
        <p:nvSpPr>
          <p:cNvPr id="4" name="Marcador de contenido 3">
            <a:extLst>
              <a:ext uri="{FF2B5EF4-FFF2-40B4-BE49-F238E27FC236}">
                <a16:creationId xmlns:a16="http://schemas.microsoft.com/office/drawing/2014/main" id="{295F3455-04B3-A9C2-9F43-E0F85F9A595A}"/>
              </a:ext>
            </a:extLst>
          </p:cNvPr>
          <p:cNvSpPr>
            <a:spLocks noGrp="1"/>
          </p:cNvSpPr>
          <p:nvPr>
            <p:ph sz="half" idx="2"/>
          </p:nvPr>
        </p:nvSpPr>
        <p:spPr>
          <a:xfrm>
            <a:off x="4297680" y="1691640"/>
            <a:ext cx="5198134" cy="5679439"/>
          </a:xfrm>
        </p:spPr>
        <p:txBody>
          <a:bodyPr vert="horz" lIns="91440" tIns="45720" rIns="91440" bIns="45720" rtlCol="0">
            <a:normAutofit/>
          </a:bodyPr>
          <a:lstStyle/>
          <a:p>
            <a:pPr indent="-228600" defTabSz="914400">
              <a:lnSpc>
                <a:spcPct val="120000"/>
              </a:lnSpc>
            </a:pPr>
            <a:r>
              <a:rPr lang="en-US" sz="2400" dirty="0"/>
              <a:t>El </a:t>
            </a:r>
            <a:r>
              <a:rPr lang="en-US" sz="2400" dirty="0" err="1"/>
              <a:t>enfoque</a:t>
            </a:r>
            <a:r>
              <a:rPr lang="en-US" sz="2400" dirty="0"/>
              <a:t> </a:t>
            </a:r>
            <a:r>
              <a:rPr lang="en-US" sz="2400" dirty="0" err="1"/>
              <a:t>simbólico</a:t>
            </a:r>
            <a:r>
              <a:rPr lang="en-US" sz="2400" dirty="0"/>
              <a:t> se </a:t>
            </a:r>
            <a:r>
              <a:rPr lang="en-US" sz="2400" dirty="0" err="1"/>
              <a:t>basa</a:t>
            </a:r>
            <a:r>
              <a:rPr lang="en-US" sz="2400" dirty="0"/>
              <a:t> </a:t>
            </a:r>
            <a:r>
              <a:rPr lang="en-US" sz="2400" dirty="0" err="1"/>
              <a:t>en</a:t>
            </a:r>
            <a:r>
              <a:rPr lang="en-US" sz="2400" dirty="0"/>
              <a:t> </a:t>
            </a:r>
            <a:r>
              <a:rPr lang="en-US" sz="2400" dirty="0" err="1"/>
              <a:t>reglas</a:t>
            </a:r>
            <a:r>
              <a:rPr lang="en-US" sz="2400" dirty="0"/>
              <a:t> </a:t>
            </a:r>
            <a:r>
              <a:rPr lang="en-US" sz="2400" dirty="0" err="1"/>
              <a:t>lógicas</a:t>
            </a:r>
            <a:r>
              <a:rPr lang="en-US" sz="2400" dirty="0"/>
              <a:t> y </a:t>
            </a:r>
            <a:r>
              <a:rPr lang="en-US" sz="2400" dirty="0" err="1"/>
              <a:t>representaciones</a:t>
            </a:r>
            <a:r>
              <a:rPr lang="en-US" sz="2400" dirty="0"/>
              <a:t> </a:t>
            </a:r>
            <a:r>
              <a:rPr lang="en-US" sz="2400" dirty="0" err="1"/>
              <a:t>explícitas</a:t>
            </a:r>
            <a:r>
              <a:rPr lang="en-US" sz="2400" dirty="0"/>
              <a:t>.</a:t>
            </a:r>
          </a:p>
          <a:p>
            <a:pPr indent="-228600" defTabSz="914400">
              <a:lnSpc>
                <a:spcPct val="120000"/>
              </a:lnSpc>
            </a:pPr>
            <a:r>
              <a:rPr lang="en-US" sz="2400" dirty="0"/>
              <a:t>Las redes </a:t>
            </a:r>
            <a:r>
              <a:rPr lang="en-US" sz="2400" dirty="0" err="1"/>
              <a:t>neuronales</a:t>
            </a:r>
            <a:r>
              <a:rPr lang="en-US" sz="2400" dirty="0"/>
              <a:t> </a:t>
            </a:r>
            <a:r>
              <a:rPr lang="en-US" sz="2400" dirty="0" err="1"/>
              <a:t>utilizan</a:t>
            </a:r>
            <a:r>
              <a:rPr lang="en-US" sz="2400" dirty="0"/>
              <a:t> </a:t>
            </a:r>
            <a:r>
              <a:rPr lang="en-US" sz="2400" dirty="0" err="1"/>
              <a:t>datos</a:t>
            </a:r>
            <a:r>
              <a:rPr lang="en-US" sz="2400" dirty="0"/>
              <a:t> y </a:t>
            </a:r>
            <a:r>
              <a:rPr lang="en-US" sz="2400" dirty="0" err="1"/>
              <a:t>aprendizaje</a:t>
            </a:r>
            <a:r>
              <a:rPr lang="en-US" sz="2400" dirty="0"/>
              <a:t> para </a:t>
            </a:r>
            <a:r>
              <a:rPr lang="en-US" sz="2400" dirty="0" err="1"/>
              <a:t>reconocer</a:t>
            </a:r>
            <a:r>
              <a:rPr lang="en-US" sz="2400" dirty="0"/>
              <a:t> </a:t>
            </a:r>
            <a:r>
              <a:rPr lang="en-US" sz="2400" dirty="0" err="1"/>
              <a:t>patrones</a:t>
            </a:r>
            <a:r>
              <a:rPr lang="en-US" sz="2400" dirty="0"/>
              <a:t>.</a:t>
            </a:r>
          </a:p>
          <a:p>
            <a:pPr indent="-228600" defTabSz="914400">
              <a:lnSpc>
                <a:spcPct val="120000"/>
              </a:lnSpc>
            </a:pPr>
            <a:r>
              <a:rPr lang="en-US" sz="2400" dirty="0"/>
              <a:t>El </a:t>
            </a:r>
            <a:r>
              <a:rPr lang="en-US" sz="2400" dirty="0" err="1"/>
              <a:t>enfoque</a:t>
            </a:r>
            <a:r>
              <a:rPr lang="en-US" sz="2400" dirty="0"/>
              <a:t> </a:t>
            </a:r>
            <a:r>
              <a:rPr lang="en-US" sz="2400" dirty="0" err="1"/>
              <a:t>simbólico</a:t>
            </a:r>
            <a:r>
              <a:rPr lang="en-US" sz="2400" dirty="0"/>
              <a:t> </a:t>
            </a:r>
            <a:r>
              <a:rPr lang="en-US" sz="2400" dirty="0" err="1"/>
              <a:t>busca</a:t>
            </a:r>
            <a:r>
              <a:rPr lang="en-US" sz="2400" dirty="0"/>
              <a:t> </a:t>
            </a:r>
            <a:r>
              <a:rPr lang="en-US" sz="2400" dirty="0" err="1"/>
              <a:t>replicar</a:t>
            </a:r>
            <a:r>
              <a:rPr lang="en-US" sz="2400" dirty="0"/>
              <a:t> </a:t>
            </a:r>
            <a:r>
              <a:rPr lang="en-US" sz="2400" dirty="0" err="1"/>
              <a:t>el</a:t>
            </a:r>
            <a:r>
              <a:rPr lang="en-US" sz="2400" dirty="0"/>
              <a:t> </a:t>
            </a:r>
            <a:r>
              <a:rPr lang="en-US" sz="2400" dirty="0" err="1"/>
              <a:t>razonamiento</a:t>
            </a:r>
            <a:r>
              <a:rPr lang="en-US" sz="2400" dirty="0"/>
              <a:t> </a:t>
            </a:r>
            <a:r>
              <a:rPr lang="en-US" sz="2400" dirty="0" err="1"/>
              <a:t>humano</a:t>
            </a:r>
            <a:r>
              <a:rPr lang="en-US" sz="2400" dirty="0"/>
              <a:t>.</a:t>
            </a:r>
          </a:p>
          <a:p>
            <a:pPr indent="-228600" defTabSz="914400">
              <a:lnSpc>
                <a:spcPct val="120000"/>
              </a:lnSpc>
            </a:pPr>
            <a:r>
              <a:rPr lang="en-US" sz="2400" dirty="0"/>
              <a:t>Las redes </a:t>
            </a:r>
            <a:r>
              <a:rPr lang="en-US" sz="2400" dirty="0" err="1"/>
              <a:t>neuronales</a:t>
            </a:r>
            <a:r>
              <a:rPr lang="en-US" sz="2400" dirty="0"/>
              <a:t> </a:t>
            </a:r>
            <a:r>
              <a:rPr lang="en-US" sz="2400" dirty="0" err="1"/>
              <a:t>manejan</a:t>
            </a:r>
            <a:r>
              <a:rPr lang="en-US" sz="2400" dirty="0"/>
              <a:t> </a:t>
            </a:r>
            <a:r>
              <a:rPr lang="en-US" sz="2400" dirty="0" err="1"/>
              <a:t>grandes</a:t>
            </a:r>
            <a:r>
              <a:rPr lang="en-US" sz="2400" dirty="0"/>
              <a:t> </a:t>
            </a:r>
            <a:r>
              <a:rPr lang="en-US" sz="2400" dirty="0" err="1"/>
              <a:t>volúmenes</a:t>
            </a:r>
            <a:r>
              <a:rPr lang="en-US" sz="2400" dirty="0"/>
              <a:t> de </a:t>
            </a:r>
            <a:r>
              <a:rPr lang="en-US" sz="2400" dirty="0" err="1"/>
              <a:t>datos</a:t>
            </a:r>
            <a:r>
              <a:rPr lang="en-US" sz="2400" dirty="0"/>
              <a:t> para </a:t>
            </a:r>
            <a:r>
              <a:rPr lang="en-US" sz="2400" dirty="0" err="1"/>
              <a:t>entrenar</a:t>
            </a:r>
            <a:r>
              <a:rPr lang="en-US" sz="2400" dirty="0"/>
              <a:t> </a:t>
            </a:r>
            <a:r>
              <a:rPr lang="en-US" sz="2400" dirty="0" err="1"/>
              <a:t>modelos</a:t>
            </a:r>
            <a:r>
              <a:rPr lang="en-US" sz="2400" dirty="0"/>
              <a:t>.</a:t>
            </a:r>
          </a:p>
          <a:p>
            <a:pPr indent="-228600" defTabSz="914400">
              <a:lnSpc>
                <a:spcPct val="120000"/>
              </a:lnSpc>
            </a:pPr>
            <a:r>
              <a:rPr lang="en-US" sz="2400" dirty="0"/>
              <a:t>Ambos </a:t>
            </a:r>
            <a:r>
              <a:rPr lang="en-US" sz="2400" dirty="0" err="1"/>
              <a:t>enfoques</a:t>
            </a:r>
            <a:r>
              <a:rPr lang="en-US" sz="2400" dirty="0"/>
              <a:t> </a:t>
            </a:r>
            <a:r>
              <a:rPr lang="en-US" sz="2400" dirty="0" err="1"/>
              <a:t>tienen</a:t>
            </a:r>
            <a:r>
              <a:rPr lang="en-US" sz="2400" dirty="0"/>
              <a:t> sus </a:t>
            </a:r>
            <a:r>
              <a:rPr lang="en-US" sz="2400" dirty="0" err="1"/>
              <a:t>fortalezas</a:t>
            </a:r>
            <a:r>
              <a:rPr lang="en-US" sz="2400" dirty="0"/>
              <a:t> y </a:t>
            </a:r>
            <a:r>
              <a:rPr lang="en-US" sz="2400" dirty="0" err="1"/>
              <a:t>limitaciones</a:t>
            </a:r>
            <a:r>
              <a:rPr lang="en-US" sz="2400" dirty="0"/>
              <a:t> </a:t>
            </a:r>
            <a:r>
              <a:rPr lang="en-US" sz="2400" dirty="0" err="1"/>
              <a:t>en</a:t>
            </a:r>
            <a:r>
              <a:rPr lang="en-US" sz="2400" dirty="0"/>
              <a:t> IA.</a:t>
            </a:r>
          </a:p>
        </p:txBody>
      </p:sp>
    </p:spTree>
    <p:extLst>
      <p:ext uri="{BB962C8B-B14F-4D97-AF65-F5344CB8AC3E}">
        <p14:creationId xmlns:p14="http://schemas.microsoft.com/office/powerpoint/2010/main" val="970866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279903-6119-8299-7F07-E0BDB4A47058}"/>
              </a:ext>
            </a:extLst>
          </p:cNvPr>
          <p:cNvSpPr>
            <a:spLocks noGrp="1"/>
          </p:cNvSpPr>
          <p:nvPr>
            <p:ph type="title"/>
          </p:nvPr>
        </p:nvSpPr>
        <p:spPr>
          <a:xfrm>
            <a:off x="4624486" y="416331"/>
            <a:ext cx="4891624" cy="762229"/>
          </a:xfrm>
        </p:spPr>
        <p:txBody>
          <a:bodyPr vert="horz" lIns="91440" tIns="45720" rIns="91440" bIns="45720" rtlCol="0" anchor="b">
            <a:normAutofit fontScale="90000"/>
          </a:bodyPr>
          <a:lstStyle/>
          <a:p>
            <a:pPr defTabSz="914400"/>
            <a:r>
              <a:rPr lang="en-US" sz="3600" b="1" kern="1200" dirty="0" err="1">
                <a:solidFill>
                  <a:schemeClr val="tx1"/>
                </a:solidFill>
                <a:latin typeface="+mj-lt"/>
                <a:ea typeface="+mj-ea"/>
                <a:cs typeface="+mj-cs"/>
              </a:rPr>
              <a:t>Ejemplo</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enfoque</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simbólico</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a:t>
            </a:r>
            <a:r>
              <a:rPr lang="en-US" sz="3600" b="1" kern="1200" dirty="0">
                <a:solidFill>
                  <a:schemeClr val="tx1"/>
                </a:solidFill>
                <a:latin typeface="+mj-lt"/>
                <a:ea typeface="+mj-ea"/>
                <a:cs typeface="+mj-cs"/>
              </a:rPr>
              <a:t> IA</a:t>
            </a:r>
          </a:p>
        </p:txBody>
      </p:sp>
      <p:pic>
        <p:nvPicPr>
          <p:cNvPr id="5" name="Marcador de contenido 4" descr="Juego de ajedrez de metal de piezas de oro y plata en tablero de ajedrez">
            <a:extLst>
              <a:ext uri="{FF2B5EF4-FFF2-40B4-BE49-F238E27FC236}">
                <a16:creationId xmlns:a16="http://schemas.microsoft.com/office/drawing/2014/main" id="{24109668-B1A6-42B8-B6C7-79E96CCBA473}"/>
              </a:ext>
            </a:extLst>
          </p:cNvPr>
          <p:cNvPicPr>
            <a:picLocks noGrp="1" noChangeAspect="1"/>
          </p:cNvPicPr>
          <p:nvPr>
            <p:ph sz="half" idx="1"/>
          </p:nvPr>
        </p:nvPicPr>
        <p:blipFill>
          <a:blip r:embed="rId3"/>
          <a:srcRect l="35272" r="27806" b="1"/>
          <a:stretch/>
        </p:blipFill>
        <p:spPr>
          <a:xfrm>
            <a:off x="20" y="0"/>
            <a:ext cx="4059951" cy="7559665"/>
          </a:xfrm>
          <a:prstGeom prst="rect">
            <a:avLst/>
          </a:prstGeom>
        </p:spPr>
      </p:pic>
      <p:sp>
        <p:nvSpPr>
          <p:cNvPr id="4" name="Marcador de contenido 3">
            <a:extLst>
              <a:ext uri="{FF2B5EF4-FFF2-40B4-BE49-F238E27FC236}">
                <a16:creationId xmlns:a16="http://schemas.microsoft.com/office/drawing/2014/main" id="{1CEB2479-D216-858F-FD6E-7C93782B1E4F}"/>
              </a:ext>
            </a:extLst>
          </p:cNvPr>
          <p:cNvSpPr>
            <a:spLocks noGrp="1"/>
          </p:cNvSpPr>
          <p:nvPr>
            <p:ph sz="half" idx="2"/>
          </p:nvPr>
        </p:nvSpPr>
        <p:spPr>
          <a:xfrm>
            <a:off x="4604190" y="1178560"/>
            <a:ext cx="4891624" cy="5776341"/>
          </a:xfrm>
        </p:spPr>
        <p:txBody>
          <a:bodyPr vert="horz" lIns="91440" tIns="45720" rIns="91440" bIns="45720" rtlCol="0">
            <a:normAutofit/>
          </a:bodyPr>
          <a:lstStyle/>
          <a:p>
            <a:pPr defTabSz="914400">
              <a:lnSpc>
                <a:spcPct val="120000"/>
              </a:lnSpc>
            </a:pPr>
            <a:r>
              <a:rPr lang="es-ES" sz="1700" b="1" dirty="0"/>
              <a:t>Estados y Operaciones</a:t>
            </a:r>
            <a:r>
              <a:rPr lang="es-ES" sz="1700" dirty="0"/>
              <a:t>:</a:t>
            </a:r>
          </a:p>
          <a:p>
            <a:pPr defTabSz="914400">
              <a:lnSpc>
                <a:spcPct val="120000"/>
              </a:lnSpc>
            </a:pPr>
            <a:r>
              <a:rPr lang="es-ES" sz="1700" b="1" dirty="0"/>
              <a:t>Tablero</a:t>
            </a:r>
            <a:r>
              <a:rPr lang="es-ES" sz="1700" dirty="0"/>
              <a:t>: El tablero puede ser representado como una matriz de 8x8 donde cada casilla contiene información sobre la pieza que la ocupa (si la hay).</a:t>
            </a:r>
          </a:p>
          <a:p>
            <a:pPr defTabSz="914400">
              <a:lnSpc>
                <a:spcPct val="120000"/>
              </a:lnSpc>
            </a:pPr>
            <a:r>
              <a:rPr lang="es-ES" sz="1700" b="1" dirty="0"/>
              <a:t>Representación</a:t>
            </a:r>
            <a:r>
              <a:rPr lang="es-ES" sz="1700" dirty="0"/>
              <a:t>: tablero</a:t>
            </a:r>
          </a:p>
          <a:p>
            <a:pPr defTabSz="914400">
              <a:lnSpc>
                <a:spcPct val="120000"/>
              </a:lnSpc>
            </a:pPr>
            <a:r>
              <a:rPr lang="es-ES" sz="1700" b="1" dirty="0"/>
              <a:t>Piezas</a:t>
            </a:r>
            <a:r>
              <a:rPr lang="es-ES" sz="1700" dirty="0"/>
              <a:t>: Cada pieza puede ser representada por un símbolo y su posición en el tablero.</a:t>
            </a:r>
          </a:p>
          <a:p>
            <a:pPr defTabSz="914400">
              <a:lnSpc>
                <a:spcPct val="120000"/>
              </a:lnSpc>
            </a:pPr>
            <a:r>
              <a:rPr lang="es-ES" sz="1700" b="1" dirty="0"/>
              <a:t>Representación</a:t>
            </a:r>
            <a:r>
              <a:rPr lang="es-ES" sz="1700" dirty="0"/>
              <a:t>: </a:t>
            </a:r>
            <a:r>
              <a:rPr lang="es-ES" sz="1700" dirty="0" err="1"/>
              <a:t>Rey_blanco</a:t>
            </a:r>
            <a:r>
              <a:rPr lang="es-ES" sz="1700" dirty="0"/>
              <a:t> = (E1), </a:t>
            </a:r>
          </a:p>
          <a:p>
            <a:pPr defTabSz="914400">
              <a:lnSpc>
                <a:spcPct val="120000"/>
              </a:lnSpc>
            </a:pPr>
            <a:r>
              <a:rPr lang="es-ES" sz="1700" dirty="0" err="1"/>
              <a:t>Torre_blanca</a:t>
            </a:r>
            <a:r>
              <a:rPr lang="es-ES" sz="1700" dirty="0"/>
              <a:t> = (H1), </a:t>
            </a:r>
          </a:p>
          <a:p>
            <a:pPr defTabSz="914400">
              <a:lnSpc>
                <a:spcPct val="120000"/>
              </a:lnSpc>
            </a:pPr>
            <a:r>
              <a:rPr lang="es-ES" sz="1700" dirty="0" err="1"/>
              <a:t>Peón_negro</a:t>
            </a:r>
            <a:r>
              <a:rPr lang="es-ES" sz="1700" dirty="0"/>
              <a:t> = (D7)</a:t>
            </a:r>
          </a:p>
          <a:p>
            <a:pPr defTabSz="914400">
              <a:lnSpc>
                <a:spcPct val="120000"/>
              </a:lnSpc>
            </a:pPr>
            <a:r>
              <a:rPr lang="es-ES" sz="1700" b="1" dirty="0"/>
              <a:t>Movimientos</a:t>
            </a:r>
            <a:r>
              <a:rPr lang="es-ES" sz="1700" dirty="0"/>
              <a:t>: Los movimientos posibles pueden ser representados como una lista de coordenadas.</a:t>
            </a:r>
          </a:p>
          <a:p>
            <a:pPr defTabSz="914400">
              <a:lnSpc>
                <a:spcPct val="120000"/>
              </a:lnSpc>
            </a:pPr>
            <a:r>
              <a:rPr lang="es-ES" sz="1700" b="1" dirty="0"/>
              <a:t>Representación</a:t>
            </a:r>
            <a:r>
              <a:rPr lang="es-ES" sz="1700" dirty="0"/>
              <a:t>: </a:t>
            </a:r>
            <a:r>
              <a:rPr lang="es-ES" sz="1700" dirty="0" err="1"/>
              <a:t>movimientos_peón</a:t>
            </a:r>
            <a:r>
              <a:rPr lang="es-ES" sz="1700" dirty="0"/>
              <a:t> = [(D7, D6), (D7, D5)]</a:t>
            </a:r>
            <a:endParaRPr lang="en-US" sz="1700" dirty="0"/>
          </a:p>
        </p:txBody>
      </p:sp>
    </p:spTree>
    <p:extLst>
      <p:ext uri="{BB962C8B-B14F-4D97-AF65-F5344CB8AC3E}">
        <p14:creationId xmlns:p14="http://schemas.microsoft.com/office/powerpoint/2010/main" val="2175780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6C71DD-FBAF-4DCD-12B6-096A9270080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B98517-1393-0F99-E5B7-3D1312F88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80827CE-D50F-87BC-1A70-9C0DD7798EF2}"/>
              </a:ext>
            </a:extLst>
          </p:cNvPr>
          <p:cNvSpPr>
            <a:spLocks noGrp="1"/>
          </p:cNvSpPr>
          <p:nvPr>
            <p:ph type="title"/>
          </p:nvPr>
        </p:nvSpPr>
        <p:spPr>
          <a:xfrm>
            <a:off x="4624486" y="416331"/>
            <a:ext cx="4891624" cy="762229"/>
          </a:xfrm>
        </p:spPr>
        <p:txBody>
          <a:bodyPr vert="horz" lIns="91440" tIns="45720" rIns="91440" bIns="45720" rtlCol="0" anchor="b">
            <a:normAutofit fontScale="90000"/>
          </a:bodyPr>
          <a:lstStyle/>
          <a:p>
            <a:pPr defTabSz="914400"/>
            <a:r>
              <a:rPr lang="en-US" sz="3600" b="1" kern="1200" dirty="0" err="1">
                <a:solidFill>
                  <a:schemeClr val="tx1"/>
                </a:solidFill>
                <a:latin typeface="+mj-lt"/>
                <a:ea typeface="+mj-ea"/>
                <a:cs typeface="+mj-cs"/>
              </a:rPr>
              <a:t>Ejemplo</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enfoque</a:t>
            </a:r>
            <a:r>
              <a:rPr lang="en-US" sz="3600" b="1" kern="1200" dirty="0">
                <a:solidFill>
                  <a:schemeClr val="tx1"/>
                </a:solidFill>
                <a:latin typeface="+mj-lt"/>
                <a:ea typeface="+mj-ea"/>
                <a:cs typeface="+mj-cs"/>
              </a:rPr>
              <a:t> de red neuronal </a:t>
            </a:r>
            <a:r>
              <a:rPr lang="en-US" sz="3600" b="1" kern="1200" dirty="0" err="1">
                <a:solidFill>
                  <a:schemeClr val="tx1"/>
                </a:solidFill>
                <a:latin typeface="+mj-lt"/>
                <a:ea typeface="+mj-ea"/>
                <a:cs typeface="+mj-cs"/>
              </a:rPr>
              <a:t>en</a:t>
            </a:r>
            <a:r>
              <a:rPr lang="en-US" sz="3600" b="1" kern="1200" dirty="0">
                <a:solidFill>
                  <a:schemeClr val="tx1"/>
                </a:solidFill>
                <a:latin typeface="+mj-lt"/>
                <a:ea typeface="+mj-ea"/>
                <a:cs typeface="+mj-cs"/>
              </a:rPr>
              <a:t> IA</a:t>
            </a:r>
          </a:p>
        </p:txBody>
      </p:sp>
      <p:pic>
        <p:nvPicPr>
          <p:cNvPr id="5" name="Marcador de contenido 4" descr="Juego de ajedrez de metal de piezas de oro y plata en tablero de ajedrez">
            <a:extLst>
              <a:ext uri="{FF2B5EF4-FFF2-40B4-BE49-F238E27FC236}">
                <a16:creationId xmlns:a16="http://schemas.microsoft.com/office/drawing/2014/main" id="{2DBA3030-AEA6-E0AE-AC78-FEE283EC0A74}"/>
              </a:ext>
            </a:extLst>
          </p:cNvPr>
          <p:cNvPicPr>
            <a:picLocks noGrp="1" noChangeAspect="1"/>
          </p:cNvPicPr>
          <p:nvPr>
            <p:ph sz="half" idx="1"/>
          </p:nvPr>
        </p:nvPicPr>
        <p:blipFill>
          <a:blip r:embed="rId3"/>
          <a:srcRect l="35272" r="27806" b="1"/>
          <a:stretch/>
        </p:blipFill>
        <p:spPr>
          <a:xfrm>
            <a:off x="20" y="0"/>
            <a:ext cx="4059951" cy="7559665"/>
          </a:xfrm>
          <a:prstGeom prst="rect">
            <a:avLst/>
          </a:prstGeom>
        </p:spPr>
      </p:pic>
      <p:sp>
        <p:nvSpPr>
          <p:cNvPr id="4" name="Marcador de contenido 3">
            <a:extLst>
              <a:ext uri="{FF2B5EF4-FFF2-40B4-BE49-F238E27FC236}">
                <a16:creationId xmlns:a16="http://schemas.microsoft.com/office/drawing/2014/main" id="{37337B43-EDA5-B8C8-D8A0-CBAB2CD7A9F6}"/>
              </a:ext>
            </a:extLst>
          </p:cNvPr>
          <p:cNvSpPr>
            <a:spLocks noGrp="1"/>
          </p:cNvSpPr>
          <p:nvPr>
            <p:ph sz="half" idx="2"/>
          </p:nvPr>
        </p:nvSpPr>
        <p:spPr>
          <a:xfrm>
            <a:off x="4604190" y="1178560"/>
            <a:ext cx="4891624" cy="5776341"/>
          </a:xfrm>
        </p:spPr>
        <p:txBody>
          <a:bodyPr vert="horz" lIns="91440" tIns="45720" rIns="91440" bIns="45720" rtlCol="0">
            <a:normAutofit/>
          </a:bodyPr>
          <a:lstStyle/>
          <a:p>
            <a:pPr>
              <a:buNone/>
            </a:pPr>
            <a:r>
              <a:rPr lang="es-ES" sz="1800" b="1" kern="100" dirty="0">
                <a:latin typeface="Aptos" panose="020B0004020202020204" pitchFamily="34" charset="0"/>
                <a:cs typeface="Times New Roman" panose="02020603050405020304" pitchFamily="18" charset="0"/>
              </a:rPr>
              <a:t>Reconocer un "jaque mate" en ajedrez</a:t>
            </a:r>
          </a:p>
          <a:p>
            <a:r>
              <a:rPr lang="es-ES" sz="1800" kern="100" dirty="0">
                <a:latin typeface="Aptos" panose="020B0004020202020204" pitchFamily="34" charset="0"/>
                <a:cs typeface="Times New Roman" panose="02020603050405020304" pitchFamily="18" charset="0"/>
              </a:rPr>
              <a:t>Objetivo: Identificar si un tablero dado está en estado de jaque mate (el rey no puede moverse sin ser capturado).</a:t>
            </a:r>
          </a:p>
          <a:p>
            <a:pPr>
              <a:lnSpc>
                <a:spcPct val="107000"/>
              </a:lnSpc>
              <a:spcAft>
                <a:spcPts val="800"/>
              </a:spcAft>
              <a:buNone/>
            </a:pPr>
            <a:r>
              <a:rPr lang="es-CL" sz="1800" b="1" kern="100" dirty="0">
                <a:latin typeface="Aptos" panose="020B0004020202020204" pitchFamily="34" charset="0"/>
                <a:cs typeface="Times New Roman" panose="02020603050405020304" pitchFamily="18" charset="0"/>
              </a:rPr>
              <a:t>Cómo lo enfocaría:</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Entrada: Una representación del tablero (</a:t>
            </a:r>
            <a:r>
              <a:rPr lang="es-CL" sz="1800" kern="100" dirty="0" err="1">
                <a:effectLst/>
                <a:latin typeface="Aptos" panose="020B0004020202020204" pitchFamily="34" charset="0"/>
                <a:ea typeface="Aptos" panose="020B0004020202020204" pitchFamily="34" charset="0"/>
                <a:cs typeface="Times New Roman" panose="02020603050405020304" pitchFamily="18" charset="0"/>
              </a:rPr>
              <a:t>ej</a:t>
            </a:r>
            <a:r>
              <a:rPr lang="es-CL" sz="1800" kern="100" dirty="0">
                <a:effectLst/>
                <a:latin typeface="Aptos" panose="020B0004020202020204" pitchFamily="34" charset="0"/>
                <a:ea typeface="Aptos" panose="020B0004020202020204" pitchFamily="34" charset="0"/>
                <a:cs typeface="Times New Roman" panose="02020603050405020304" pitchFamily="18" charset="0"/>
              </a:rPr>
              <a:t>: matriz 8x8 donde cada casilla tiene un número que representa una pieza: 6 = rey, 1 = peón, 0 = vacío, etc.).</a:t>
            </a:r>
          </a:p>
          <a:p>
            <a:pPr marL="342900" lvl="0" indent="-342900">
              <a:lnSpc>
                <a:spcPct val="107000"/>
              </a:lnSpc>
              <a:spcAft>
                <a:spcPts val="800"/>
              </a:spcAft>
              <a:buSzPts val="1000"/>
              <a:buFont typeface="Symbol" panose="05050102010706020507" pitchFamily="18" charset="2"/>
              <a:buChar char=""/>
              <a:tabLst>
                <a:tab pos="457200" algn="l"/>
              </a:tabLst>
            </a:pPr>
            <a:r>
              <a:rPr lang="es-CL" sz="1800" kern="100" dirty="0">
                <a:effectLst/>
                <a:latin typeface="Aptos" panose="020B0004020202020204" pitchFamily="34" charset="0"/>
                <a:ea typeface="Aptos" panose="020B0004020202020204" pitchFamily="34" charset="0"/>
                <a:cs typeface="Times New Roman" panose="02020603050405020304" pitchFamily="18" charset="0"/>
              </a:rPr>
              <a:t>Salida: Probabilidad entre 0 y 1 de que sea jaque mate.</a:t>
            </a:r>
          </a:p>
          <a:p>
            <a:pPr defTabSz="914400">
              <a:lnSpc>
                <a:spcPct val="120000"/>
              </a:lnSpc>
            </a:pPr>
            <a:endParaRPr lang="en-US" sz="1700" dirty="0"/>
          </a:p>
        </p:txBody>
      </p:sp>
    </p:spTree>
    <p:extLst>
      <p:ext uri="{BB962C8B-B14F-4D97-AF65-F5344CB8AC3E}">
        <p14:creationId xmlns:p14="http://schemas.microsoft.com/office/powerpoint/2010/main" val="279237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FD905E-7DED-3EBA-43FC-6776FB7ACF3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A8EE32-7686-095E-A7D9-CDE3D2FF3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1695E5-9E7B-61F6-429E-B131A8B213A3}"/>
              </a:ext>
            </a:extLst>
          </p:cNvPr>
          <p:cNvSpPr>
            <a:spLocks noGrp="1"/>
          </p:cNvSpPr>
          <p:nvPr>
            <p:ph type="title"/>
          </p:nvPr>
        </p:nvSpPr>
        <p:spPr>
          <a:xfrm>
            <a:off x="4624486" y="416331"/>
            <a:ext cx="4891624" cy="762229"/>
          </a:xfrm>
        </p:spPr>
        <p:txBody>
          <a:bodyPr vert="horz" lIns="91440" tIns="45720" rIns="91440" bIns="45720" rtlCol="0" anchor="b">
            <a:normAutofit fontScale="90000"/>
          </a:bodyPr>
          <a:lstStyle/>
          <a:p>
            <a:pPr defTabSz="914400"/>
            <a:r>
              <a:rPr lang="en-US" sz="3600" b="1" kern="1200" dirty="0" err="1">
                <a:solidFill>
                  <a:schemeClr val="tx1"/>
                </a:solidFill>
                <a:latin typeface="+mj-lt"/>
                <a:ea typeface="+mj-ea"/>
                <a:cs typeface="+mj-cs"/>
              </a:rPr>
              <a:t>Ejemplo</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enfoque</a:t>
            </a:r>
            <a:r>
              <a:rPr lang="en-US" sz="3600" b="1" kern="1200" dirty="0">
                <a:solidFill>
                  <a:schemeClr val="tx1"/>
                </a:solidFill>
                <a:latin typeface="+mj-lt"/>
                <a:ea typeface="+mj-ea"/>
                <a:cs typeface="+mj-cs"/>
              </a:rPr>
              <a:t> de red neuronal </a:t>
            </a:r>
            <a:r>
              <a:rPr lang="en-US" sz="3600" b="1" kern="1200" dirty="0" err="1">
                <a:solidFill>
                  <a:schemeClr val="tx1"/>
                </a:solidFill>
                <a:latin typeface="+mj-lt"/>
                <a:ea typeface="+mj-ea"/>
                <a:cs typeface="+mj-cs"/>
              </a:rPr>
              <a:t>en</a:t>
            </a:r>
            <a:r>
              <a:rPr lang="en-US" sz="3600" b="1" kern="1200" dirty="0">
                <a:solidFill>
                  <a:schemeClr val="tx1"/>
                </a:solidFill>
                <a:latin typeface="+mj-lt"/>
                <a:ea typeface="+mj-ea"/>
                <a:cs typeface="+mj-cs"/>
              </a:rPr>
              <a:t> IA</a:t>
            </a:r>
          </a:p>
        </p:txBody>
      </p:sp>
      <p:pic>
        <p:nvPicPr>
          <p:cNvPr id="5" name="Marcador de contenido 4" descr="Juego de ajedrez de metal de piezas de oro y plata en tablero de ajedrez">
            <a:extLst>
              <a:ext uri="{FF2B5EF4-FFF2-40B4-BE49-F238E27FC236}">
                <a16:creationId xmlns:a16="http://schemas.microsoft.com/office/drawing/2014/main" id="{4D83FADA-B3F9-9005-DB28-751FD7F16669}"/>
              </a:ext>
            </a:extLst>
          </p:cNvPr>
          <p:cNvPicPr>
            <a:picLocks noGrp="1" noChangeAspect="1"/>
          </p:cNvPicPr>
          <p:nvPr>
            <p:ph sz="half" idx="1"/>
          </p:nvPr>
        </p:nvPicPr>
        <p:blipFill>
          <a:blip r:embed="rId3"/>
          <a:srcRect l="35272" r="27806" b="1"/>
          <a:stretch/>
        </p:blipFill>
        <p:spPr>
          <a:xfrm>
            <a:off x="20" y="0"/>
            <a:ext cx="4059951" cy="7559665"/>
          </a:xfrm>
          <a:prstGeom prst="rect">
            <a:avLst/>
          </a:prstGeom>
        </p:spPr>
      </p:pic>
      <p:sp>
        <p:nvSpPr>
          <p:cNvPr id="4" name="Marcador de contenido 3">
            <a:extLst>
              <a:ext uri="{FF2B5EF4-FFF2-40B4-BE49-F238E27FC236}">
                <a16:creationId xmlns:a16="http://schemas.microsoft.com/office/drawing/2014/main" id="{40AAB728-2150-6EE4-4E86-E0618F36E03E}"/>
              </a:ext>
            </a:extLst>
          </p:cNvPr>
          <p:cNvSpPr>
            <a:spLocks noGrp="1"/>
          </p:cNvSpPr>
          <p:nvPr>
            <p:ph sz="half" idx="2"/>
          </p:nvPr>
        </p:nvSpPr>
        <p:spPr>
          <a:xfrm>
            <a:off x="4604190" y="1178560"/>
            <a:ext cx="4891624" cy="5908040"/>
          </a:xfrm>
        </p:spPr>
        <p:txBody>
          <a:bodyPr vert="horz" lIns="91440" tIns="45720" rIns="91440" bIns="45720" rtlCol="0">
            <a:normAutofit fontScale="25000" lnSpcReduction="20000"/>
          </a:bodyPr>
          <a:lstStyle/>
          <a:p>
            <a:pPr defTabSz="914400">
              <a:lnSpc>
                <a:spcPct val="120000"/>
              </a:lnSpc>
            </a:pPr>
            <a:r>
              <a:rPr lang="es-ES" sz="9600" b="1" dirty="0"/>
              <a:t>Paso a Paso</a:t>
            </a:r>
            <a:r>
              <a:rPr lang="es-ES" sz="9600" dirty="0"/>
              <a:t>:</a:t>
            </a:r>
          </a:p>
          <a:p>
            <a:pPr defTabSz="914400">
              <a:lnSpc>
                <a:spcPct val="120000"/>
              </a:lnSpc>
            </a:pPr>
            <a:r>
              <a:rPr lang="es-ES" sz="9600" b="1" dirty="0"/>
              <a:t>Preprocesamiento</a:t>
            </a:r>
            <a:r>
              <a:rPr lang="es-ES" sz="9600" dirty="0"/>
              <a:t>:</a:t>
            </a:r>
          </a:p>
          <a:p>
            <a:pPr defTabSz="914400">
              <a:lnSpc>
                <a:spcPct val="120000"/>
              </a:lnSpc>
            </a:pPr>
            <a:r>
              <a:rPr lang="es-ES" sz="9600" dirty="0"/>
              <a:t>Convertir el tablero en un vector de 64 valores (8x8) normalizados (</a:t>
            </a:r>
            <a:r>
              <a:rPr lang="es-ES" sz="9600" dirty="0" err="1"/>
              <a:t>ej</a:t>
            </a:r>
            <a:r>
              <a:rPr lang="es-ES" sz="9600" dirty="0"/>
              <a:t>: /6 para que los números estén entre 0 y 1).</a:t>
            </a:r>
          </a:p>
          <a:p>
            <a:pPr defTabSz="914400">
              <a:lnSpc>
                <a:spcPct val="120000"/>
              </a:lnSpc>
            </a:pPr>
            <a:r>
              <a:rPr lang="es-ES" sz="9600" b="1" dirty="0"/>
              <a:t>Arquitectura de la Red</a:t>
            </a:r>
            <a:r>
              <a:rPr lang="es-ES" sz="9600" dirty="0"/>
              <a:t>:</a:t>
            </a:r>
          </a:p>
          <a:p>
            <a:pPr defTabSz="914400">
              <a:lnSpc>
                <a:spcPct val="120000"/>
              </a:lnSpc>
            </a:pPr>
            <a:r>
              <a:rPr lang="es-ES" sz="9600" dirty="0"/>
              <a:t>Capa de entrada: 64 neuronas (una por casilla).</a:t>
            </a:r>
          </a:p>
          <a:p>
            <a:pPr defTabSz="914400">
              <a:lnSpc>
                <a:spcPct val="120000"/>
              </a:lnSpc>
            </a:pPr>
            <a:r>
              <a:rPr lang="es-ES" sz="9600" dirty="0"/>
              <a:t>Capas ocultas (aprenden patrones): Neuronas que aprenden a detectar patrones como "rey rodeado", "amenazas diagonales“ (aunque es difícil examinar la red para saber qué patrones detecta una neurona).</a:t>
            </a:r>
          </a:p>
        </p:txBody>
      </p:sp>
    </p:spTree>
    <p:extLst>
      <p:ext uri="{BB962C8B-B14F-4D97-AF65-F5344CB8AC3E}">
        <p14:creationId xmlns:p14="http://schemas.microsoft.com/office/powerpoint/2010/main" val="3472638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BC0374-7755-349D-33D1-E5B1ACC12F6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6C26B6-CE3A-D110-9A33-A14FEBC78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78B3CA5-EBCD-1A51-15FC-9C7E185691F7}"/>
              </a:ext>
            </a:extLst>
          </p:cNvPr>
          <p:cNvSpPr>
            <a:spLocks noGrp="1"/>
          </p:cNvSpPr>
          <p:nvPr>
            <p:ph type="title"/>
          </p:nvPr>
        </p:nvSpPr>
        <p:spPr>
          <a:xfrm>
            <a:off x="4624486" y="416331"/>
            <a:ext cx="4891624" cy="762229"/>
          </a:xfrm>
        </p:spPr>
        <p:txBody>
          <a:bodyPr vert="horz" lIns="91440" tIns="45720" rIns="91440" bIns="45720" rtlCol="0" anchor="b">
            <a:normAutofit fontScale="90000"/>
          </a:bodyPr>
          <a:lstStyle/>
          <a:p>
            <a:pPr defTabSz="914400"/>
            <a:r>
              <a:rPr lang="en-US" sz="3600" b="1" kern="1200" dirty="0" err="1">
                <a:solidFill>
                  <a:schemeClr val="tx1"/>
                </a:solidFill>
                <a:latin typeface="+mj-lt"/>
                <a:ea typeface="+mj-ea"/>
                <a:cs typeface="+mj-cs"/>
              </a:rPr>
              <a:t>Ejemplo</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enfoque</a:t>
            </a:r>
            <a:r>
              <a:rPr lang="en-US" sz="3600" b="1" kern="1200" dirty="0">
                <a:solidFill>
                  <a:schemeClr val="tx1"/>
                </a:solidFill>
                <a:latin typeface="+mj-lt"/>
                <a:ea typeface="+mj-ea"/>
                <a:cs typeface="+mj-cs"/>
              </a:rPr>
              <a:t> de red neuronal </a:t>
            </a:r>
            <a:r>
              <a:rPr lang="en-US" sz="3600" b="1" kern="1200" dirty="0" err="1">
                <a:solidFill>
                  <a:schemeClr val="tx1"/>
                </a:solidFill>
                <a:latin typeface="+mj-lt"/>
                <a:ea typeface="+mj-ea"/>
                <a:cs typeface="+mj-cs"/>
              </a:rPr>
              <a:t>en</a:t>
            </a:r>
            <a:r>
              <a:rPr lang="en-US" sz="3600" b="1" kern="1200" dirty="0">
                <a:solidFill>
                  <a:schemeClr val="tx1"/>
                </a:solidFill>
                <a:latin typeface="+mj-lt"/>
                <a:ea typeface="+mj-ea"/>
                <a:cs typeface="+mj-cs"/>
              </a:rPr>
              <a:t> IA</a:t>
            </a:r>
          </a:p>
        </p:txBody>
      </p:sp>
      <p:pic>
        <p:nvPicPr>
          <p:cNvPr id="5" name="Marcador de contenido 4" descr="Juego de ajedrez de metal de piezas de oro y plata en tablero de ajedrez">
            <a:extLst>
              <a:ext uri="{FF2B5EF4-FFF2-40B4-BE49-F238E27FC236}">
                <a16:creationId xmlns:a16="http://schemas.microsoft.com/office/drawing/2014/main" id="{FD7C3909-1F6A-871C-B2BE-051F70DBE0CF}"/>
              </a:ext>
            </a:extLst>
          </p:cNvPr>
          <p:cNvPicPr>
            <a:picLocks noGrp="1" noChangeAspect="1"/>
          </p:cNvPicPr>
          <p:nvPr>
            <p:ph sz="half" idx="1"/>
          </p:nvPr>
        </p:nvPicPr>
        <p:blipFill>
          <a:blip r:embed="rId3"/>
          <a:srcRect l="35272" r="27806" b="1"/>
          <a:stretch/>
        </p:blipFill>
        <p:spPr>
          <a:xfrm>
            <a:off x="20" y="0"/>
            <a:ext cx="4059951" cy="7559665"/>
          </a:xfrm>
          <a:prstGeom prst="rect">
            <a:avLst/>
          </a:prstGeom>
        </p:spPr>
      </p:pic>
      <p:sp>
        <p:nvSpPr>
          <p:cNvPr id="4" name="Marcador de contenido 3">
            <a:extLst>
              <a:ext uri="{FF2B5EF4-FFF2-40B4-BE49-F238E27FC236}">
                <a16:creationId xmlns:a16="http://schemas.microsoft.com/office/drawing/2014/main" id="{8CD2912F-9FB2-D5BE-2E80-4416EDEE14CA}"/>
              </a:ext>
            </a:extLst>
          </p:cNvPr>
          <p:cNvSpPr>
            <a:spLocks noGrp="1"/>
          </p:cNvSpPr>
          <p:nvPr>
            <p:ph sz="half" idx="2"/>
          </p:nvPr>
        </p:nvSpPr>
        <p:spPr>
          <a:xfrm>
            <a:off x="4604190" y="1178560"/>
            <a:ext cx="4891624" cy="6162040"/>
          </a:xfrm>
        </p:spPr>
        <p:txBody>
          <a:bodyPr vert="horz" lIns="91440" tIns="45720" rIns="91440" bIns="45720" rtlCol="0">
            <a:normAutofit fontScale="25000" lnSpcReduction="20000"/>
          </a:bodyPr>
          <a:lstStyle/>
          <a:p>
            <a:pPr defTabSz="914400">
              <a:lnSpc>
                <a:spcPct val="120000"/>
              </a:lnSpc>
            </a:pPr>
            <a:r>
              <a:rPr lang="es-ES" sz="9600" b="1" dirty="0"/>
              <a:t>Capa de salida</a:t>
            </a:r>
            <a:r>
              <a:rPr lang="es-ES" sz="9600" dirty="0"/>
              <a:t>: 1 neurona con sigmoide (probabilidad de jaque mate).</a:t>
            </a:r>
          </a:p>
          <a:p>
            <a:pPr defTabSz="914400">
              <a:lnSpc>
                <a:spcPct val="120000"/>
              </a:lnSpc>
            </a:pPr>
            <a:r>
              <a:rPr lang="es-ES" sz="9600" b="1" dirty="0"/>
              <a:t>Entrenamiento</a:t>
            </a:r>
            <a:r>
              <a:rPr lang="es-ES" sz="9600" dirty="0"/>
              <a:t>:</a:t>
            </a:r>
          </a:p>
          <a:p>
            <a:pPr defTabSz="914400">
              <a:lnSpc>
                <a:spcPct val="120000"/>
              </a:lnSpc>
            </a:pPr>
            <a:r>
              <a:rPr lang="es-ES" sz="9600" dirty="0"/>
              <a:t>Usar miles de ejemplos de tableros etiquetados como "jaque mate" o "no jaque mate".</a:t>
            </a:r>
          </a:p>
          <a:p>
            <a:pPr defTabSz="914400">
              <a:lnSpc>
                <a:spcPct val="120000"/>
              </a:lnSpc>
            </a:pPr>
            <a:r>
              <a:rPr lang="es-ES" sz="9600" dirty="0"/>
              <a:t>Ajustar pesos con </a:t>
            </a:r>
            <a:r>
              <a:rPr lang="es-ES" sz="9600" dirty="0" err="1"/>
              <a:t>backpropagation</a:t>
            </a:r>
            <a:r>
              <a:rPr lang="es-ES" sz="9600" dirty="0"/>
              <a:t> para minimizar errores.</a:t>
            </a:r>
          </a:p>
          <a:p>
            <a:pPr defTabSz="914400">
              <a:lnSpc>
                <a:spcPct val="120000"/>
              </a:lnSpc>
            </a:pPr>
            <a:r>
              <a:rPr lang="es-ES" sz="9600" b="1" dirty="0"/>
              <a:t>Procesamiento</a:t>
            </a:r>
            <a:r>
              <a:rPr lang="es-ES" sz="9600" dirty="0"/>
              <a:t>:</a:t>
            </a:r>
          </a:p>
          <a:p>
            <a:pPr defTabSz="914400">
              <a:lnSpc>
                <a:spcPct val="120000"/>
              </a:lnSpc>
            </a:pPr>
            <a:r>
              <a:rPr lang="es-ES" sz="9600" dirty="0"/>
              <a:t>La red detecta que el rey no tiene movimientos legales (patrones aprendidos).</a:t>
            </a:r>
          </a:p>
          <a:p>
            <a:pPr defTabSz="914400">
              <a:lnSpc>
                <a:spcPct val="120000"/>
              </a:lnSpc>
            </a:pPr>
            <a:r>
              <a:rPr lang="es-ES" sz="9600" dirty="0"/>
              <a:t>Output: 0.98 (alta probabilidad de jaque mate).</a:t>
            </a:r>
          </a:p>
          <a:p>
            <a:pPr defTabSz="914400">
              <a:lnSpc>
                <a:spcPct val="120000"/>
              </a:lnSpc>
            </a:pPr>
            <a:endParaRPr lang="es-ES" sz="9600" dirty="0"/>
          </a:p>
          <a:p>
            <a:pPr defTabSz="914400">
              <a:lnSpc>
                <a:spcPct val="120000"/>
              </a:lnSpc>
            </a:pPr>
            <a:endParaRPr lang="en-US" sz="1700" dirty="0"/>
          </a:p>
        </p:txBody>
      </p:sp>
    </p:spTree>
    <p:extLst>
      <p:ext uri="{BB962C8B-B14F-4D97-AF65-F5344CB8AC3E}">
        <p14:creationId xmlns:p14="http://schemas.microsoft.com/office/powerpoint/2010/main" val="2690676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7FC03-4595-F8EE-50B5-CB527D635C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C29F1C-38C6-77F7-981E-15F5A9FB13EA}"/>
              </a:ext>
            </a:extLst>
          </p:cNvPr>
          <p:cNvSpPr>
            <a:spLocks noGrp="1"/>
          </p:cNvSpPr>
          <p:nvPr>
            <p:ph type="title"/>
          </p:nvPr>
        </p:nvSpPr>
        <p:spPr>
          <a:xfrm>
            <a:off x="4604191" y="665251"/>
            <a:ext cx="4891624" cy="1683288"/>
          </a:xfrm>
        </p:spPr>
        <p:txBody>
          <a:bodyPr vert="horz" lIns="91440" tIns="45720" rIns="91440" bIns="45720" rtlCol="0" anchor="b">
            <a:normAutofit fontScale="90000"/>
          </a:bodyPr>
          <a:lstStyle/>
          <a:p>
            <a:pPr defTabSz="914400"/>
            <a:r>
              <a:rPr lang="en-US" sz="3600" b="1" kern="1200" dirty="0">
                <a:solidFill>
                  <a:schemeClr val="tx1"/>
                </a:solidFill>
                <a:latin typeface="+mj-lt"/>
                <a:ea typeface="+mj-ea"/>
                <a:cs typeface="+mj-cs"/>
              </a:rPr>
              <a:t>Actividad Práctica: Discusión </a:t>
            </a:r>
            <a:r>
              <a:rPr lang="en-US" sz="3600" b="1" kern="1200" dirty="0" err="1">
                <a:solidFill>
                  <a:schemeClr val="tx1"/>
                </a:solidFill>
                <a:latin typeface="+mj-lt"/>
                <a:ea typeface="+mj-ea"/>
                <a:cs typeface="+mj-cs"/>
              </a:rPr>
              <a:t>sobre</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enfoque</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simbólico</a:t>
            </a:r>
            <a:r>
              <a:rPr lang="en-US" sz="3600" b="1" kern="1200" dirty="0">
                <a:solidFill>
                  <a:schemeClr val="tx1"/>
                </a:solidFill>
                <a:latin typeface="+mj-lt"/>
                <a:ea typeface="+mj-ea"/>
                <a:cs typeface="+mj-cs"/>
              </a:rPr>
              <a:t> versus redes </a:t>
            </a:r>
            <a:r>
              <a:rPr lang="en-US" sz="3600" b="1" kern="1200" dirty="0" err="1">
                <a:solidFill>
                  <a:schemeClr val="tx1"/>
                </a:solidFill>
                <a:latin typeface="+mj-lt"/>
                <a:ea typeface="+mj-ea"/>
                <a:cs typeface="+mj-cs"/>
              </a:rPr>
              <a:t>neuronales</a:t>
            </a:r>
            <a:endParaRPr lang="en-US" sz="3600" b="1" kern="1200" dirty="0">
              <a:solidFill>
                <a:schemeClr val="tx1"/>
              </a:solidFill>
              <a:latin typeface="+mj-lt"/>
              <a:ea typeface="+mj-ea"/>
              <a:cs typeface="+mj-cs"/>
            </a:endParaRPr>
          </a:p>
        </p:txBody>
      </p:sp>
      <p:pic>
        <p:nvPicPr>
          <p:cNvPr id="5" name="Marcador de contenido 4" descr="Burbuja de diálogo de mensajes de comunicación de personas de redes sociales&#10;&#10;++La textura del mapa del mundo derivada del dominio público de la NASA: http://visibleearth.nasa.gov.&#10;Trazado en Illustrator. Archivo creado el 29 de noviembre de 2018++">
            <a:extLst>
              <a:ext uri="{FF2B5EF4-FFF2-40B4-BE49-F238E27FC236}">
                <a16:creationId xmlns:a16="http://schemas.microsoft.com/office/drawing/2014/main" id="{A116C71B-FE52-41EF-AE07-59EE2124C999}"/>
              </a:ext>
            </a:extLst>
          </p:cNvPr>
          <p:cNvPicPr>
            <a:picLocks noGrp="1" noChangeAspect="1"/>
          </p:cNvPicPr>
          <p:nvPr>
            <p:ph sz="half" idx="1"/>
          </p:nvPr>
        </p:nvPicPr>
        <p:blipFill>
          <a:blip r:embed="rId3"/>
          <a:srcRect l="22071" r="24223" b="-1"/>
          <a:stretch/>
        </p:blipFill>
        <p:spPr>
          <a:xfrm>
            <a:off x="20" y="10"/>
            <a:ext cx="4059951" cy="7559665"/>
          </a:xfrm>
          <a:prstGeom prst="rect">
            <a:avLst/>
          </a:prstGeom>
        </p:spPr>
      </p:pic>
      <p:sp>
        <p:nvSpPr>
          <p:cNvPr id="4" name="Marcador de contenido 3">
            <a:extLst>
              <a:ext uri="{FF2B5EF4-FFF2-40B4-BE49-F238E27FC236}">
                <a16:creationId xmlns:a16="http://schemas.microsoft.com/office/drawing/2014/main" id="{A45A129F-2C84-FCFE-F6D6-9BF0358F01A9}"/>
              </a:ext>
            </a:extLst>
          </p:cNvPr>
          <p:cNvSpPr>
            <a:spLocks noGrp="1"/>
          </p:cNvSpPr>
          <p:nvPr>
            <p:ph sz="half" idx="2"/>
          </p:nvPr>
        </p:nvSpPr>
        <p:spPr>
          <a:xfrm>
            <a:off x="4604190" y="2440835"/>
            <a:ext cx="4891624" cy="4514066"/>
          </a:xfrm>
        </p:spPr>
        <p:txBody>
          <a:bodyPr vert="horz" lIns="91440" tIns="45720" rIns="91440" bIns="45720" rtlCol="0">
            <a:normAutofit/>
          </a:bodyPr>
          <a:lstStyle/>
          <a:p>
            <a:pPr indent="-228600" defTabSz="914400">
              <a:lnSpc>
                <a:spcPct val="120000"/>
              </a:lnSpc>
            </a:pPr>
            <a:r>
              <a:rPr lang="en-US" sz="2400" dirty="0" err="1"/>
              <a:t>Discusión</a:t>
            </a:r>
            <a:r>
              <a:rPr lang="en-US" sz="2400" dirty="0"/>
              <a:t> de 10 </a:t>
            </a:r>
            <a:r>
              <a:rPr lang="en-US" sz="2400" dirty="0" err="1"/>
              <a:t>minutos</a:t>
            </a:r>
            <a:r>
              <a:rPr lang="en-US" sz="2400" dirty="0"/>
              <a:t> </a:t>
            </a:r>
            <a:r>
              <a:rPr lang="en-US" sz="2400" dirty="0" err="1"/>
              <a:t>en</a:t>
            </a:r>
            <a:r>
              <a:rPr lang="en-US" sz="2400" dirty="0"/>
              <a:t> </a:t>
            </a:r>
            <a:r>
              <a:rPr lang="en-US" sz="2400" dirty="0" err="1"/>
              <a:t>grupos</a:t>
            </a:r>
            <a:r>
              <a:rPr lang="en-US" sz="2400" dirty="0"/>
              <a:t> de 3 personas </a:t>
            </a:r>
            <a:r>
              <a:rPr lang="en-US" sz="2400" dirty="0" err="1"/>
              <a:t>sobre</a:t>
            </a:r>
            <a:r>
              <a:rPr lang="en-US" sz="2400" dirty="0"/>
              <a:t> </a:t>
            </a:r>
            <a:r>
              <a:rPr lang="en-US" sz="2400" dirty="0" err="1"/>
              <a:t>ventajas</a:t>
            </a:r>
            <a:r>
              <a:rPr lang="en-US" sz="2400" dirty="0"/>
              <a:t> y </a:t>
            </a:r>
            <a:r>
              <a:rPr lang="en-US" sz="2400" dirty="0" err="1"/>
              <a:t>desventajas</a:t>
            </a:r>
            <a:r>
              <a:rPr lang="en-US" sz="2400" dirty="0"/>
              <a:t> de </a:t>
            </a:r>
            <a:r>
              <a:rPr lang="en-US" sz="2400" dirty="0" err="1"/>
              <a:t>los</a:t>
            </a:r>
            <a:r>
              <a:rPr lang="en-US" sz="2400" dirty="0"/>
              <a:t> dos </a:t>
            </a:r>
            <a:r>
              <a:rPr lang="en-US" sz="2400" dirty="0" err="1"/>
              <a:t>enfoques</a:t>
            </a:r>
            <a:r>
              <a:rPr lang="en-US" sz="2400" dirty="0"/>
              <a:t>.</a:t>
            </a:r>
          </a:p>
          <a:p>
            <a:pPr indent="-228600" defTabSz="914400">
              <a:lnSpc>
                <a:spcPct val="120000"/>
              </a:lnSpc>
            </a:pPr>
            <a:r>
              <a:rPr lang="en-US" sz="2400" dirty="0" err="1"/>
              <a:t>Puesta</a:t>
            </a:r>
            <a:r>
              <a:rPr lang="en-US" sz="2400" dirty="0"/>
              <a:t> </a:t>
            </a:r>
            <a:r>
              <a:rPr lang="en-US" sz="2400" dirty="0" err="1"/>
              <a:t>en</a:t>
            </a:r>
            <a:r>
              <a:rPr lang="en-US" sz="2400" dirty="0"/>
              <a:t> </a:t>
            </a:r>
            <a:r>
              <a:rPr lang="en-US" sz="2400" dirty="0" err="1"/>
              <a:t>común</a:t>
            </a:r>
            <a:r>
              <a:rPr lang="en-US" sz="2400" dirty="0"/>
              <a:t> de 5 </a:t>
            </a:r>
            <a:r>
              <a:rPr lang="en-US" sz="2400" dirty="0" err="1"/>
              <a:t>minutos</a:t>
            </a:r>
            <a:r>
              <a:rPr lang="en-US" sz="2400" dirty="0"/>
              <a:t> para </a:t>
            </a:r>
            <a:r>
              <a:rPr lang="en-US" sz="2400" dirty="0" err="1"/>
              <a:t>compartir</a:t>
            </a:r>
            <a:r>
              <a:rPr lang="en-US" sz="2400" dirty="0"/>
              <a:t> ideas.</a:t>
            </a:r>
          </a:p>
          <a:p>
            <a:pPr indent="-228600" defTabSz="914400">
              <a:lnSpc>
                <a:spcPct val="120000"/>
              </a:lnSpc>
            </a:pPr>
            <a:endParaRPr lang="en-US" sz="2000" dirty="0"/>
          </a:p>
          <a:p>
            <a:pPr indent="-228600" defTabSz="914400">
              <a:lnSpc>
                <a:spcPct val="120000"/>
              </a:lnSpc>
            </a:pPr>
            <a:endParaRPr lang="en-US" sz="2000" dirty="0"/>
          </a:p>
          <a:p>
            <a:pPr indent="-228600" defTabSz="914400">
              <a:lnSpc>
                <a:spcPct val="120000"/>
              </a:lnSpc>
            </a:pPr>
            <a:endParaRPr lang="en-US" sz="2000" dirty="0"/>
          </a:p>
        </p:txBody>
      </p:sp>
    </p:spTree>
    <p:extLst>
      <p:ext uri="{BB962C8B-B14F-4D97-AF65-F5344CB8AC3E}">
        <p14:creationId xmlns:p14="http://schemas.microsoft.com/office/powerpoint/2010/main" val="3341435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A01A5-44AB-13AA-A1B1-F5891F2F4E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B2C8A8-18C3-F26E-FB00-0112611D0428}"/>
              </a:ext>
            </a:extLst>
          </p:cNvPr>
          <p:cNvSpPr>
            <a:spLocks noGrp="1"/>
          </p:cNvSpPr>
          <p:nvPr>
            <p:ph type="title"/>
          </p:nvPr>
        </p:nvSpPr>
        <p:spPr>
          <a:xfrm>
            <a:off x="4604191" y="665251"/>
            <a:ext cx="4891624" cy="1683288"/>
          </a:xfrm>
        </p:spPr>
        <p:txBody>
          <a:bodyPr vert="horz" lIns="91440" tIns="45720" rIns="91440" bIns="45720" rtlCol="0" anchor="b">
            <a:normAutofit fontScale="90000"/>
          </a:bodyPr>
          <a:lstStyle/>
          <a:p>
            <a:pPr defTabSz="914400"/>
            <a:r>
              <a:rPr lang="en-US" sz="3600" b="1" kern="1200" dirty="0">
                <a:solidFill>
                  <a:schemeClr val="tx1"/>
                </a:solidFill>
                <a:latin typeface="+mj-lt"/>
                <a:ea typeface="+mj-ea"/>
                <a:cs typeface="+mj-cs"/>
              </a:rPr>
              <a:t>Actividad Práctica: Discusión </a:t>
            </a:r>
            <a:r>
              <a:rPr lang="en-US" sz="3600" b="1" kern="1200" dirty="0" err="1">
                <a:solidFill>
                  <a:schemeClr val="tx1"/>
                </a:solidFill>
                <a:latin typeface="+mj-lt"/>
                <a:ea typeface="+mj-ea"/>
                <a:cs typeface="+mj-cs"/>
              </a:rPr>
              <a:t>sobre</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enfoque</a:t>
            </a:r>
            <a:r>
              <a:rPr lang="en-US" sz="3600" b="1" kern="1200" dirty="0">
                <a:solidFill>
                  <a:schemeClr val="tx1"/>
                </a:solidFill>
                <a:latin typeface="+mj-lt"/>
                <a:ea typeface="+mj-ea"/>
                <a:cs typeface="+mj-cs"/>
              </a:rPr>
              <a:t> </a:t>
            </a:r>
            <a:r>
              <a:rPr lang="en-US" sz="3600" b="1" kern="1200" dirty="0" err="1">
                <a:solidFill>
                  <a:schemeClr val="tx1"/>
                </a:solidFill>
                <a:latin typeface="+mj-lt"/>
                <a:ea typeface="+mj-ea"/>
                <a:cs typeface="+mj-cs"/>
              </a:rPr>
              <a:t>simbólico</a:t>
            </a:r>
            <a:r>
              <a:rPr lang="en-US" sz="3600" b="1" kern="1200" dirty="0">
                <a:solidFill>
                  <a:schemeClr val="tx1"/>
                </a:solidFill>
                <a:latin typeface="+mj-lt"/>
                <a:ea typeface="+mj-ea"/>
                <a:cs typeface="+mj-cs"/>
              </a:rPr>
              <a:t> versus redes </a:t>
            </a:r>
            <a:r>
              <a:rPr lang="en-US" sz="3600" b="1" kern="1200" dirty="0" err="1">
                <a:solidFill>
                  <a:schemeClr val="tx1"/>
                </a:solidFill>
                <a:latin typeface="+mj-lt"/>
                <a:ea typeface="+mj-ea"/>
                <a:cs typeface="+mj-cs"/>
              </a:rPr>
              <a:t>neuronales</a:t>
            </a:r>
            <a:endParaRPr lang="en-US" sz="3600" b="1" kern="1200" dirty="0">
              <a:solidFill>
                <a:schemeClr val="tx1"/>
              </a:solidFill>
              <a:latin typeface="+mj-lt"/>
              <a:ea typeface="+mj-ea"/>
              <a:cs typeface="+mj-cs"/>
            </a:endParaRPr>
          </a:p>
        </p:txBody>
      </p:sp>
      <p:pic>
        <p:nvPicPr>
          <p:cNvPr id="5" name="Marcador de contenido 4" descr="Burbuja de diálogo de mensajes de comunicación de personas de redes sociales&#10;&#10;++La textura del mapa del mundo derivada del dominio público de la NASA: http://visibleearth.nasa.gov.&#10;Trazado en Illustrator. Archivo creado el 29 de noviembre de 2018++">
            <a:extLst>
              <a:ext uri="{FF2B5EF4-FFF2-40B4-BE49-F238E27FC236}">
                <a16:creationId xmlns:a16="http://schemas.microsoft.com/office/drawing/2014/main" id="{CB45A402-DCDC-9D94-2C37-64E10F993376}"/>
              </a:ext>
            </a:extLst>
          </p:cNvPr>
          <p:cNvPicPr>
            <a:picLocks noGrp="1" noChangeAspect="1"/>
          </p:cNvPicPr>
          <p:nvPr>
            <p:ph sz="half" idx="1"/>
          </p:nvPr>
        </p:nvPicPr>
        <p:blipFill>
          <a:blip r:embed="rId3"/>
          <a:srcRect l="22071" r="24223" b="-1"/>
          <a:stretch/>
        </p:blipFill>
        <p:spPr>
          <a:xfrm>
            <a:off x="20" y="10"/>
            <a:ext cx="4059951" cy="7559665"/>
          </a:xfrm>
          <a:prstGeom prst="rect">
            <a:avLst/>
          </a:prstGeom>
        </p:spPr>
      </p:pic>
      <p:sp>
        <p:nvSpPr>
          <p:cNvPr id="4" name="Marcador de contenido 3">
            <a:extLst>
              <a:ext uri="{FF2B5EF4-FFF2-40B4-BE49-F238E27FC236}">
                <a16:creationId xmlns:a16="http://schemas.microsoft.com/office/drawing/2014/main" id="{81D19332-0DF6-ECC0-DD58-862EF2131B36}"/>
              </a:ext>
            </a:extLst>
          </p:cNvPr>
          <p:cNvSpPr>
            <a:spLocks noGrp="1"/>
          </p:cNvSpPr>
          <p:nvPr>
            <p:ph sz="half" idx="2"/>
          </p:nvPr>
        </p:nvSpPr>
        <p:spPr>
          <a:xfrm>
            <a:off x="4604190" y="2440834"/>
            <a:ext cx="5164650" cy="4777845"/>
          </a:xfrm>
        </p:spPr>
        <p:txBody>
          <a:bodyPr vert="horz" lIns="91440" tIns="45720" rIns="91440" bIns="45720" rtlCol="0">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sz="2600" b="1" dirty="0"/>
              <a:t>Para </a:t>
            </a:r>
            <a:r>
              <a:rPr lang="en-US" sz="2600" b="1" dirty="0" err="1"/>
              <a:t>orientar</a:t>
            </a:r>
            <a:r>
              <a:rPr lang="en-US" sz="2600" b="1" dirty="0"/>
              <a:t> la </a:t>
            </a:r>
            <a:r>
              <a:rPr lang="en-US" sz="2600" b="1" dirty="0" err="1"/>
              <a:t>discusión</a:t>
            </a:r>
            <a:r>
              <a:rPr lang="en-US" sz="2600" b="1" dirty="0"/>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CL" altLang="es-CL"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000" b="1" i="0" u="none" strike="noStrike" cap="none" normalizeH="0" baseline="0" dirty="0">
                <a:ln>
                  <a:noFill/>
                </a:ln>
                <a:solidFill>
                  <a:schemeClr val="tx1"/>
                </a:solidFill>
                <a:effectLst/>
                <a:latin typeface="Arial" panose="020B0604020202020204" pitchFamily="34" charset="0"/>
              </a:rPr>
              <a:t> Para el enfoque simbólico</a:t>
            </a:r>
            <a:r>
              <a:rPr kumimoji="0" lang="es-CL" altLang="es-CL"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000" b="0" i="1" u="none" strike="noStrike" cap="none" normalizeH="0" baseline="0" dirty="0">
                <a:ln>
                  <a:noFill/>
                </a:ln>
                <a:solidFill>
                  <a:schemeClr val="tx1"/>
                </a:solidFill>
                <a:effectLst/>
                <a:latin typeface="Arial" panose="020B0604020202020204" pitchFamily="34" charset="0"/>
              </a:rPr>
              <a:t> Ventaja</a:t>
            </a:r>
            <a:r>
              <a:rPr kumimoji="0" lang="es-CL" altLang="es-CL" sz="2000" b="0" i="0" u="none" strike="noStrike" cap="none" normalizeH="0" baseline="0" dirty="0">
                <a:ln>
                  <a:noFill/>
                </a:ln>
                <a:solidFill>
                  <a:schemeClr val="tx1"/>
                </a:solidFill>
                <a:effectLst/>
                <a:latin typeface="Arial" panose="020B0604020202020204" pitchFamily="34" charset="0"/>
              </a:rPr>
              <a:t>: ¿Por qué es útil que las reglas sean interpretables? (</a:t>
            </a:r>
            <a:r>
              <a:rPr kumimoji="0" lang="es-CL" altLang="es-CL" sz="2000" b="0" i="0" u="none" strike="noStrike" cap="none" normalizeH="0" baseline="0" dirty="0" err="1">
                <a:ln>
                  <a:noFill/>
                </a:ln>
                <a:solidFill>
                  <a:schemeClr val="tx1"/>
                </a:solidFill>
                <a:effectLst/>
                <a:latin typeface="Arial" panose="020B0604020202020204" pitchFamily="34" charset="0"/>
              </a:rPr>
              <a:t>Ej</a:t>
            </a:r>
            <a:r>
              <a:rPr kumimoji="0" lang="es-CL" altLang="es-CL" sz="2000" b="0" i="0" u="none" strike="noStrike" cap="none" normalizeH="0" baseline="0" dirty="0">
                <a:ln>
                  <a:noFill/>
                </a:ln>
                <a:solidFill>
                  <a:schemeClr val="tx1"/>
                </a:solidFill>
                <a:effectLst/>
                <a:latin typeface="Arial" panose="020B0604020202020204" pitchFamily="34" charset="0"/>
              </a:rPr>
              <a:t>: En ajedrez, explicar por qué un movimiento es ilegal).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000" b="1" i="0" u="none" strike="noStrike" cap="none" normalizeH="0" baseline="0" dirty="0">
                <a:ln>
                  <a:noFill/>
                </a:ln>
                <a:solidFill>
                  <a:schemeClr val="tx1"/>
                </a:solidFill>
                <a:effectLst/>
                <a:latin typeface="Arial" panose="020B0604020202020204" pitchFamily="34" charset="0"/>
              </a:rPr>
              <a:t> Para redes neuronales</a:t>
            </a:r>
            <a:r>
              <a:rPr kumimoji="0" lang="es-CL" altLang="es-CL"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000" b="0" i="1" u="none" strike="noStrike" cap="none" normalizeH="0" baseline="0" dirty="0">
                <a:ln>
                  <a:noFill/>
                </a:ln>
                <a:solidFill>
                  <a:schemeClr val="tx1"/>
                </a:solidFill>
                <a:effectLst/>
                <a:latin typeface="Arial" panose="020B0604020202020204" pitchFamily="34" charset="0"/>
              </a:rPr>
              <a:t> Ventaja</a:t>
            </a:r>
            <a:r>
              <a:rPr kumimoji="0" lang="es-CL" altLang="es-CL" sz="2000" b="0" i="0" u="none" strike="noStrike" cap="none" normalizeH="0" baseline="0" dirty="0">
                <a:ln>
                  <a:noFill/>
                </a:ln>
                <a:solidFill>
                  <a:schemeClr val="tx1"/>
                </a:solidFill>
                <a:effectLst/>
                <a:latin typeface="Arial" panose="020B0604020202020204" pitchFamily="34" charset="0"/>
              </a:rPr>
              <a:t>: ¿Cómo manejan datos ambiguos? (</a:t>
            </a:r>
            <a:r>
              <a:rPr kumimoji="0" lang="es-CL" altLang="es-CL" sz="2000" b="0" i="0" u="none" strike="noStrike" cap="none" normalizeH="0" baseline="0" dirty="0" err="1">
                <a:ln>
                  <a:noFill/>
                </a:ln>
                <a:solidFill>
                  <a:schemeClr val="tx1"/>
                </a:solidFill>
                <a:effectLst/>
                <a:latin typeface="Arial" panose="020B0604020202020204" pitchFamily="34" charset="0"/>
              </a:rPr>
              <a:t>Ej</a:t>
            </a:r>
            <a:r>
              <a:rPr kumimoji="0" lang="es-CL" altLang="es-CL" sz="2000" b="0" i="0" u="none" strike="noStrike" cap="none" normalizeH="0" baseline="0" dirty="0">
                <a:ln>
                  <a:noFill/>
                </a:ln>
                <a:solidFill>
                  <a:schemeClr val="tx1"/>
                </a:solidFill>
                <a:effectLst/>
                <a:latin typeface="Arial" panose="020B0604020202020204" pitchFamily="34" charset="0"/>
              </a:rPr>
              <a:t>: Reconocer un gato en una foto pixelada).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000" b="0" i="1" u="none" strike="noStrike" cap="none" normalizeH="0" baseline="0" dirty="0">
                <a:ln>
                  <a:noFill/>
                </a:ln>
                <a:solidFill>
                  <a:schemeClr val="tx1"/>
                </a:solidFill>
                <a:effectLst/>
                <a:latin typeface="Arial" panose="020B0604020202020204" pitchFamily="34" charset="0"/>
              </a:rPr>
              <a:t> Desventaja</a:t>
            </a:r>
            <a:r>
              <a:rPr kumimoji="0" lang="es-CL" altLang="es-CL" sz="2000" b="0" i="0" u="none" strike="noStrike" cap="none" normalizeH="0" baseline="0" dirty="0">
                <a:ln>
                  <a:noFill/>
                </a:ln>
                <a:solidFill>
                  <a:schemeClr val="tx1"/>
                </a:solidFill>
                <a:effectLst/>
                <a:latin typeface="Arial" panose="020B0604020202020204" pitchFamily="34" charset="0"/>
              </a:rPr>
              <a:t>: ¿Por qué son "cajas negras"? (</a:t>
            </a:r>
            <a:r>
              <a:rPr kumimoji="0" lang="es-CL" altLang="es-CL" sz="2000" b="0" i="0" u="none" strike="noStrike" cap="none" normalizeH="0" baseline="0" dirty="0" err="1">
                <a:ln>
                  <a:noFill/>
                </a:ln>
                <a:solidFill>
                  <a:schemeClr val="tx1"/>
                </a:solidFill>
                <a:effectLst/>
                <a:latin typeface="Arial" panose="020B0604020202020204" pitchFamily="34" charset="0"/>
              </a:rPr>
              <a:t>Ej</a:t>
            </a:r>
            <a:r>
              <a:rPr kumimoji="0" lang="es-CL" altLang="es-CL" sz="2000" b="0" i="0" u="none" strike="noStrike" cap="none" normalizeH="0" baseline="0" dirty="0">
                <a:ln>
                  <a:noFill/>
                </a:ln>
                <a:solidFill>
                  <a:schemeClr val="tx1"/>
                </a:solidFill>
                <a:effectLst/>
                <a:latin typeface="Arial" panose="020B0604020202020204" pitchFamily="34" charset="0"/>
              </a:rPr>
              <a:t>: Un modelo de préstamos bancarios que niega créditos sin explicación).</a:t>
            </a:r>
          </a:p>
          <a:p>
            <a:pPr indent="-228600" defTabSz="914400">
              <a:lnSpc>
                <a:spcPct val="120000"/>
              </a:lnSpc>
            </a:pPr>
            <a:endParaRPr lang="en-US" sz="2000" dirty="0"/>
          </a:p>
          <a:p>
            <a:pPr indent="-228600" defTabSz="914400">
              <a:lnSpc>
                <a:spcPct val="120000"/>
              </a:lnSpc>
            </a:pPr>
            <a:endParaRPr lang="en-US" sz="2000" dirty="0"/>
          </a:p>
          <a:p>
            <a:pPr indent="-228600" defTabSz="914400">
              <a:lnSpc>
                <a:spcPct val="120000"/>
              </a:lnSpc>
            </a:pPr>
            <a:endParaRPr lang="en-US" sz="2000" dirty="0"/>
          </a:p>
        </p:txBody>
      </p:sp>
      <p:sp>
        <p:nvSpPr>
          <p:cNvPr id="3" name="Rectangle 1">
            <a:extLst>
              <a:ext uri="{FF2B5EF4-FFF2-40B4-BE49-F238E27FC236}">
                <a16:creationId xmlns:a16="http://schemas.microsoft.com/office/drawing/2014/main" id="{91A7CA6F-1598-4353-A5A6-05F929D073F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4578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0080624" cy="1737198"/>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21125" y="0"/>
            <a:ext cx="3359500" cy="173770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71443" y="-4171443"/>
            <a:ext cx="1737740" cy="10080627"/>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9E29649F-B187-892B-E188-5D39FFA6C2F7}"/>
              </a:ext>
            </a:extLst>
          </p:cNvPr>
          <p:cNvSpPr>
            <a:spLocks noGrp="1"/>
          </p:cNvSpPr>
          <p:nvPr>
            <p:ph type="title"/>
          </p:nvPr>
        </p:nvSpPr>
        <p:spPr>
          <a:xfrm>
            <a:off x="1134067" y="384559"/>
            <a:ext cx="8304629" cy="967533"/>
          </a:xfrm>
        </p:spPr>
        <p:txBody>
          <a:bodyPr anchor="ctr">
            <a:normAutofit/>
          </a:bodyPr>
          <a:lstStyle/>
          <a:p>
            <a:r>
              <a:rPr lang="es-CL" sz="2900" b="1">
                <a:solidFill>
                  <a:srgbClr val="FFFFFF"/>
                </a:solidFill>
              </a:rPr>
              <a:t>Tabla Comparativa </a:t>
            </a:r>
            <a:br>
              <a:rPr lang="es-CL" sz="2900" b="1">
                <a:solidFill>
                  <a:srgbClr val="FFFFFF"/>
                </a:solidFill>
              </a:rPr>
            </a:br>
            <a:endParaRPr lang="es-CL" sz="2900">
              <a:solidFill>
                <a:srgbClr val="FFFFFF"/>
              </a:solidFill>
            </a:endParaRPr>
          </a:p>
        </p:txBody>
      </p:sp>
      <p:graphicFrame>
        <p:nvGraphicFramePr>
          <p:cNvPr id="4" name="Marcador de contenido 3">
            <a:extLst>
              <a:ext uri="{FF2B5EF4-FFF2-40B4-BE49-F238E27FC236}">
                <a16:creationId xmlns:a16="http://schemas.microsoft.com/office/drawing/2014/main" id="{F3F6143E-36F7-5C59-7957-7E1DA4939B3D}"/>
              </a:ext>
            </a:extLst>
          </p:cNvPr>
          <p:cNvGraphicFramePr>
            <a:graphicFrameLocks noGrp="1"/>
          </p:cNvGraphicFramePr>
          <p:nvPr>
            <p:ph idx="1"/>
            <p:extLst>
              <p:ext uri="{D42A27DB-BD31-4B8C-83A1-F6EECF244321}">
                <p14:modId xmlns:p14="http://schemas.microsoft.com/office/powerpoint/2010/main" val="2482293220"/>
              </p:ext>
            </p:extLst>
          </p:nvPr>
        </p:nvGraphicFramePr>
        <p:xfrm>
          <a:off x="532520" y="2350480"/>
          <a:ext cx="9035380" cy="4578287"/>
        </p:xfrm>
        <a:graphic>
          <a:graphicData uri="http://schemas.openxmlformats.org/drawingml/2006/table">
            <a:tbl>
              <a:tblPr/>
              <a:tblGrid>
                <a:gridCol w="2976446">
                  <a:extLst>
                    <a:ext uri="{9D8B030D-6E8A-4147-A177-3AD203B41FA5}">
                      <a16:colId xmlns:a16="http://schemas.microsoft.com/office/drawing/2014/main" val="1985598513"/>
                    </a:ext>
                  </a:extLst>
                </a:gridCol>
                <a:gridCol w="3082488">
                  <a:extLst>
                    <a:ext uri="{9D8B030D-6E8A-4147-A177-3AD203B41FA5}">
                      <a16:colId xmlns:a16="http://schemas.microsoft.com/office/drawing/2014/main" val="992724104"/>
                    </a:ext>
                  </a:extLst>
                </a:gridCol>
                <a:gridCol w="2976446">
                  <a:extLst>
                    <a:ext uri="{9D8B030D-6E8A-4147-A177-3AD203B41FA5}">
                      <a16:colId xmlns:a16="http://schemas.microsoft.com/office/drawing/2014/main" val="2010222493"/>
                    </a:ext>
                  </a:extLst>
                </a:gridCol>
              </a:tblGrid>
              <a:tr h="484760">
                <a:tc>
                  <a:txBody>
                    <a:bodyPr/>
                    <a:lstStyle/>
                    <a:p>
                      <a:r>
                        <a:rPr lang="es-CL" sz="2400" b="1" dirty="0"/>
                        <a:t>Criterio</a:t>
                      </a:r>
                    </a:p>
                  </a:txBody>
                  <a:tcPr marL="89770" marR="89770" marT="44885" marB="44885"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s-CL" sz="2400" b="1" dirty="0"/>
                        <a:t>Enfoque Simbólico</a:t>
                      </a:r>
                    </a:p>
                  </a:txBody>
                  <a:tcPr marL="89770" marR="89770" marT="44885" marB="44885"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s-CL" sz="2400" b="1" dirty="0"/>
                        <a:t>Redes Neuronales</a:t>
                      </a:r>
                    </a:p>
                  </a:txBody>
                  <a:tcPr marL="89770" marR="89770" marT="44885" marB="44885"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9874242"/>
                  </a:ext>
                </a:extLst>
              </a:tr>
              <a:tr h="843841">
                <a:tc>
                  <a:txBody>
                    <a:bodyPr/>
                    <a:lstStyle/>
                    <a:p>
                      <a:r>
                        <a:rPr lang="es-CL" sz="2400" b="1"/>
                        <a:t>Interpretabilidad</a:t>
                      </a:r>
                      <a:endParaRPr lang="es-CL" sz="2400"/>
                    </a:p>
                  </a:txBody>
                  <a:tcPr marL="89770" marR="89770" marT="44885" marB="44885"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s-ES" sz="2400"/>
                        <a:t>Reglas claras (ej: "Si A, entonces B")</a:t>
                      </a:r>
                    </a:p>
                  </a:txBody>
                  <a:tcPr marL="89770" marR="89770" marT="44885" marB="44885"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s-CL" sz="2400"/>
                        <a:t>Difícil de explicar (ej: capas ocultas)</a:t>
                      </a:r>
                    </a:p>
                  </a:txBody>
                  <a:tcPr marL="89770" marR="89770" marT="44885" marB="44885"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73295811"/>
                  </a:ext>
                </a:extLst>
              </a:tr>
              <a:tr h="843841">
                <a:tc>
                  <a:txBody>
                    <a:bodyPr/>
                    <a:lstStyle/>
                    <a:p>
                      <a:r>
                        <a:rPr lang="es-CL" sz="2400" b="1"/>
                        <a:t>Flexibilidad</a:t>
                      </a:r>
                      <a:endParaRPr lang="es-CL" sz="2400"/>
                    </a:p>
                  </a:txBody>
                  <a:tcPr marL="89770" marR="89770" marT="44885" marB="44885" anchor="ctr">
                    <a:lnL>
                      <a:noFill/>
                    </a:lnL>
                    <a:lnR>
                      <a:noFill/>
                    </a:lnR>
                    <a:lnT>
                      <a:noFill/>
                    </a:lnT>
                    <a:lnB>
                      <a:noFill/>
                    </a:lnB>
                    <a:noFill/>
                  </a:tcPr>
                </a:tc>
                <a:tc>
                  <a:txBody>
                    <a:bodyPr/>
                    <a:lstStyle/>
                    <a:p>
                      <a:r>
                        <a:rPr lang="es-ES" sz="2400"/>
                        <a:t>Rígido (falla con datos nuevos)</a:t>
                      </a:r>
                    </a:p>
                  </a:txBody>
                  <a:tcPr marL="89770" marR="89770" marT="44885" marB="44885" anchor="ctr">
                    <a:lnL>
                      <a:noFill/>
                    </a:lnL>
                    <a:lnR>
                      <a:noFill/>
                    </a:lnR>
                    <a:lnT>
                      <a:noFill/>
                    </a:lnT>
                    <a:lnB>
                      <a:noFill/>
                    </a:lnB>
                    <a:noFill/>
                  </a:tcPr>
                </a:tc>
                <a:tc>
                  <a:txBody>
                    <a:bodyPr/>
                    <a:lstStyle/>
                    <a:p>
                      <a:r>
                        <a:rPr lang="es-CL" sz="2400"/>
                        <a:t>Generaliza bien</a:t>
                      </a:r>
                    </a:p>
                  </a:txBody>
                  <a:tcPr marL="89770" marR="89770" marT="44885" marB="44885" anchor="ctr">
                    <a:lnL>
                      <a:noFill/>
                    </a:lnL>
                    <a:lnR>
                      <a:noFill/>
                    </a:lnR>
                    <a:lnT>
                      <a:noFill/>
                    </a:lnT>
                    <a:lnB>
                      <a:noFill/>
                    </a:lnB>
                    <a:noFill/>
                  </a:tcPr>
                </a:tc>
                <a:extLst>
                  <a:ext uri="{0D108BD9-81ED-4DB2-BD59-A6C34878D82A}">
                    <a16:rowId xmlns:a16="http://schemas.microsoft.com/office/drawing/2014/main" val="3117260747"/>
                  </a:ext>
                </a:extLst>
              </a:tr>
              <a:tr h="843841">
                <a:tc>
                  <a:txBody>
                    <a:bodyPr/>
                    <a:lstStyle/>
                    <a:p>
                      <a:r>
                        <a:rPr lang="es-CL" sz="2400" b="1"/>
                        <a:t>Requiere datos</a:t>
                      </a:r>
                      <a:endParaRPr lang="es-CL" sz="2400"/>
                    </a:p>
                  </a:txBody>
                  <a:tcPr marL="89770" marR="89770" marT="44885" marB="44885" anchor="ctr">
                    <a:lnL>
                      <a:noFill/>
                    </a:lnL>
                    <a:lnR>
                      <a:noFill/>
                    </a:lnR>
                    <a:lnT>
                      <a:noFill/>
                    </a:lnT>
                    <a:lnB>
                      <a:noFill/>
                    </a:lnB>
                    <a:noFill/>
                  </a:tcPr>
                </a:tc>
                <a:tc>
                  <a:txBody>
                    <a:bodyPr/>
                    <a:lstStyle/>
                    <a:p>
                      <a:r>
                        <a:rPr lang="es-CL" sz="2400"/>
                        <a:t>Pocos (solo reglas)</a:t>
                      </a:r>
                    </a:p>
                  </a:txBody>
                  <a:tcPr marL="89770" marR="89770" marT="44885" marB="44885" anchor="ctr">
                    <a:lnL>
                      <a:noFill/>
                    </a:lnL>
                    <a:lnR>
                      <a:noFill/>
                    </a:lnR>
                    <a:lnT>
                      <a:noFill/>
                    </a:lnT>
                    <a:lnB>
                      <a:noFill/>
                    </a:lnB>
                    <a:noFill/>
                  </a:tcPr>
                </a:tc>
                <a:tc>
                  <a:txBody>
                    <a:bodyPr/>
                    <a:lstStyle/>
                    <a:p>
                      <a:r>
                        <a:rPr lang="es-CL" sz="2400"/>
                        <a:t>Miles/millones de ejemplos</a:t>
                      </a:r>
                    </a:p>
                  </a:txBody>
                  <a:tcPr marL="89770" marR="89770" marT="44885" marB="44885" anchor="ctr">
                    <a:lnL>
                      <a:noFill/>
                    </a:lnL>
                    <a:lnR>
                      <a:noFill/>
                    </a:lnR>
                    <a:lnT>
                      <a:noFill/>
                    </a:lnT>
                    <a:lnB>
                      <a:noFill/>
                    </a:lnB>
                    <a:noFill/>
                  </a:tcPr>
                </a:tc>
                <a:extLst>
                  <a:ext uri="{0D108BD9-81ED-4DB2-BD59-A6C34878D82A}">
                    <a16:rowId xmlns:a16="http://schemas.microsoft.com/office/drawing/2014/main" val="1556964558"/>
                  </a:ext>
                </a:extLst>
              </a:tr>
              <a:tr h="1562004">
                <a:tc>
                  <a:txBody>
                    <a:bodyPr/>
                    <a:lstStyle/>
                    <a:p>
                      <a:r>
                        <a:rPr lang="es-CL" sz="2400" b="1"/>
                        <a:t>Ejemplo exitoso</a:t>
                      </a:r>
                      <a:endParaRPr lang="es-CL" sz="2400"/>
                    </a:p>
                  </a:txBody>
                  <a:tcPr marL="89770" marR="89770" marT="44885" marB="44885" anchor="ctr">
                    <a:lnL>
                      <a:noFill/>
                    </a:lnL>
                    <a:lnR>
                      <a:noFill/>
                    </a:lnR>
                    <a:lnT>
                      <a:noFill/>
                    </a:lnT>
                    <a:lnB>
                      <a:noFill/>
                    </a:lnB>
                    <a:noFill/>
                  </a:tcPr>
                </a:tc>
                <a:tc>
                  <a:txBody>
                    <a:bodyPr/>
                    <a:lstStyle/>
                    <a:p>
                      <a:pPr marL="0" marR="0" lvl="0" indent="0" algn="l" defTabSz="756026" rtl="0" eaLnBrk="1" fontAlgn="auto" latinLnBrk="0" hangingPunct="1">
                        <a:lnSpc>
                          <a:spcPct val="100000"/>
                        </a:lnSpc>
                        <a:spcBef>
                          <a:spcPts val="0"/>
                        </a:spcBef>
                        <a:spcAft>
                          <a:spcPts val="0"/>
                        </a:spcAft>
                        <a:buClrTx/>
                        <a:buSzTx/>
                        <a:buFontTx/>
                        <a:buNone/>
                        <a:tabLst/>
                        <a:defRPr/>
                      </a:pPr>
                      <a:r>
                        <a:rPr lang="es-CL" sz="2400" b="0" dirty="0"/>
                        <a:t>(</a:t>
                      </a:r>
                      <a:r>
                        <a:rPr lang="es-CL" sz="2400" b="0" dirty="0" err="1"/>
                        <a:t>DXplain</a:t>
                      </a:r>
                      <a:r>
                        <a:rPr lang="es-CL" sz="2400" b="0" dirty="0"/>
                        <a:t>, sistema experto de diagnóstico médico; </a:t>
                      </a:r>
                      <a:r>
                        <a:rPr lang="es-CL" sz="2400" b="0" dirty="0" err="1"/>
                        <a:t>DeepBlue</a:t>
                      </a:r>
                      <a:r>
                        <a:rPr lang="es-CL" sz="2400" b="0" dirty="0"/>
                        <a:t>) </a:t>
                      </a:r>
                    </a:p>
                  </a:txBody>
                  <a:tcPr marL="89770" marR="89770" marT="44885" marB="44885" anchor="ctr">
                    <a:lnL>
                      <a:noFill/>
                    </a:lnL>
                    <a:lnR>
                      <a:noFill/>
                    </a:lnR>
                    <a:lnT>
                      <a:noFill/>
                    </a:lnT>
                    <a:lnB>
                      <a:noFill/>
                    </a:lnB>
                    <a:noFill/>
                  </a:tcPr>
                </a:tc>
                <a:tc>
                  <a:txBody>
                    <a:bodyPr/>
                    <a:lstStyle/>
                    <a:p>
                      <a:r>
                        <a:rPr lang="es-CL" sz="2400" dirty="0" err="1"/>
                        <a:t>ChatGPT</a:t>
                      </a:r>
                      <a:r>
                        <a:rPr lang="es-CL" sz="2400" dirty="0"/>
                        <a:t>, reconocimiento facial</a:t>
                      </a:r>
                    </a:p>
                  </a:txBody>
                  <a:tcPr marL="89770" marR="89770" marT="44885" marB="44885" anchor="ctr">
                    <a:lnL>
                      <a:noFill/>
                    </a:lnL>
                    <a:lnR>
                      <a:noFill/>
                    </a:lnR>
                    <a:lnT>
                      <a:noFill/>
                    </a:lnT>
                    <a:lnB>
                      <a:noFill/>
                    </a:lnB>
                    <a:noFill/>
                  </a:tcPr>
                </a:tc>
                <a:extLst>
                  <a:ext uri="{0D108BD9-81ED-4DB2-BD59-A6C34878D82A}">
                    <a16:rowId xmlns:a16="http://schemas.microsoft.com/office/drawing/2014/main" val="3057751769"/>
                  </a:ext>
                </a:extLst>
              </a:tr>
            </a:tbl>
          </a:graphicData>
        </a:graphic>
      </p:graphicFrame>
    </p:spTree>
    <p:extLst>
      <p:ext uri="{BB962C8B-B14F-4D97-AF65-F5344CB8AC3E}">
        <p14:creationId xmlns:p14="http://schemas.microsoft.com/office/powerpoint/2010/main" val="1117389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2" name="Rectangle 3687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66" name="Rectangle 2">
            <a:extLst>
              <a:ext uri="{FF2B5EF4-FFF2-40B4-BE49-F238E27FC236}">
                <a16:creationId xmlns:a16="http://schemas.microsoft.com/office/drawing/2014/main" id="{692B232C-74CE-40DE-8DFC-937CEB7BA466}"/>
              </a:ext>
            </a:extLst>
          </p:cNvPr>
          <p:cNvSpPr>
            <a:spLocks noGrp="1" noChangeArrowheads="1"/>
          </p:cNvSpPr>
          <p:nvPr>
            <p:ph type="title"/>
          </p:nvPr>
        </p:nvSpPr>
        <p:spPr>
          <a:xfrm>
            <a:off x="693042" y="402482"/>
            <a:ext cx="8694540" cy="1461188"/>
          </a:xfrm>
        </p:spPr>
        <p:txBody>
          <a:bodyPr>
            <a:normAutofit/>
          </a:bodyPr>
          <a:lstStyle/>
          <a:p>
            <a:r>
              <a:rPr lang="en-US" altLang="es-CL" sz="5200"/>
              <a:t>1990s:  Artificial Life (A-Life)</a:t>
            </a:r>
          </a:p>
        </p:txBody>
      </p:sp>
      <p:sp>
        <p:nvSpPr>
          <p:cNvPr id="3687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174" y="1848993"/>
            <a:ext cx="8974276" cy="20159"/>
          </a:xfrm>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 name="connsiteX0" fmla="*/ 0 w 8974276"/>
              <a:gd name="connsiteY0" fmla="*/ 0 h 20159"/>
              <a:gd name="connsiteX1" fmla="*/ 600586 w 8974276"/>
              <a:gd name="connsiteY1" fmla="*/ 0 h 20159"/>
              <a:gd name="connsiteX2" fmla="*/ 1021687 w 8974276"/>
              <a:gd name="connsiteY2" fmla="*/ 0 h 20159"/>
              <a:gd name="connsiteX3" fmla="*/ 1891501 w 8974276"/>
              <a:gd name="connsiteY3" fmla="*/ 0 h 20159"/>
              <a:gd name="connsiteX4" fmla="*/ 2492087 w 8974276"/>
              <a:gd name="connsiteY4" fmla="*/ 0 h 20159"/>
              <a:gd name="connsiteX5" fmla="*/ 3092674 w 8974276"/>
              <a:gd name="connsiteY5" fmla="*/ 0 h 20159"/>
              <a:gd name="connsiteX6" fmla="*/ 3962488 w 8974276"/>
              <a:gd name="connsiteY6" fmla="*/ 0 h 20159"/>
              <a:gd name="connsiteX7" fmla="*/ 4473331 w 8974276"/>
              <a:gd name="connsiteY7" fmla="*/ 0 h 20159"/>
              <a:gd name="connsiteX8" fmla="*/ 4882144 w 8974276"/>
              <a:gd name="connsiteY8" fmla="*/ 0 h 20159"/>
              <a:gd name="connsiteX9" fmla="*/ 5343146 w 8974276"/>
              <a:gd name="connsiteY9" fmla="*/ 0 h 20159"/>
              <a:gd name="connsiteX10" fmla="*/ 6212960 w 8974276"/>
              <a:gd name="connsiteY10" fmla="*/ 0 h 20159"/>
              <a:gd name="connsiteX11" fmla="*/ 6903289 w 8974276"/>
              <a:gd name="connsiteY11" fmla="*/ 0 h 20159"/>
              <a:gd name="connsiteX12" fmla="*/ 7773104 w 8974276"/>
              <a:gd name="connsiteY12" fmla="*/ 0 h 20159"/>
              <a:gd name="connsiteX13" fmla="*/ 8373690 w 8974276"/>
              <a:gd name="connsiteY13" fmla="*/ 0 h 20159"/>
              <a:gd name="connsiteX14" fmla="*/ 8974276 w 8974276"/>
              <a:gd name="connsiteY14" fmla="*/ 0 h 20159"/>
              <a:gd name="connsiteX15" fmla="*/ 8974276 w 8974276"/>
              <a:gd name="connsiteY15" fmla="*/ 20159 h 20159"/>
              <a:gd name="connsiteX16" fmla="*/ 8283947 w 8974276"/>
              <a:gd name="connsiteY16" fmla="*/ 20159 h 20159"/>
              <a:gd name="connsiteX17" fmla="*/ 7593618 w 8974276"/>
              <a:gd name="connsiteY17" fmla="*/ 20159 h 20159"/>
              <a:gd name="connsiteX18" fmla="*/ 6723804 w 8974276"/>
              <a:gd name="connsiteY18" fmla="*/ 20159 h 20159"/>
              <a:gd name="connsiteX19" fmla="*/ 6033475 w 8974276"/>
              <a:gd name="connsiteY19" fmla="*/ 20159 h 20159"/>
              <a:gd name="connsiteX20" fmla="*/ 5612374 w 8974276"/>
              <a:gd name="connsiteY20" fmla="*/ 20159 h 20159"/>
              <a:gd name="connsiteX21" fmla="*/ 5101531 w 8974276"/>
              <a:gd name="connsiteY21" fmla="*/ 20159 h 20159"/>
              <a:gd name="connsiteX22" fmla="*/ 4231716 w 8974276"/>
              <a:gd name="connsiteY22" fmla="*/ 20159 h 20159"/>
              <a:gd name="connsiteX23" fmla="*/ 3541387 w 8974276"/>
              <a:gd name="connsiteY23" fmla="*/ 20159 h 20159"/>
              <a:gd name="connsiteX24" fmla="*/ 3030544 w 8974276"/>
              <a:gd name="connsiteY24" fmla="*/ 20159 h 20159"/>
              <a:gd name="connsiteX25" fmla="*/ 2340215 w 8974276"/>
              <a:gd name="connsiteY25" fmla="*/ 20159 h 20159"/>
              <a:gd name="connsiteX26" fmla="*/ 1919114 w 8974276"/>
              <a:gd name="connsiteY26" fmla="*/ 20159 h 20159"/>
              <a:gd name="connsiteX27" fmla="*/ 1498014 w 8974276"/>
              <a:gd name="connsiteY27" fmla="*/ 20159 h 20159"/>
              <a:gd name="connsiteX28" fmla="*/ 807685 w 8974276"/>
              <a:gd name="connsiteY28" fmla="*/ 20159 h 20159"/>
              <a:gd name="connsiteX29" fmla="*/ 0 w 8974276"/>
              <a:gd name="connsiteY29" fmla="*/ 20159 h 20159"/>
              <a:gd name="connsiteX30" fmla="*/ 0 w 8974276"/>
              <a:gd name="connsiteY30"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74276" h="20159" fill="none" extrusionOk="0">
                <a:moveTo>
                  <a:pt x="0" y="0"/>
                </a:moveTo>
                <a:cubicBezTo>
                  <a:pt x="183005" y="-28121"/>
                  <a:pt x="385563" y="-16729"/>
                  <a:pt x="600586" y="0"/>
                </a:cubicBezTo>
                <a:cubicBezTo>
                  <a:pt x="819816" y="25297"/>
                  <a:pt x="1008894" y="-16975"/>
                  <a:pt x="1290915" y="0"/>
                </a:cubicBezTo>
                <a:cubicBezTo>
                  <a:pt x="1586779" y="-10612"/>
                  <a:pt x="1739355" y="-6632"/>
                  <a:pt x="2070987" y="0"/>
                </a:cubicBezTo>
                <a:cubicBezTo>
                  <a:pt x="2423196" y="26888"/>
                  <a:pt x="2516800" y="-23939"/>
                  <a:pt x="2671573" y="0"/>
                </a:cubicBezTo>
                <a:cubicBezTo>
                  <a:pt x="2856946" y="57495"/>
                  <a:pt x="3123719" y="-1120"/>
                  <a:pt x="3361902" y="0"/>
                </a:cubicBezTo>
                <a:cubicBezTo>
                  <a:pt x="3551026" y="-6967"/>
                  <a:pt x="3893151" y="-7410"/>
                  <a:pt x="4231716" y="0"/>
                </a:cubicBezTo>
                <a:cubicBezTo>
                  <a:pt x="4589327" y="4599"/>
                  <a:pt x="4499151" y="-7078"/>
                  <a:pt x="4742560" y="0"/>
                </a:cubicBezTo>
                <a:cubicBezTo>
                  <a:pt x="4945774" y="22991"/>
                  <a:pt x="5327086" y="78686"/>
                  <a:pt x="5522631" y="0"/>
                </a:cubicBezTo>
                <a:cubicBezTo>
                  <a:pt x="5706117" y="-51653"/>
                  <a:pt x="5820576" y="-5919"/>
                  <a:pt x="6033475" y="0"/>
                </a:cubicBezTo>
                <a:cubicBezTo>
                  <a:pt x="6269799" y="2680"/>
                  <a:pt x="6590499" y="22166"/>
                  <a:pt x="6723804" y="0"/>
                </a:cubicBezTo>
                <a:cubicBezTo>
                  <a:pt x="6858112" y="-15926"/>
                  <a:pt x="7310513" y="-3462"/>
                  <a:pt x="7503875" y="0"/>
                </a:cubicBezTo>
                <a:cubicBezTo>
                  <a:pt x="7698227" y="-14053"/>
                  <a:pt x="7786960" y="-2924"/>
                  <a:pt x="7924976" y="0"/>
                </a:cubicBezTo>
                <a:cubicBezTo>
                  <a:pt x="8047409" y="-11757"/>
                  <a:pt x="8231917" y="2497"/>
                  <a:pt x="8346077" y="0"/>
                </a:cubicBezTo>
                <a:cubicBezTo>
                  <a:pt x="8472830" y="-16379"/>
                  <a:pt x="8819304" y="6003"/>
                  <a:pt x="8974276" y="0"/>
                </a:cubicBezTo>
                <a:cubicBezTo>
                  <a:pt x="8975415" y="3917"/>
                  <a:pt x="8973977" y="14625"/>
                  <a:pt x="8974276" y="20159"/>
                </a:cubicBezTo>
                <a:cubicBezTo>
                  <a:pt x="8690793" y="39099"/>
                  <a:pt x="8424209" y="27543"/>
                  <a:pt x="8194204" y="20159"/>
                </a:cubicBezTo>
                <a:cubicBezTo>
                  <a:pt x="7951806" y="-3374"/>
                  <a:pt x="7694321" y="34346"/>
                  <a:pt x="7503875" y="20159"/>
                </a:cubicBezTo>
                <a:cubicBezTo>
                  <a:pt x="7256604" y="22540"/>
                  <a:pt x="7188022" y="40185"/>
                  <a:pt x="6903289" y="20159"/>
                </a:cubicBezTo>
                <a:cubicBezTo>
                  <a:pt x="6597262" y="3673"/>
                  <a:pt x="6282575" y="7422"/>
                  <a:pt x="6123218" y="20159"/>
                </a:cubicBezTo>
                <a:cubicBezTo>
                  <a:pt x="5947747" y="46383"/>
                  <a:pt x="5709228" y="48856"/>
                  <a:pt x="5432889" y="20159"/>
                </a:cubicBezTo>
                <a:cubicBezTo>
                  <a:pt x="5148051" y="-9432"/>
                  <a:pt x="4825392" y="933"/>
                  <a:pt x="4563074" y="20159"/>
                </a:cubicBezTo>
                <a:cubicBezTo>
                  <a:pt x="4230436" y="42050"/>
                  <a:pt x="3919280" y="15731"/>
                  <a:pt x="3693260" y="20159"/>
                </a:cubicBezTo>
                <a:cubicBezTo>
                  <a:pt x="3463686" y="2881"/>
                  <a:pt x="3258547" y="69973"/>
                  <a:pt x="2913188" y="20159"/>
                </a:cubicBezTo>
                <a:cubicBezTo>
                  <a:pt x="2530193" y="5895"/>
                  <a:pt x="2366063" y="69889"/>
                  <a:pt x="2133116" y="20159"/>
                </a:cubicBezTo>
                <a:cubicBezTo>
                  <a:pt x="1852614" y="-15825"/>
                  <a:pt x="1586183" y="7145"/>
                  <a:pt x="1353045" y="20159"/>
                </a:cubicBezTo>
                <a:cubicBezTo>
                  <a:pt x="1124470" y="12726"/>
                  <a:pt x="1043335" y="-1836"/>
                  <a:pt x="842201" y="20159"/>
                </a:cubicBezTo>
                <a:cubicBezTo>
                  <a:pt x="675009" y="15591"/>
                  <a:pt x="208716" y="6391"/>
                  <a:pt x="0" y="20159"/>
                </a:cubicBezTo>
                <a:cubicBezTo>
                  <a:pt x="1099" y="14912"/>
                  <a:pt x="1706" y="4245"/>
                  <a:pt x="0" y="0"/>
                </a:cubicBezTo>
                <a:close/>
              </a:path>
              <a:path w="8974276" h="20159" stroke="0" extrusionOk="0">
                <a:moveTo>
                  <a:pt x="0" y="0"/>
                </a:moveTo>
                <a:cubicBezTo>
                  <a:pt x="158429" y="17111"/>
                  <a:pt x="477266" y="-13453"/>
                  <a:pt x="600586" y="0"/>
                </a:cubicBezTo>
                <a:cubicBezTo>
                  <a:pt x="698766" y="1226"/>
                  <a:pt x="829625" y="-2597"/>
                  <a:pt x="1021687" y="0"/>
                </a:cubicBezTo>
                <a:cubicBezTo>
                  <a:pt x="1212890" y="45242"/>
                  <a:pt x="1481051" y="28111"/>
                  <a:pt x="1891501" y="0"/>
                </a:cubicBezTo>
                <a:cubicBezTo>
                  <a:pt x="2325146" y="-55911"/>
                  <a:pt x="2244169" y="37407"/>
                  <a:pt x="2492087" y="0"/>
                </a:cubicBezTo>
                <a:cubicBezTo>
                  <a:pt x="2770106" y="-48226"/>
                  <a:pt x="2945409" y="-29732"/>
                  <a:pt x="3092674" y="0"/>
                </a:cubicBezTo>
                <a:cubicBezTo>
                  <a:pt x="3301483" y="30847"/>
                  <a:pt x="3757132" y="-5762"/>
                  <a:pt x="3962488" y="0"/>
                </a:cubicBezTo>
                <a:cubicBezTo>
                  <a:pt x="4161917" y="18597"/>
                  <a:pt x="4382907" y="-1453"/>
                  <a:pt x="4473331" y="0"/>
                </a:cubicBezTo>
                <a:cubicBezTo>
                  <a:pt x="4623996" y="-933"/>
                  <a:pt x="4781894" y="-19370"/>
                  <a:pt x="4882144" y="0"/>
                </a:cubicBezTo>
                <a:cubicBezTo>
                  <a:pt x="4982394" y="19370"/>
                  <a:pt x="5184581" y="-18943"/>
                  <a:pt x="5343146" y="0"/>
                </a:cubicBezTo>
                <a:cubicBezTo>
                  <a:pt x="5569297" y="-45353"/>
                  <a:pt x="5915584" y="-43416"/>
                  <a:pt x="6212960" y="0"/>
                </a:cubicBezTo>
                <a:cubicBezTo>
                  <a:pt x="6533267" y="7030"/>
                  <a:pt x="6713745" y="-31540"/>
                  <a:pt x="6903289" y="0"/>
                </a:cubicBezTo>
                <a:cubicBezTo>
                  <a:pt x="7143989" y="31285"/>
                  <a:pt x="7485701" y="4614"/>
                  <a:pt x="7773104" y="0"/>
                </a:cubicBezTo>
                <a:cubicBezTo>
                  <a:pt x="8054928" y="-60204"/>
                  <a:pt x="8243916" y="31090"/>
                  <a:pt x="8373690" y="0"/>
                </a:cubicBezTo>
                <a:cubicBezTo>
                  <a:pt x="8470374" y="-9848"/>
                  <a:pt x="8712921" y="13270"/>
                  <a:pt x="8974276" y="0"/>
                </a:cubicBezTo>
                <a:cubicBezTo>
                  <a:pt x="8974207" y="8692"/>
                  <a:pt x="8973976" y="14163"/>
                  <a:pt x="8974276" y="20159"/>
                </a:cubicBezTo>
                <a:cubicBezTo>
                  <a:pt x="8731729" y="31867"/>
                  <a:pt x="8623535" y="-551"/>
                  <a:pt x="8283947" y="20159"/>
                </a:cubicBezTo>
                <a:cubicBezTo>
                  <a:pt x="7960326" y="43064"/>
                  <a:pt x="7776735" y="63579"/>
                  <a:pt x="7593618" y="20159"/>
                </a:cubicBezTo>
                <a:cubicBezTo>
                  <a:pt x="7433204" y="23923"/>
                  <a:pt x="7072953" y="23782"/>
                  <a:pt x="6723804" y="20159"/>
                </a:cubicBezTo>
                <a:cubicBezTo>
                  <a:pt x="6379040" y="-18365"/>
                  <a:pt x="6238900" y="16195"/>
                  <a:pt x="6033475" y="20159"/>
                </a:cubicBezTo>
                <a:cubicBezTo>
                  <a:pt x="5820847" y="25326"/>
                  <a:pt x="5773194" y="29594"/>
                  <a:pt x="5612374" y="20159"/>
                </a:cubicBezTo>
                <a:cubicBezTo>
                  <a:pt x="5459272" y="6433"/>
                  <a:pt x="5214346" y="1016"/>
                  <a:pt x="5101531" y="20159"/>
                </a:cubicBezTo>
                <a:cubicBezTo>
                  <a:pt x="5074679" y="44082"/>
                  <a:pt x="4571458" y="3492"/>
                  <a:pt x="4231716" y="20159"/>
                </a:cubicBezTo>
                <a:cubicBezTo>
                  <a:pt x="3847477" y="69580"/>
                  <a:pt x="3798193" y="22318"/>
                  <a:pt x="3541387" y="20159"/>
                </a:cubicBezTo>
                <a:cubicBezTo>
                  <a:pt x="3313277" y="16275"/>
                  <a:pt x="3169205" y="857"/>
                  <a:pt x="3030544" y="20159"/>
                </a:cubicBezTo>
                <a:cubicBezTo>
                  <a:pt x="2877895" y="65593"/>
                  <a:pt x="2628234" y="67321"/>
                  <a:pt x="2340215" y="20159"/>
                </a:cubicBezTo>
                <a:cubicBezTo>
                  <a:pt x="2072515" y="1292"/>
                  <a:pt x="2122288" y="47041"/>
                  <a:pt x="1919114" y="20159"/>
                </a:cubicBezTo>
                <a:cubicBezTo>
                  <a:pt x="1711037" y="4218"/>
                  <a:pt x="1683277" y="18003"/>
                  <a:pt x="1498014" y="20159"/>
                </a:cubicBezTo>
                <a:cubicBezTo>
                  <a:pt x="1271935" y="13811"/>
                  <a:pt x="970426" y="12259"/>
                  <a:pt x="807685" y="20159"/>
                </a:cubicBezTo>
                <a:cubicBezTo>
                  <a:pt x="642052" y="6598"/>
                  <a:pt x="193677" y="46988"/>
                  <a:pt x="0" y="20159"/>
                </a:cubicBezTo>
                <a:cubicBezTo>
                  <a:pt x="821" y="16001"/>
                  <a:pt x="-441" y="5889"/>
                  <a:pt x="0" y="0"/>
                </a:cubicBezTo>
                <a:close/>
              </a:path>
              <a:path w="8974276" h="20159" fill="none" stroke="0" extrusionOk="0">
                <a:moveTo>
                  <a:pt x="0" y="0"/>
                </a:moveTo>
                <a:cubicBezTo>
                  <a:pt x="133021" y="-45326"/>
                  <a:pt x="351596" y="-10132"/>
                  <a:pt x="600586" y="0"/>
                </a:cubicBezTo>
                <a:cubicBezTo>
                  <a:pt x="824846" y="25895"/>
                  <a:pt x="974850" y="12687"/>
                  <a:pt x="1290915" y="0"/>
                </a:cubicBezTo>
                <a:cubicBezTo>
                  <a:pt x="1543854" y="8594"/>
                  <a:pt x="1730765" y="-5283"/>
                  <a:pt x="2070987" y="0"/>
                </a:cubicBezTo>
                <a:cubicBezTo>
                  <a:pt x="2388789" y="2502"/>
                  <a:pt x="2537180" y="-18640"/>
                  <a:pt x="2671573" y="0"/>
                </a:cubicBezTo>
                <a:cubicBezTo>
                  <a:pt x="2846783" y="31613"/>
                  <a:pt x="3162345" y="2138"/>
                  <a:pt x="3361902" y="0"/>
                </a:cubicBezTo>
                <a:cubicBezTo>
                  <a:pt x="3560523" y="-33799"/>
                  <a:pt x="3850943" y="16514"/>
                  <a:pt x="4231716" y="0"/>
                </a:cubicBezTo>
                <a:cubicBezTo>
                  <a:pt x="4582093" y="-6251"/>
                  <a:pt x="4497042" y="-241"/>
                  <a:pt x="4742560" y="0"/>
                </a:cubicBezTo>
                <a:cubicBezTo>
                  <a:pt x="5026744" y="28398"/>
                  <a:pt x="5367035" y="44798"/>
                  <a:pt x="5522631" y="0"/>
                </a:cubicBezTo>
                <a:cubicBezTo>
                  <a:pt x="5715671" y="-35366"/>
                  <a:pt x="5819152" y="19249"/>
                  <a:pt x="6033475" y="0"/>
                </a:cubicBezTo>
                <a:cubicBezTo>
                  <a:pt x="6276754" y="15513"/>
                  <a:pt x="6580075" y="39465"/>
                  <a:pt x="6723804" y="0"/>
                </a:cubicBezTo>
                <a:cubicBezTo>
                  <a:pt x="6874324" y="-12484"/>
                  <a:pt x="7335585" y="32838"/>
                  <a:pt x="7503875" y="0"/>
                </a:cubicBezTo>
                <a:cubicBezTo>
                  <a:pt x="7699518" y="-4479"/>
                  <a:pt x="7784573" y="-1350"/>
                  <a:pt x="7924976" y="0"/>
                </a:cubicBezTo>
                <a:cubicBezTo>
                  <a:pt x="8038978" y="-8555"/>
                  <a:pt x="8207279" y="-2913"/>
                  <a:pt x="8346077" y="0"/>
                </a:cubicBezTo>
                <a:cubicBezTo>
                  <a:pt x="8460045" y="-10908"/>
                  <a:pt x="8807112" y="-916"/>
                  <a:pt x="8974276" y="0"/>
                </a:cubicBezTo>
                <a:cubicBezTo>
                  <a:pt x="8975175" y="4507"/>
                  <a:pt x="8973255" y="15783"/>
                  <a:pt x="8974276" y="20159"/>
                </a:cubicBezTo>
                <a:cubicBezTo>
                  <a:pt x="8690015" y="13384"/>
                  <a:pt x="8498032" y="90009"/>
                  <a:pt x="8194204" y="20159"/>
                </a:cubicBezTo>
                <a:cubicBezTo>
                  <a:pt x="7940226" y="7057"/>
                  <a:pt x="7765141" y="7157"/>
                  <a:pt x="7503875" y="20159"/>
                </a:cubicBezTo>
                <a:cubicBezTo>
                  <a:pt x="7257867" y="32369"/>
                  <a:pt x="7168747" y="45544"/>
                  <a:pt x="6903289" y="20159"/>
                </a:cubicBezTo>
                <a:cubicBezTo>
                  <a:pt x="6624057" y="6871"/>
                  <a:pt x="6248483" y="211"/>
                  <a:pt x="6123218" y="20159"/>
                </a:cubicBezTo>
                <a:cubicBezTo>
                  <a:pt x="5966303" y="35167"/>
                  <a:pt x="5680376" y="46639"/>
                  <a:pt x="5432889" y="20159"/>
                </a:cubicBezTo>
                <a:cubicBezTo>
                  <a:pt x="5191863" y="8691"/>
                  <a:pt x="4872405" y="-4811"/>
                  <a:pt x="4563074" y="20159"/>
                </a:cubicBezTo>
                <a:cubicBezTo>
                  <a:pt x="4237152" y="84258"/>
                  <a:pt x="3902138" y="26513"/>
                  <a:pt x="3693260" y="20159"/>
                </a:cubicBezTo>
                <a:cubicBezTo>
                  <a:pt x="3481803" y="-1949"/>
                  <a:pt x="3269305" y="20073"/>
                  <a:pt x="2913188" y="20159"/>
                </a:cubicBezTo>
                <a:cubicBezTo>
                  <a:pt x="2564887" y="5224"/>
                  <a:pt x="2328697" y="52725"/>
                  <a:pt x="2133116" y="20159"/>
                </a:cubicBezTo>
                <a:cubicBezTo>
                  <a:pt x="1894582" y="38029"/>
                  <a:pt x="1576170" y="-14808"/>
                  <a:pt x="1353045" y="20159"/>
                </a:cubicBezTo>
                <a:cubicBezTo>
                  <a:pt x="1127523" y="16230"/>
                  <a:pt x="1038557" y="145"/>
                  <a:pt x="842201" y="20159"/>
                </a:cubicBezTo>
                <a:cubicBezTo>
                  <a:pt x="638472" y="28249"/>
                  <a:pt x="195915" y="15640"/>
                  <a:pt x="0" y="20159"/>
                </a:cubicBezTo>
                <a:cubicBezTo>
                  <a:pt x="81" y="14899"/>
                  <a:pt x="1360" y="61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974276" h="20159" fill="none" extrusionOk="0">
                        <a:moveTo>
                          <a:pt x="0" y="0"/>
                        </a:moveTo>
                        <a:cubicBezTo>
                          <a:pt x="166292" y="-24804"/>
                          <a:pt x="387390" y="-23566"/>
                          <a:pt x="600586" y="0"/>
                        </a:cubicBezTo>
                        <a:cubicBezTo>
                          <a:pt x="813782" y="23566"/>
                          <a:pt x="1017575" y="11328"/>
                          <a:pt x="1290915" y="0"/>
                        </a:cubicBezTo>
                        <a:cubicBezTo>
                          <a:pt x="1564255" y="-11328"/>
                          <a:pt x="1732327" y="-13914"/>
                          <a:pt x="2070987" y="0"/>
                        </a:cubicBezTo>
                        <a:cubicBezTo>
                          <a:pt x="2409647" y="13914"/>
                          <a:pt x="2514543" y="-29456"/>
                          <a:pt x="2671573" y="0"/>
                        </a:cubicBezTo>
                        <a:cubicBezTo>
                          <a:pt x="2828603" y="29456"/>
                          <a:pt x="3148091" y="31473"/>
                          <a:pt x="3361902" y="0"/>
                        </a:cubicBezTo>
                        <a:cubicBezTo>
                          <a:pt x="3575713" y="-31473"/>
                          <a:pt x="3879587" y="-10454"/>
                          <a:pt x="4231716" y="0"/>
                        </a:cubicBezTo>
                        <a:cubicBezTo>
                          <a:pt x="4583845" y="10454"/>
                          <a:pt x="4500381" y="-4882"/>
                          <a:pt x="4742560" y="0"/>
                        </a:cubicBezTo>
                        <a:cubicBezTo>
                          <a:pt x="4984739" y="4882"/>
                          <a:pt x="5324139" y="34484"/>
                          <a:pt x="5522631" y="0"/>
                        </a:cubicBezTo>
                        <a:cubicBezTo>
                          <a:pt x="5721123" y="-34484"/>
                          <a:pt x="5806715" y="9078"/>
                          <a:pt x="6033475" y="0"/>
                        </a:cubicBezTo>
                        <a:cubicBezTo>
                          <a:pt x="6260235" y="-9078"/>
                          <a:pt x="6578201" y="20058"/>
                          <a:pt x="6723804" y="0"/>
                        </a:cubicBezTo>
                        <a:cubicBezTo>
                          <a:pt x="6869407" y="-20058"/>
                          <a:pt x="7310682" y="2334"/>
                          <a:pt x="7503875" y="0"/>
                        </a:cubicBezTo>
                        <a:cubicBezTo>
                          <a:pt x="7697068" y="-2334"/>
                          <a:pt x="7781436" y="13405"/>
                          <a:pt x="7924976" y="0"/>
                        </a:cubicBezTo>
                        <a:cubicBezTo>
                          <a:pt x="8068516" y="-13405"/>
                          <a:pt x="8226759" y="10528"/>
                          <a:pt x="8346077" y="0"/>
                        </a:cubicBezTo>
                        <a:cubicBezTo>
                          <a:pt x="8465395" y="-10528"/>
                          <a:pt x="8810829" y="6661"/>
                          <a:pt x="8974276" y="0"/>
                        </a:cubicBezTo>
                        <a:cubicBezTo>
                          <a:pt x="8975140" y="4980"/>
                          <a:pt x="8973745" y="15497"/>
                          <a:pt x="8974276" y="20159"/>
                        </a:cubicBezTo>
                        <a:cubicBezTo>
                          <a:pt x="8699318" y="-3249"/>
                          <a:pt x="8447378" y="52369"/>
                          <a:pt x="8194204" y="20159"/>
                        </a:cubicBezTo>
                        <a:cubicBezTo>
                          <a:pt x="7941030" y="-12051"/>
                          <a:pt x="7741578" y="21134"/>
                          <a:pt x="7503875" y="20159"/>
                        </a:cubicBezTo>
                        <a:cubicBezTo>
                          <a:pt x="7266172" y="19184"/>
                          <a:pt x="7188109" y="44512"/>
                          <a:pt x="6903289" y="20159"/>
                        </a:cubicBezTo>
                        <a:cubicBezTo>
                          <a:pt x="6618469" y="-4194"/>
                          <a:pt x="6284300" y="-18677"/>
                          <a:pt x="6123218" y="20159"/>
                        </a:cubicBezTo>
                        <a:cubicBezTo>
                          <a:pt x="5962136" y="58995"/>
                          <a:pt x="5692124" y="47304"/>
                          <a:pt x="5432889" y="20159"/>
                        </a:cubicBezTo>
                        <a:cubicBezTo>
                          <a:pt x="5173654" y="-6986"/>
                          <a:pt x="4878157" y="-22180"/>
                          <a:pt x="4563074" y="20159"/>
                        </a:cubicBezTo>
                        <a:cubicBezTo>
                          <a:pt x="4247992" y="62498"/>
                          <a:pt x="3916884" y="46079"/>
                          <a:pt x="3693260" y="20159"/>
                        </a:cubicBezTo>
                        <a:cubicBezTo>
                          <a:pt x="3469636" y="-5761"/>
                          <a:pt x="3270296" y="40643"/>
                          <a:pt x="2913188" y="20159"/>
                        </a:cubicBezTo>
                        <a:cubicBezTo>
                          <a:pt x="2556080" y="-325"/>
                          <a:pt x="2357500" y="46404"/>
                          <a:pt x="2133116" y="20159"/>
                        </a:cubicBezTo>
                        <a:cubicBezTo>
                          <a:pt x="1908732" y="-6086"/>
                          <a:pt x="1586604" y="18051"/>
                          <a:pt x="1353045" y="20159"/>
                        </a:cubicBezTo>
                        <a:cubicBezTo>
                          <a:pt x="1119486" y="22267"/>
                          <a:pt x="1034265" y="7597"/>
                          <a:pt x="842201" y="20159"/>
                        </a:cubicBezTo>
                        <a:cubicBezTo>
                          <a:pt x="650137" y="32721"/>
                          <a:pt x="184422" y="26941"/>
                          <a:pt x="0" y="20159"/>
                        </a:cubicBezTo>
                        <a:cubicBezTo>
                          <a:pt x="1005" y="14381"/>
                          <a:pt x="940" y="4962"/>
                          <a:pt x="0" y="0"/>
                        </a:cubicBezTo>
                        <a:close/>
                      </a:path>
                      <a:path w="8974276" h="20159" stroke="0" extrusionOk="0">
                        <a:moveTo>
                          <a:pt x="0" y="0"/>
                        </a:moveTo>
                        <a:cubicBezTo>
                          <a:pt x="144422" y="16250"/>
                          <a:pt x="478464" y="1403"/>
                          <a:pt x="600586" y="0"/>
                        </a:cubicBezTo>
                        <a:cubicBezTo>
                          <a:pt x="722708" y="-1403"/>
                          <a:pt x="818531" y="-16117"/>
                          <a:pt x="1021687" y="0"/>
                        </a:cubicBezTo>
                        <a:cubicBezTo>
                          <a:pt x="1224843" y="16117"/>
                          <a:pt x="1467451" y="32888"/>
                          <a:pt x="1891501" y="0"/>
                        </a:cubicBezTo>
                        <a:cubicBezTo>
                          <a:pt x="2315551" y="-32888"/>
                          <a:pt x="2226053" y="29411"/>
                          <a:pt x="2492087" y="0"/>
                        </a:cubicBezTo>
                        <a:cubicBezTo>
                          <a:pt x="2758121" y="-29411"/>
                          <a:pt x="2926098" y="-23291"/>
                          <a:pt x="3092674" y="0"/>
                        </a:cubicBezTo>
                        <a:cubicBezTo>
                          <a:pt x="3259250" y="23291"/>
                          <a:pt x="3755917" y="-21280"/>
                          <a:pt x="3962488" y="0"/>
                        </a:cubicBezTo>
                        <a:cubicBezTo>
                          <a:pt x="4169059" y="21280"/>
                          <a:pt x="4370581" y="-641"/>
                          <a:pt x="4473331" y="0"/>
                        </a:cubicBezTo>
                        <a:cubicBezTo>
                          <a:pt x="4576081" y="641"/>
                          <a:pt x="5154732" y="6658"/>
                          <a:pt x="5343146" y="0"/>
                        </a:cubicBezTo>
                        <a:cubicBezTo>
                          <a:pt x="5531560" y="-6658"/>
                          <a:pt x="5898845" y="-4229"/>
                          <a:pt x="6212960" y="0"/>
                        </a:cubicBezTo>
                        <a:cubicBezTo>
                          <a:pt x="6527075" y="4229"/>
                          <a:pt x="6698755" y="-18559"/>
                          <a:pt x="6903289" y="0"/>
                        </a:cubicBezTo>
                        <a:cubicBezTo>
                          <a:pt x="7107823" y="18559"/>
                          <a:pt x="7480389" y="36157"/>
                          <a:pt x="7773104" y="0"/>
                        </a:cubicBezTo>
                        <a:cubicBezTo>
                          <a:pt x="8065820" y="-36157"/>
                          <a:pt x="8239902" y="964"/>
                          <a:pt x="8373690" y="0"/>
                        </a:cubicBezTo>
                        <a:cubicBezTo>
                          <a:pt x="8507478" y="-964"/>
                          <a:pt x="8713268" y="22725"/>
                          <a:pt x="8974276" y="0"/>
                        </a:cubicBezTo>
                        <a:cubicBezTo>
                          <a:pt x="8974621" y="9051"/>
                          <a:pt x="8974315" y="13764"/>
                          <a:pt x="8974276" y="20159"/>
                        </a:cubicBezTo>
                        <a:cubicBezTo>
                          <a:pt x="8724149" y="27323"/>
                          <a:pt x="8615348" y="628"/>
                          <a:pt x="8283947" y="20159"/>
                        </a:cubicBezTo>
                        <a:cubicBezTo>
                          <a:pt x="7952546" y="39690"/>
                          <a:pt x="7745156" y="43189"/>
                          <a:pt x="7593618" y="20159"/>
                        </a:cubicBezTo>
                        <a:cubicBezTo>
                          <a:pt x="7442080" y="-2871"/>
                          <a:pt x="7037419" y="44082"/>
                          <a:pt x="6723804" y="20159"/>
                        </a:cubicBezTo>
                        <a:cubicBezTo>
                          <a:pt x="6410189" y="-3764"/>
                          <a:pt x="6244694" y="25386"/>
                          <a:pt x="6033475" y="20159"/>
                        </a:cubicBezTo>
                        <a:cubicBezTo>
                          <a:pt x="5822256" y="14932"/>
                          <a:pt x="5767540" y="24892"/>
                          <a:pt x="5612374" y="20159"/>
                        </a:cubicBezTo>
                        <a:cubicBezTo>
                          <a:pt x="5457208" y="15426"/>
                          <a:pt x="5206963" y="14316"/>
                          <a:pt x="5101531" y="20159"/>
                        </a:cubicBezTo>
                        <a:cubicBezTo>
                          <a:pt x="4996099" y="26002"/>
                          <a:pt x="4610998" y="-20487"/>
                          <a:pt x="4231716" y="20159"/>
                        </a:cubicBezTo>
                        <a:cubicBezTo>
                          <a:pt x="3852434" y="60805"/>
                          <a:pt x="3780038" y="18973"/>
                          <a:pt x="3541387" y="20159"/>
                        </a:cubicBezTo>
                        <a:cubicBezTo>
                          <a:pt x="3302736" y="21345"/>
                          <a:pt x="3171257" y="3853"/>
                          <a:pt x="3030544" y="20159"/>
                        </a:cubicBezTo>
                        <a:cubicBezTo>
                          <a:pt x="2889831" y="36465"/>
                          <a:pt x="2606062" y="39269"/>
                          <a:pt x="2340215" y="20159"/>
                        </a:cubicBezTo>
                        <a:cubicBezTo>
                          <a:pt x="2074368" y="1049"/>
                          <a:pt x="2121463" y="37109"/>
                          <a:pt x="1919114" y="20159"/>
                        </a:cubicBezTo>
                        <a:cubicBezTo>
                          <a:pt x="1716765" y="3209"/>
                          <a:pt x="1683550" y="16874"/>
                          <a:pt x="1498014" y="20159"/>
                        </a:cubicBezTo>
                        <a:cubicBezTo>
                          <a:pt x="1312478" y="23444"/>
                          <a:pt x="981544" y="5974"/>
                          <a:pt x="807685" y="20159"/>
                        </a:cubicBezTo>
                        <a:cubicBezTo>
                          <a:pt x="633826" y="34344"/>
                          <a:pt x="213205" y="58480"/>
                          <a:pt x="0" y="20159"/>
                        </a:cubicBezTo>
                        <a:cubicBezTo>
                          <a:pt x="685" y="15408"/>
                          <a:pt x="-736" y="507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67" name="Rectangle 3">
            <a:extLst>
              <a:ext uri="{FF2B5EF4-FFF2-40B4-BE49-F238E27FC236}">
                <a16:creationId xmlns:a16="http://schemas.microsoft.com/office/drawing/2014/main" id="{0FC427DB-B2C0-452C-9906-E5FD6AC16830}"/>
              </a:ext>
            </a:extLst>
          </p:cNvPr>
          <p:cNvSpPr>
            <a:spLocks noGrp="1" noChangeArrowheads="1"/>
          </p:cNvSpPr>
          <p:nvPr>
            <p:ph type="body" idx="1"/>
          </p:nvPr>
        </p:nvSpPr>
        <p:spPr>
          <a:xfrm>
            <a:off x="693042" y="2126788"/>
            <a:ext cx="8694540" cy="4686999"/>
          </a:xfrm>
        </p:spPr>
        <p:txBody>
          <a:bodyPr>
            <a:normAutofit/>
          </a:bodyPr>
          <a:lstStyle/>
          <a:p>
            <a:r>
              <a:rPr lang="en-US" altLang="es-CL" sz="2100" dirty="0"/>
              <a:t>Es un </a:t>
            </a:r>
            <a:r>
              <a:rPr lang="en-US" altLang="es-CL" sz="2100" dirty="0" err="1"/>
              <a:t>enfoque</a:t>
            </a:r>
            <a:r>
              <a:rPr lang="en-US" altLang="es-CL" sz="2100" dirty="0"/>
              <a:t> que </a:t>
            </a:r>
            <a:r>
              <a:rPr lang="en-US" altLang="es-CL" sz="2100" dirty="0" err="1"/>
              <a:t>busca</a:t>
            </a:r>
            <a:r>
              <a:rPr lang="en-US" altLang="es-CL" sz="2100" dirty="0"/>
              <a:t> </a:t>
            </a:r>
            <a:r>
              <a:rPr lang="en-US" altLang="es-CL" sz="2100" dirty="0" err="1"/>
              <a:t>el</a:t>
            </a:r>
            <a:r>
              <a:rPr lang="en-US" altLang="es-CL" sz="2100" dirty="0"/>
              <a:t> </a:t>
            </a:r>
            <a:r>
              <a:rPr lang="en-US" altLang="es-CL" sz="2100" dirty="0" err="1"/>
              <a:t>nivel</a:t>
            </a:r>
            <a:r>
              <a:rPr lang="en-US" altLang="es-CL" sz="2100" dirty="0"/>
              <a:t> </a:t>
            </a:r>
            <a:r>
              <a:rPr lang="en-US" altLang="es-CL" sz="2100" dirty="0" err="1"/>
              <a:t>mínimo</a:t>
            </a:r>
            <a:r>
              <a:rPr lang="en-US" altLang="es-CL" sz="2100" dirty="0"/>
              <a:t> de </a:t>
            </a:r>
            <a:r>
              <a:rPr lang="en-US" altLang="es-CL" sz="2100" dirty="0" err="1"/>
              <a:t>inteligencia</a:t>
            </a:r>
            <a:r>
              <a:rPr lang="en-US" altLang="es-CL" sz="2100" dirty="0"/>
              <a:t>  </a:t>
            </a:r>
            <a:r>
              <a:rPr lang="en-US" altLang="es-CL" sz="2100" dirty="0" err="1"/>
              <a:t>necesaria</a:t>
            </a:r>
            <a:r>
              <a:rPr lang="en-US" altLang="es-CL" sz="2100" dirty="0"/>
              <a:t> que se </a:t>
            </a:r>
            <a:r>
              <a:rPr lang="en-US" altLang="es-CL" sz="2100" dirty="0" err="1"/>
              <a:t>encontraría</a:t>
            </a:r>
            <a:r>
              <a:rPr lang="en-US" altLang="es-CL" sz="2100" dirty="0"/>
              <a:t> </a:t>
            </a:r>
            <a:r>
              <a:rPr lang="en-US" altLang="es-CL" sz="2100" dirty="0" err="1"/>
              <a:t>en</a:t>
            </a:r>
            <a:r>
              <a:rPr lang="en-US" altLang="es-CL" sz="2100" dirty="0"/>
              <a:t> un </a:t>
            </a:r>
            <a:r>
              <a:rPr lang="en-US" altLang="es-CL" sz="2100" dirty="0" err="1"/>
              <a:t>organismo</a:t>
            </a:r>
            <a:r>
              <a:rPr lang="en-US" altLang="es-CL" sz="2100" dirty="0"/>
              <a:t> vivo</a:t>
            </a:r>
          </a:p>
          <a:p>
            <a:r>
              <a:rPr lang="en-US" altLang="es-CL" sz="2100" dirty="0"/>
              <a:t>A-Life </a:t>
            </a:r>
            <a:r>
              <a:rPr lang="en-US" altLang="es-CL" sz="2100" dirty="0" err="1"/>
              <a:t>incluye</a:t>
            </a:r>
            <a:r>
              <a:rPr lang="en-US" altLang="es-CL" sz="2100" dirty="0"/>
              <a:t> </a:t>
            </a:r>
            <a:r>
              <a:rPr lang="en-US" altLang="es-CL" sz="2100" dirty="0" err="1"/>
              <a:t>cosas</a:t>
            </a:r>
            <a:r>
              <a:rPr lang="en-US" altLang="es-CL" sz="2100" dirty="0"/>
              <a:t> </a:t>
            </a:r>
            <a:r>
              <a:rPr lang="en-US" altLang="es-CL" sz="2100" dirty="0" err="1"/>
              <a:t>como</a:t>
            </a:r>
            <a:endParaRPr lang="en-US" altLang="es-CL" sz="2100" dirty="0"/>
          </a:p>
          <a:p>
            <a:pPr lvl="2"/>
            <a:r>
              <a:rPr lang="en-US" altLang="es-CL" sz="2100" dirty="0" err="1"/>
              <a:t>Algoritmos</a:t>
            </a:r>
            <a:r>
              <a:rPr lang="en-US" altLang="es-CL" sz="2100" dirty="0"/>
              <a:t> </a:t>
            </a:r>
            <a:r>
              <a:rPr lang="en-US" altLang="es-CL" sz="2100" dirty="0" err="1"/>
              <a:t>genéticos</a:t>
            </a:r>
            <a:endParaRPr lang="en-US" altLang="es-CL" sz="2100" dirty="0"/>
          </a:p>
          <a:p>
            <a:pPr lvl="2"/>
            <a:r>
              <a:rPr lang="en-US" altLang="es-CL" sz="2100" dirty="0"/>
              <a:t>Redes </a:t>
            </a:r>
            <a:r>
              <a:rPr lang="en-US" altLang="es-CL" sz="2100" dirty="0" err="1"/>
              <a:t>neuronales</a:t>
            </a:r>
            <a:r>
              <a:rPr lang="en-US" altLang="es-CL" sz="2100" dirty="0"/>
              <a:t> para </a:t>
            </a:r>
            <a:r>
              <a:rPr lang="en-US" altLang="es-CL" sz="2100" dirty="0" err="1"/>
              <a:t>aprender</a:t>
            </a:r>
            <a:endParaRPr lang="en-US" altLang="es-CL" sz="2100" dirty="0"/>
          </a:p>
          <a:p>
            <a:pPr lvl="2"/>
            <a:r>
              <a:rPr lang="en-US" altLang="es-CL" sz="2100" dirty="0" err="1"/>
              <a:t>Percepción</a:t>
            </a:r>
            <a:r>
              <a:rPr lang="en-US" altLang="es-CL" sz="2100" dirty="0"/>
              <a:t> y control motor</a:t>
            </a:r>
          </a:p>
          <a:p>
            <a:r>
              <a:rPr lang="en-US" altLang="es-CL" sz="2100" dirty="0"/>
              <a:t>Uno de </a:t>
            </a:r>
            <a:r>
              <a:rPr lang="en-US" altLang="es-CL" sz="2100" dirty="0" err="1"/>
              <a:t>los</a:t>
            </a:r>
            <a:r>
              <a:rPr lang="en-US" altLang="es-CL" sz="2100" dirty="0"/>
              <a:t> </a:t>
            </a:r>
            <a:r>
              <a:rPr lang="en-US" altLang="es-CL" sz="2100" dirty="0" err="1"/>
              <a:t>problemas</a:t>
            </a:r>
            <a:r>
              <a:rPr lang="en-US" altLang="es-CL" sz="2100" dirty="0"/>
              <a:t> </a:t>
            </a:r>
            <a:r>
              <a:rPr lang="en-US" altLang="es-CL" sz="2100" dirty="0" err="1"/>
              <a:t>importantes</a:t>
            </a:r>
            <a:r>
              <a:rPr lang="en-US" altLang="es-CL" sz="2100" dirty="0"/>
              <a:t> para </a:t>
            </a:r>
            <a:r>
              <a:rPr lang="en-US" altLang="es-CL" sz="2100" dirty="0" err="1"/>
              <a:t>este</a:t>
            </a:r>
            <a:r>
              <a:rPr lang="en-US" altLang="es-CL" sz="2100" dirty="0"/>
              <a:t> </a:t>
            </a:r>
            <a:r>
              <a:rPr lang="en-US" altLang="es-CL" sz="2100" dirty="0" err="1"/>
              <a:t>enfoque</a:t>
            </a:r>
            <a:r>
              <a:rPr lang="en-US" altLang="es-CL" sz="2100" dirty="0"/>
              <a:t> es que </a:t>
            </a:r>
            <a:r>
              <a:rPr lang="en-US" altLang="es-CL" sz="2100" dirty="0" err="1"/>
              <a:t>los</a:t>
            </a:r>
            <a:r>
              <a:rPr lang="en-US" altLang="es-CL" sz="2100" dirty="0"/>
              <a:t> </a:t>
            </a:r>
            <a:r>
              <a:rPr lang="en-US" altLang="es-CL" sz="2100" dirty="0" err="1"/>
              <a:t>problemas</a:t>
            </a:r>
            <a:r>
              <a:rPr lang="en-US" altLang="es-CL" sz="2100" dirty="0"/>
              <a:t> de </a:t>
            </a:r>
            <a:r>
              <a:rPr lang="en-US" altLang="es-CL" sz="2100" dirty="0" err="1"/>
              <a:t>percepción</a:t>
            </a:r>
            <a:r>
              <a:rPr lang="en-US" altLang="es-CL" sz="2100" dirty="0"/>
              <a:t> </a:t>
            </a:r>
            <a:r>
              <a:rPr lang="en-US" altLang="es-CL" sz="2100" dirty="0" err="1"/>
              <a:t>resultaron</a:t>
            </a:r>
            <a:r>
              <a:rPr lang="en-US" altLang="es-CL" sz="2100" dirty="0"/>
              <a:t> ser de </a:t>
            </a:r>
            <a:r>
              <a:rPr lang="en-US" altLang="es-CL" sz="2100" dirty="0" err="1"/>
              <a:t>los</a:t>
            </a:r>
            <a:r>
              <a:rPr lang="en-US" altLang="es-CL" sz="2100" dirty="0"/>
              <a:t> </a:t>
            </a:r>
            <a:r>
              <a:rPr lang="en-US" altLang="es-CL" sz="2100" dirty="0" err="1"/>
              <a:t>más</a:t>
            </a:r>
            <a:r>
              <a:rPr lang="en-US" altLang="es-CL" sz="2100" dirty="0"/>
              <a:t> </a:t>
            </a:r>
            <a:r>
              <a:rPr lang="en-US" altLang="es-CL" sz="2100" dirty="0" err="1"/>
              <a:t>difíciles</a:t>
            </a:r>
            <a:r>
              <a:rPr lang="en-US" altLang="es-CL" sz="2100" dirty="0"/>
              <a:t> y </a:t>
            </a:r>
            <a:r>
              <a:rPr lang="en-US" altLang="es-CL" sz="2100" dirty="0" err="1"/>
              <a:t>el</a:t>
            </a:r>
            <a:r>
              <a:rPr lang="en-US" altLang="es-CL" sz="2100" dirty="0"/>
              <a:t> </a:t>
            </a:r>
            <a:r>
              <a:rPr lang="en-US" altLang="es-CL" sz="2100" dirty="0" err="1"/>
              <a:t>progreso</a:t>
            </a:r>
            <a:r>
              <a:rPr lang="en-US" altLang="es-CL" sz="2100" dirty="0"/>
              <a:t> </a:t>
            </a:r>
            <a:r>
              <a:rPr lang="en-US" altLang="es-CL" sz="2100" dirty="0" err="1"/>
              <a:t>fue</a:t>
            </a:r>
            <a:r>
              <a:rPr lang="en-US" altLang="es-CL" sz="2100" dirty="0"/>
              <a:t> </a:t>
            </a:r>
            <a:r>
              <a:rPr lang="en-US" altLang="es-CL" sz="2100" dirty="0" err="1"/>
              <a:t>muy</a:t>
            </a:r>
            <a:r>
              <a:rPr lang="en-US" altLang="es-CL" sz="2100" dirty="0"/>
              <a:t> lento.</a:t>
            </a:r>
          </a:p>
          <a:p>
            <a:r>
              <a:rPr lang="en-US" altLang="es-CL" sz="2100" dirty="0" err="1"/>
              <a:t>Otro</a:t>
            </a:r>
            <a:r>
              <a:rPr lang="en-US" altLang="es-CL" sz="2100" dirty="0"/>
              <a:t> </a:t>
            </a:r>
            <a:r>
              <a:rPr lang="en-US" altLang="es-CL" sz="2100" dirty="0" err="1"/>
              <a:t>problema</a:t>
            </a:r>
            <a:r>
              <a:rPr lang="en-US" altLang="es-CL" sz="2100" dirty="0"/>
              <a:t> es que no </a:t>
            </a:r>
            <a:r>
              <a:rPr lang="en-US" altLang="es-CL" sz="2100" dirty="0" err="1"/>
              <a:t>había</a:t>
            </a:r>
            <a:r>
              <a:rPr lang="en-US" altLang="es-CL" sz="2100" dirty="0"/>
              <a:t> </a:t>
            </a:r>
            <a:r>
              <a:rPr lang="en-US" altLang="es-CL" sz="2100" dirty="0" err="1"/>
              <a:t>suficiente</a:t>
            </a:r>
            <a:r>
              <a:rPr lang="en-US" altLang="es-CL" sz="2100" dirty="0"/>
              <a:t> </a:t>
            </a:r>
            <a:r>
              <a:rPr lang="en-US" altLang="es-CL" sz="2100" dirty="0" err="1"/>
              <a:t>capacidad</a:t>
            </a:r>
            <a:r>
              <a:rPr lang="en-US" altLang="es-CL" sz="2100" dirty="0"/>
              <a:t> de </a:t>
            </a:r>
            <a:r>
              <a:rPr lang="en-US" altLang="es-CL" sz="2100" dirty="0" err="1"/>
              <a:t>procesamiento</a:t>
            </a:r>
            <a:r>
              <a:rPr lang="en-US" altLang="es-CL" sz="2100" dirty="0"/>
              <a:t> </a:t>
            </a:r>
            <a:r>
              <a:rPr lang="en-US" altLang="es-CL" sz="2100" dirty="0" err="1"/>
              <a:t>como</a:t>
            </a:r>
            <a:r>
              <a:rPr lang="en-US" altLang="es-CL" sz="2100" dirty="0"/>
              <a:t> para </a:t>
            </a:r>
            <a:r>
              <a:rPr lang="en-US" altLang="es-CL" sz="2100" dirty="0" err="1"/>
              <a:t>correr</a:t>
            </a:r>
            <a:r>
              <a:rPr lang="en-US" altLang="es-CL" sz="2100" dirty="0"/>
              <a:t> </a:t>
            </a:r>
            <a:r>
              <a:rPr lang="en-US" altLang="es-CL" sz="2100" dirty="0" err="1"/>
              <a:t>grandes</a:t>
            </a:r>
            <a:r>
              <a:rPr lang="en-US" altLang="es-CL" sz="2100" dirty="0"/>
              <a:t> </a:t>
            </a:r>
            <a:r>
              <a:rPr lang="en-US" altLang="es-CL" sz="2100" dirty="0" err="1"/>
              <a:t>modelos</a:t>
            </a:r>
            <a:r>
              <a:rPr lang="en-US" altLang="es-CL" sz="2100" dirty="0"/>
              <a:t> de redes </a:t>
            </a:r>
            <a:r>
              <a:rPr lang="en-US" altLang="es-CL" sz="2100" dirty="0" err="1"/>
              <a:t>neuronales</a:t>
            </a:r>
            <a:r>
              <a:rPr lang="en-US" altLang="es-CL" sz="2100" dirty="0"/>
              <a:t>.</a:t>
            </a:r>
          </a:p>
          <a:p>
            <a:r>
              <a:rPr lang="en-US" altLang="es-CL" sz="2100" dirty="0"/>
              <a:t>(</a:t>
            </a:r>
            <a:r>
              <a:rPr lang="en-US" altLang="es-CL" sz="2100" dirty="0" err="1"/>
              <a:t>curso</a:t>
            </a:r>
            <a:r>
              <a:rPr lang="en-US" altLang="es-CL" sz="2100" dirty="0"/>
              <a:t> de vision artificial)*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7" name="Rectangle 3789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0" name="Rectangle 2">
            <a:extLst>
              <a:ext uri="{FF2B5EF4-FFF2-40B4-BE49-F238E27FC236}">
                <a16:creationId xmlns:a16="http://schemas.microsoft.com/office/drawing/2014/main" id="{0980ED7B-EB0B-4CB8-98A0-260914BF1DB1}"/>
              </a:ext>
            </a:extLst>
          </p:cNvPr>
          <p:cNvSpPr>
            <a:spLocks noGrp="1" noChangeArrowheads="1"/>
          </p:cNvSpPr>
          <p:nvPr>
            <p:ph type="title"/>
          </p:nvPr>
        </p:nvSpPr>
        <p:spPr>
          <a:xfrm>
            <a:off x="4380161" y="238538"/>
            <a:ext cx="5168561" cy="2033948"/>
          </a:xfrm>
        </p:spPr>
        <p:txBody>
          <a:bodyPr anchor="b">
            <a:normAutofit/>
          </a:bodyPr>
          <a:lstStyle/>
          <a:p>
            <a:r>
              <a:rPr lang="en-US" altLang="es-CL" sz="5200" dirty="0"/>
              <a:t>¿Hoy?</a:t>
            </a:r>
          </a:p>
        </p:txBody>
      </p:sp>
      <p:pic>
        <p:nvPicPr>
          <p:cNvPr id="37893" name="Picture 37892" descr="Lindo robot amarillo">
            <a:extLst>
              <a:ext uri="{FF2B5EF4-FFF2-40B4-BE49-F238E27FC236}">
                <a16:creationId xmlns:a16="http://schemas.microsoft.com/office/drawing/2014/main" id="{CC3B0311-1B95-EBD0-AC0F-B8CEAB6D26E7}"/>
              </a:ext>
            </a:extLst>
          </p:cNvPr>
          <p:cNvPicPr>
            <a:picLocks noChangeAspect="1"/>
          </p:cNvPicPr>
          <p:nvPr/>
        </p:nvPicPr>
        <p:blipFill rotWithShape="1">
          <a:blip r:embed="rId2"/>
          <a:srcRect l="55791" r="10207" b="-1"/>
          <a:stretch/>
        </p:blipFill>
        <p:spPr>
          <a:xfrm>
            <a:off x="0" y="20169"/>
            <a:ext cx="3850779" cy="7559665"/>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789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311" y="2617939"/>
            <a:ext cx="3508696" cy="20159"/>
          </a:xfrm>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 name="connsiteX0" fmla="*/ 0 w 3508696"/>
              <a:gd name="connsiteY0" fmla="*/ 0 h 20159"/>
              <a:gd name="connsiteX1" fmla="*/ 514609 w 3508696"/>
              <a:gd name="connsiteY1" fmla="*/ 0 h 20159"/>
              <a:gd name="connsiteX2" fmla="*/ 994131 w 3508696"/>
              <a:gd name="connsiteY2" fmla="*/ 0 h 20159"/>
              <a:gd name="connsiteX3" fmla="*/ 1508739 w 3508696"/>
              <a:gd name="connsiteY3" fmla="*/ 0 h 20159"/>
              <a:gd name="connsiteX4" fmla="*/ 2093522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853739 w 3508696"/>
              <a:gd name="connsiteY8" fmla="*/ 20159 h 20159"/>
              <a:gd name="connsiteX9" fmla="*/ 2374218 w 3508696"/>
              <a:gd name="connsiteY9" fmla="*/ 20159 h 20159"/>
              <a:gd name="connsiteX10" fmla="*/ 1719261 w 3508696"/>
              <a:gd name="connsiteY10" fmla="*/ 20159 h 20159"/>
              <a:gd name="connsiteX11" fmla="*/ 1064304 w 3508696"/>
              <a:gd name="connsiteY11" fmla="*/ 20159 h 20159"/>
              <a:gd name="connsiteX12" fmla="*/ 584783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46229" y="-14140"/>
                  <a:pt x="425161" y="-21146"/>
                  <a:pt x="584783" y="0"/>
                </a:cubicBezTo>
                <a:cubicBezTo>
                  <a:pt x="744845" y="-25423"/>
                  <a:pt x="964949" y="-12672"/>
                  <a:pt x="1099391" y="0"/>
                </a:cubicBezTo>
                <a:cubicBezTo>
                  <a:pt x="1213529" y="34233"/>
                  <a:pt x="1394830" y="-43069"/>
                  <a:pt x="1684174" y="0"/>
                </a:cubicBezTo>
                <a:cubicBezTo>
                  <a:pt x="1958984" y="21109"/>
                  <a:pt x="1977094" y="-26995"/>
                  <a:pt x="2163696" y="0"/>
                </a:cubicBezTo>
                <a:cubicBezTo>
                  <a:pt x="2344615" y="3606"/>
                  <a:pt x="2485824" y="-37567"/>
                  <a:pt x="2713392" y="0"/>
                </a:cubicBezTo>
                <a:cubicBezTo>
                  <a:pt x="2917794" y="-4672"/>
                  <a:pt x="3230200" y="-72392"/>
                  <a:pt x="3508696" y="0"/>
                </a:cubicBezTo>
                <a:cubicBezTo>
                  <a:pt x="3510392" y="3520"/>
                  <a:pt x="3508242" y="11224"/>
                  <a:pt x="3508696" y="20159"/>
                </a:cubicBezTo>
                <a:cubicBezTo>
                  <a:pt x="3313113" y="-3250"/>
                  <a:pt x="3147390" y="18755"/>
                  <a:pt x="2923913" y="20159"/>
                </a:cubicBezTo>
                <a:cubicBezTo>
                  <a:pt x="2709252" y="19545"/>
                  <a:pt x="2588956" y="46994"/>
                  <a:pt x="2304044" y="20159"/>
                </a:cubicBezTo>
                <a:cubicBezTo>
                  <a:pt x="2002091" y="-812"/>
                  <a:pt x="1988950" y="35071"/>
                  <a:pt x="1789435" y="20159"/>
                </a:cubicBezTo>
                <a:cubicBezTo>
                  <a:pt x="1566566" y="-8835"/>
                  <a:pt x="1419125" y="-867"/>
                  <a:pt x="1134478" y="20159"/>
                </a:cubicBezTo>
                <a:cubicBezTo>
                  <a:pt x="893923" y="27474"/>
                  <a:pt x="800822" y="12918"/>
                  <a:pt x="619870" y="20159"/>
                </a:cubicBezTo>
                <a:cubicBezTo>
                  <a:pt x="456781" y="33082"/>
                  <a:pt x="194470" y="19353"/>
                  <a:pt x="0" y="20159"/>
                </a:cubicBezTo>
                <a:cubicBezTo>
                  <a:pt x="-268" y="10737"/>
                  <a:pt x="1596" y="7621"/>
                  <a:pt x="0" y="0"/>
                </a:cubicBezTo>
                <a:close/>
              </a:path>
              <a:path w="3508696" h="20159" stroke="0" extrusionOk="0">
                <a:moveTo>
                  <a:pt x="0" y="0"/>
                </a:moveTo>
                <a:cubicBezTo>
                  <a:pt x="194755" y="4612"/>
                  <a:pt x="258789" y="-23170"/>
                  <a:pt x="514609" y="0"/>
                </a:cubicBezTo>
                <a:cubicBezTo>
                  <a:pt x="756889" y="23732"/>
                  <a:pt x="817501" y="-2117"/>
                  <a:pt x="994131" y="0"/>
                </a:cubicBezTo>
                <a:cubicBezTo>
                  <a:pt x="1148747" y="-10253"/>
                  <a:pt x="1377083" y="10927"/>
                  <a:pt x="1508739" y="0"/>
                </a:cubicBezTo>
                <a:cubicBezTo>
                  <a:pt x="1647304" y="296"/>
                  <a:pt x="1821128" y="23240"/>
                  <a:pt x="2093522" y="0"/>
                </a:cubicBezTo>
                <a:cubicBezTo>
                  <a:pt x="2355744" y="-11702"/>
                  <a:pt x="2569460" y="-35424"/>
                  <a:pt x="2713392" y="0"/>
                </a:cubicBezTo>
                <a:cubicBezTo>
                  <a:pt x="2913330" y="15164"/>
                  <a:pt x="3187107" y="55428"/>
                  <a:pt x="3508696" y="0"/>
                </a:cubicBezTo>
                <a:cubicBezTo>
                  <a:pt x="3509696" y="4990"/>
                  <a:pt x="3508176" y="10096"/>
                  <a:pt x="3508696" y="20159"/>
                </a:cubicBezTo>
                <a:cubicBezTo>
                  <a:pt x="3212351" y="-9949"/>
                  <a:pt x="3180207" y="38612"/>
                  <a:pt x="2853739" y="20159"/>
                </a:cubicBezTo>
                <a:cubicBezTo>
                  <a:pt x="2539661" y="10777"/>
                  <a:pt x="2599081" y="27449"/>
                  <a:pt x="2374218" y="20159"/>
                </a:cubicBezTo>
                <a:cubicBezTo>
                  <a:pt x="2126941" y="56065"/>
                  <a:pt x="1952351" y="-13068"/>
                  <a:pt x="1719261" y="20159"/>
                </a:cubicBezTo>
                <a:cubicBezTo>
                  <a:pt x="1512404" y="78940"/>
                  <a:pt x="1270329" y="77225"/>
                  <a:pt x="1064304" y="20159"/>
                </a:cubicBezTo>
                <a:cubicBezTo>
                  <a:pt x="846185" y="2996"/>
                  <a:pt x="820961" y="39285"/>
                  <a:pt x="584783" y="20159"/>
                </a:cubicBezTo>
                <a:cubicBezTo>
                  <a:pt x="365942" y="32315"/>
                  <a:pt x="180935" y="40795"/>
                  <a:pt x="0" y="20159"/>
                </a:cubicBezTo>
                <a:cubicBezTo>
                  <a:pt x="-454" y="11243"/>
                  <a:pt x="26" y="4521"/>
                  <a:pt x="0" y="0"/>
                </a:cubicBezTo>
                <a:close/>
              </a:path>
              <a:path w="3508696" h="20159" fill="none" stroke="0" extrusionOk="0">
                <a:moveTo>
                  <a:pt x="0" y="0"/>
                </a:moveTo>
                <a:cubicBezTo>
                  <a:pt x="135287" y="35450"/>
                  <a:pt x="396575" y="-34156"/>
                  <a:pt x="584783" y="0"/>
                </a:cubicBezTo>
                <a:cubicBezTo>
                  <a:pt x="734249" y="4039"/>
                  <a:pt x="960432" y="-6934"/>
                  <a:pt x="1099391" y="0"/>
                </a:cubicBezTo>
                <a:cubicBezTo>
                  <a:pt x="1241286" y="5903"/>
                  <a:pt x="1394151" y="-12161"/>
                  <a:pt x="1684174" y="0"/>
                </a:cubicBezTo>
                <a:cubicBezTo>
                  <a:pt x="1966648" y="17581"/>
                  <a:pt x="1981270" y="-17757"/>
                  <a:pt x="2163696" y="0"/>
                </a:cubicBezTo>
                <a:cubicBezTo>
                  <a:pt x="2373805" y="31650"/>
                  <a:pt x="2490245" y="-59196"/>
                  <a:pt x="2713392" y="0"/>
                </a:cubicBezTo>
                <a:cubicBezTo>
                  <a:pt x="2919897" y="-16326"/>
                  <a:pt x="3259547" y="-12508"/>
                  <a:pt x="3508696" y="0"/>
                </a:cubicBezTo>
                <a:cubicBezTo>
                  <a:pt x="3509970" y="4684"/>
                  <a:pt x="3507507" y="11977"/>
                  <a:pt x="3508696" y="20159"/>
                </a:cubicBezTo>
                <a:cubicBezTo>
                  <a:pt x="3295950" y="-20157"/>
                  <a:pt x="3155183" y="-30462"/>
                  <a:pt x="2923913" y="20159"/>
                </a:cubicBezTo>
                <a:cubicBezTo>
                  <a:pt x="2716593" y="15822"/>
                  <a:pt x="2595426" y="40951"/>
                  <a:pt x="2304044" y="20159"/>
                </a:cubicBezTo>
                <a:cubicBezTo>
                  <a:pt x="2007075" y="-9711"/>
                  <a:pt x="1996052" y="24408"/>
                  <a:pt x="1789435" y="20159"/>
                </a:cubicBezTo>
                <a:cubicBezTo>
                  <a:pt x="1614625" y="27836"/>
                  <a:pt x="1342607" y="7623"/>
                  <a:pt x="1134478" y="20159"/>
                </a:cubicBezTo>
                <a:cubicBezTo>
                  <a:pt x="897703" y="24165"/>
                  <a:pt x="784642" y="31229"/>
                  <a:pt x="619870" y="20159"/>
                </a:cubicBezTo>
                <a:cubicBezTo>
                  <a:pt x="427415" y="33255"/>
                  <a:pt x="184273" y="29836"/>
                  <a:pt x="0" y="20159"/>
                </a:cubicBezTo>
                <a:cubicBezTo>
                  <a:pt x="125" y="10162"/>
                  <a:pt x="1072" y="6591"/>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62319" y="23018"/>
                          <a:pt x="421683" y="-5158"/>
                          <a:pt x="584783" y="0"/>
                        </a:cubicBezTo>
                        <a:cubicBezTo>
                          <a:pt x="747883" y="5158"/>
                          <a:pt x="975784" y="-15427"/>
                          <a:pt x="1099391" y="0"/>
                        </a:cubicBezTo>
                        <a:cubicBezTo>
                          <a:pt x="1222998" y="15427"/>
                          <a:pt x="1402881" y="-16644"/>
                          <a:pt x="1684174" y="0"/>
                        </a:cubicBezTo>
                        <a:cubicBezTo>
                          <a:pt x="1965467" y="16644"/>
                          <a:pt x="1975096" y="-20975"/>
                          <a:pt x="2163696" y="0"/>
                        </a:cubicBezTo>
                        <a:cubicBezTo>
                          <a:pt x="2352296" y="20975"/>
                          <a:pt x="2492387" y="-24234"/>
                          <a:pt x="2713392" y="0"/>
                        </a:cubicBezTo>
                        <a:cubicBezTo>
                          <a:pt x="2934397" y="24234"/>
                          <a:pt x="3268882" y="-29245"/>
                          <a:pt x="3508696" y="0"/>
                        </a:cubicBezTo>
                        <a:cubicBezTo>
                          <a:pt x="3508691" y="4362"/>
                          <a:pt x="3508139" y="12169"/>
                          <a:pt x="3508696" y="20159"/>
                        </a:cubicBezTo>
                        <a:cubicBezTo>
                          <a:pt x="3308783" y="1794"/>
                          <a:pt x="3142166" y="6757"/>
                          <a:pt x="2923913" y="20159"/>
                        </a:cubicBezTo>
                        <a:cubicBezTo>
                          <a:pt x="2705660" y="33561"/>
                          <a:pt x="2600314" y="44784"/>
                          <a:pt x="2304044" y="20159"/>
                        </a:cubicBezTo>
                        <a:cubicBezTo>
                          <a:pt x="2007774" y="-4466"/>
                          <a:pt x="1987551" y="26760"/>
                          <a:pt x="1789435" y="20159"/>
                        </a:cubicBezTo>
                        <a:cubicBezTo>
                          <a:pt x="1591319" y="13558"/>
                          <a:pt x="1373542" y="16100"/>
                          <a:pt x="1134478" y="20159"/>
                        </a:cubicBezTo>
                        <a:cubicBezTo>
                          <a:pt x="895414" y="24218"/>
                          <a:pt x="797550" y="11172"/>
                          <a:pt x="619870" y="20159"/>
                        </a:cubicBezTo>
                        <a:cubicBezTo>
                          <a:pt x="442190" y="29146"/>
                          <a:pt x="173838" y="2613"/>
                          <a:pt x="0" y="20159"/>
                        </a:cubicBezTo>
                        <a:cubicBezTo>
                          <a:pt x="80" y="10419"/>
                          <a:pt x="982" y="7134"/>
                          <a:pt x="0" y="0"/>
                        </a:cubicBezTo>
                        <a:close/>
                      </a:path>
                      <a:path w="3508696" h="20159" stroke="0" extrusionOk="0">
                        <a:moveTo>
                          <a:pt x="0" y="0"/>
                        </a:moveTo>
                        <a:cubicBezTo>
                          <a:pt x="185862" y="-6873"/>
                          <a:pt x="260291" y="-19085"/>
                          <a:pt x="514609" y="0"/>
                        </a:cubicBezTo>
                        <a:cubicBezTo>
                          <a:pt x="768927" y="19085"/>
                          <a:pt x="826906" y="-14935"/>
                          <a:pt x="994131" y="0"/>
                        </a:cubicBezTo>
                        <a:cubicBezTo>
                          <a:pt x="1161356" y="14935"/>
                          <a:pt x="1385372" y="87"/>
                          <a:pt x="1508739" y="0"/>
                        </a:cubicBezTo>
                        <a:cubicBezTo>
                          <a:pt x="1632106" y="-87"/>
                          <a:pt x="1848817" y="-13753"/>
                          <a:pt x="2093522" y="0"/>
                        </a:cubicBezTo>
                        <a:cubicBezTo>
                          <a:pt x="2338227" y="13753"/>
                          <a:pt x="2551834" y="-19926"/>
                          <a:pt x="2713392" y="0"/>
                        </a:cubicBezTo>
                        <a:cubicBezTo>
                          <a:pt x="2874950" y="19926"/>
                          <a:pt x="3212491" y="10414"/>
                          <a:pt x="3508696" y="0"/>
                        </a:cubicBezTo>
                        <a:cubicBezTo>
                          <a:pt x="3508560" y="5513"/>
                          <a:pt x="3509309" y="10700"/>
                          <a:pt x="3508696" y="20159"/>
                        </a:cubicBezTo>
                        <a:cubicBezTo>
                          <a:pt x="3210299" y="-6173"/>
                          <a:pt x="3170869" y="35323"/>
                          <a:pt x="2853739" y="20159"/>
                        </a:cubicBezTo>
                        <a:cubicBezTo>
                          <a:pt x="2536609" y="4995"/>
                          <a:pt x="2609648" y="25359"/>
                          <a:pt x="2374218" y="20159"/>
                        </a:cubicBezTo>
                        <a:cubicBezTo>
                          <a:pt x="2138788" y="14959"/>
                          <a:pt x="1925020" y="12235"/>
                          <a:pt x="1719261" y="20159"/>
                        </a:cubicBezTo>
                        <a:cubicBezTo>
                          <a:pt x="1513502" y="28083"/>
                          <a:pt x="1280640" y="38033"/>
                          <a:pt x="1064304" y="20159"/>
                        </a:cubicBezTo>
                        <a:cubicBezTo>
                          <a:pt x="847968" y="2285"/>
                          <a:pt x="809487" y="41804"/>
                          <a:pt x="584783" y="20159"/>
                        </a:cubicBezTo>
                        <a:cubicBezTo>
                          <a:pt x="360079" y="-1486"/>
                          <a:pt x="166158" y="35178"/>
                          <a:pt x="0" y="20159"/>
                        </a:cubicBezTo>
                        <a:cubicBezTo>
                          <a:pt x="320" y="10793"/>
                          <a:pt x="-231" y="459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1" name="Rectangle 3">
            <a:extLst>
              <a:ext uri="{FF2B5EF4-FFF2-40B4-BE49-F238E27FC236}">
                <a16:creationId xmlns:a16="http://schemas.microsoft.com/office/drawing/2014/main" id="{B7DDB013-8EF1-4140-90B7-C7B25FAA0A8A}"/>
              </a:ext>
            </a:extLst>
          </p:cNvPr>
          <p:cNvSpPr>
            <a:spLocks noGrp="1" noChangeArrowheads="1"/>
          </p:cNvSpPr>
          <p:nvPr>
            <p:ph type="body" idx="1"/>
          </p:nvPr>
        </p:nvSpPr>
        <p:spPr>
          <a:xfrm>
            <a:off x="4380160" y="2847534"/>
            <a:ext cx="5168561" cy="4443603"/>
          </a:xfrm>
        </p:spPr>
        <p:txBody>
          <a:bodyPr>
            <a:normAutofit fontScale="92500"/>
          </a:bodyPr>
          <a:lstStyle/>
          <a:p>
            <a:r>
              <a:rPr lang="en-US" altLang="es-CL" sz="2000" dirty="0"/>
              <a:t>Los </a:t>
            </a:r>
            <a:r>
              <a:rPr lang="en-US" altLang="es-CL" sz="2000" dirty="0" err="1"/>
              <a:t>investigadores</a:t>
            </a:r>
            <a:r>
              <a:rPr lang="en-US" altLang="es-CL" sz="2000" dirty="0"/>
              <a:t> no </a:t>
            </a:r>
            <a:r>
              <a:rPr lang="en-US" altLang="es-CL" sz="2000" dirty="0" err="1"/>
              <a:t>hacen</a:t>
            </a:r>
            <a:r>
              <a:rPr lang="en-US" altLang="es-CL" sz="2000" dirty="0"/>
              <a:t> IA </a:t>
            </a:r>
            <a:r>
              <a:rPr lang="en-US" altLang="es-CL" sz="2000" dirty="0" err="1"/>
              <a:t>como</a:t>
            </a:r>
            <a:r>
              <a:rPr lang="en-US" altLang="es-CL" sz="2000" dirty="0"/>
              <a:t> </a:t>
            </a:r>
            <a:r>
              <a:rPr lang="en-US" altLang="es-CL" sz="2000" dirty="0" err="1"/>
              <a:t>imaginaba</a:t>
            </a:r>
            <a:r>
              <a:rPr lang="en-US" altLang="es-CL" sz="2000" dirty="0"/>
              <a:t> Newell o Turing (</a:t>
            </a:r>
            <a:r>
              <a:rPr lang="en-US" altLang="es-CL" sz="2000" dirty="0" err="1"/>
              <a:t>máquinas</a:t>
            </a:r>
            <a:r>
              <a:rPr lang="en-US" altLang="es-CL" sz="2000" dirty="0"/>
              <a:t> de </a:t>
            </a:r>
            <a:r>
              <a:rPr lang="en-US" altLang="es-CL" sz="2000" dirty="0" err="1"/>
              <a:t>propósito</a:t>
            </a:r>
            <a:r>
              <a:rPr lang="en-US" altLang="es-CL" sz="2000" dirty="0"/>
              <a:t> general, </a:t>
            </a:r>
            <a:r>
              <a:rPr lang="en-US" altLang="es-CL" sz="2000" dirty="0" err="1"/>
              <a:t>como</a:t>
            </a:r>
            <a:r>
              <a:rPr lang="en-US" altLang="es-CL" sz="2000" dirty="0"/>
              <a:t> </a:t>
            </a:r>
            <a:r>
              <a:rPr lang="en-US" altLang="es-CL" sz="2000" dirty="0" err="1"/>
              <a:t>sería</a:t>
            </a:r>
            <a:r>
              <a:rPr lang="en-US" altLang="es-CL" sz="2000" dirty="0"/>
              <a:t> la </a:t>
            </a:r>
            <a:r>
              <a:rPr lang="en-US" altLang="es-CL" sz="2000" dirty="0" err="1"/>
              <a:t>inteligencia</a:t>
            </a:r>
            <a:r>
              <a:rPr lang="en-US" altLang="es-CL" sz="2000" dirty="0"/>
              <a:t> </a:t>
            </a:r>
            <a:r>
              <a:rPr lang="en-US" altLang="es-CL" sz="2000" dirty="0" err="1"/>
              <a:t>humana</a:t>
            </a:r>
            <a:r>
              <a:rPr lang="en-US" altLang="es-CL" sz="2000" dirty="0"/>
              <a:t>), </a:t>
            </a:r>
            <a:r>
              <a:rPr lang="en-US" altLang="es-CL" sz="2000" dirty="0" err="1"/>
              <a:t>sino</a:t>
            </a:r>
            <a:r>
              <a:rPr lang="en-US" altLang="es-CL" sz="2000" dirty="0"/>
              <a:t> que se </a:t>
            </a:r>
            <a:r>
              <a:rPr lang="en-US" altLang="es-CL" sz="2000" dirty="0" err="1"/>
              <a:t>dedican</a:t>
            </a:r>
            <a:r>
              <a:rPr lang="en-US" altLang="es-CL" sz="2000" dirty="0"/>
              <a:t> a:</a:t>
            </a:r>
          </a:p>
          <a:p>
            <a:pPr lvl="1"/>
            <a:r>
              <a:rPr lang="en-US" altLang="es-CL" sz="2000" dirty="0" err="1"/>
              <a:t>Agentes</a:t>
            </a:r>
            <a:r>
              <a:rPr lang="en-US" altLang="es-CL" sz="2000" dirty="0"/>
              <a:t> </a:t>
            </a:r>
            <a:r>
              <a:rPr lang="en-US" altLang="es-CL" sz="2000" dirty="0" err="1"/>
              <a:t>inteligentes</a:t>
            </a:r>
            <a:r>
              <a:rPr lang="en-US" altLang="es-CL" sz="2000" dirty="0"/>
              <a:t>, </a:t>
            </a:r>
            <a:r>
              <a:rPr lang="en-US" altLang="es-CL" sz="2000" dirty="0" err="1"/>
              <a:t>sistemas</a:t>
            </a:r>
            <a:r>
              <a:rPr lang="en-US" altLang="es-CL" sz="2000" dirty="0"/>
              <a:t> multi-</a:t>
            </a:r>
            <a:r>
              <a:rPr lang="en-US" altLang="es-CL" sz="2000" dirty="0" err="1"/>
              <a:t>agentes</a:t>
            </a:r>
            <a:endParaRPr lang="en-US" altLang="es-CL" sz="2000" dirty="0"/>
          </a:p>
          <a:p>
            <a:pPr lvl="1"/>
            <a:r>
              <a:rPr lang="en-US" altLang="es-CL" sz="2000" dirty="0" err="1"/>
              <a:t>Representación</a:t>
            </a:r>
            <a:r>
              <a:rPr lang="en-US" altLang="es-CL" sz="2000" dirty="0"/>
              <a:t> de </a:t>
            </a:r>
            <a:r>
              <a:rPr lang="en-US" altLang="es-CL" sz="2000" dirty="0" err="1"/>
              <a:t>conocimiento</a:t>
            </a:r>
            <a:r>
              <a:rPr lang="en-US" altLang="es-CL" sz="2000" dirty="0"/>
              <a:t> y </a:t>
            </a:r>
            <a:r>
              <a:rPr lang="en-US" altLang="es-CL" sz="2000" dirty="0" err="1"/>
              <a:t>ontologías</a:t>
            </a:r>
            <a:endParaRPr lang="en-US" altLang="es-CL" sz="2000" dirty="0"/>
          </a:p>
          <a:p>
            <a:pPr lvl="1"/>
            <a:r>
              <a:rPr lang="en-US" altLang="es-CL" sz="2000" dirty="0" err="1"/>
              <a:t>Aprendizaje</a:t>
            </a:r>
            <a:r>
              <a:rPr lang="en-US" altLang="es-CL" sz="2000" dirty="0"/>
              <a:t> de </a:t>
            </a:r>
            <a:r>
              <a:rPr lang="en-US" altLang="es-CL" sz="2000" dirty="0" err="1"/>
              <a:t>Máquinas</a:t>
            </a:r>
            <a:r>
              <a:rPr lang="en-US" altLang="es-CL" sz="2000" dirty="0"/>
              <a:t> y </a:t>
            </a:r>
            <a:r>
              <a:rPr lang="en-US" altLang="es-CL" sz="2000" dirty="0" err="1"/>
              <a:t>Minería</a:t>
            </a:r>
            <a:r>
              <a:rPr lang="en-US" altLang="es-CL" sz="2000" dirty="0"/>
              <a:t> de </a:t>
            </a:r>
            <a:r>
              <a:rPr lang="en-US" altLang="es-CL" sz="2000" dirty="0" err="1"/>
              <a:t>Datos</a:t>
            </a:r>
            <a:endParaRPr lang="en-US" altLang="es-CL" sz="2000" dirty="0"/>
          </a:p>
          <a:p>
            <a:pPr lvl="1"/>
            <a:r>
              <a:rPr lang="en-US" altLang="es-CL" sz="2000" dirty="0" err="1"/>
              <a:t>Sistemas</a:t>
            </a:r>
            <a:r>
              <a:rPr lang="en-US" altLang="es-CL" sz="2000" dirty="0"/>
              <a:t> </a:t>
            </a:r>
            <a:r>
              <a:rPr lang="en-US" altLang="es-CL" sz="2000" dirty="0" err="1"/>
              <a:t>adaptativos</a:t>
            </a:r>
            <a:r>
              <a:rPr lang="en-US" altLang="es-CL" sz="2000" dirty="0"/>
              <a:t> y </a:t>
            </a:r>
            <a:r>
              <a:rPr lang="en-US" altLang="es-CL" sz="2000" dirty="0" err="1"/>
              <a:t>aprendizaje</a:t>
            </a:r>
            <a:r>
              <a:rPr lang="en-US" altLang="es-CL" sz="2000" dirty="0"/>
              <a:t> </a:t>
            </a:r>
            <a:r>
              <a:rPr lang="en-US" altLang="es-CL" sz="2000" dirty="0" err="1"/>
              <a:t>automático</a:t>
            </a:r>
            <a:endParaRPr lang="en-US" altLang="es-CL" sz="2000" dirty="0"/>
          </a:p>
          <a:p>
            <a:pPr lvl="1"/>
            <a:r>
              <a:rPr lang="en-US" altLang="es-CL" sz="2000" dirty="0" err="1"/>
              <a:t>Robótica</a:t>
            </a:r>
            <a:endParaRPr lang="en-US" altLang="es-CL" sz="2000" dirty="0"/>
          </a:p>
          <a:p>
            <a:pPr lvl="1"/>
            <a:r>
              <a:rPr lang="en-US" altLang="es-CL" sz="2000" dirty="0" err="1"/>
              <a:t>Máquinas</a:t>
            </a:r>
            <a:r>
              <a:rPr lang="en-US" altLang="es-CL" sz="2000" dirty="0"/>
              <a:t> de </a:t>
            </a:r>
            <a:r>
              <a:rPr lang="en-US" altLang="es-CL" sz="2000" dirty="0" err="1"/>
              <a:t>búsqueda</a:t>
            </a:r>
            <a:r>
              <a:rPr lang="en-US" altLang="es-CL" sz="2000" dirty="0"/>
              <a:t>, </a:t>
            </a:r>
            <a:r>
              <a:rPr lang="en-US" altLang="es-CL" sz="2000" dirty="0" err="1"/>
              <a:t>recomendadores</a:t>
            </a:r>
            <a:endParaRPr lang="en-US" altLang="es-CL" sz="2000" dirty="0"/>
          </a:p>
          <a:p>
            <a:pPr lvl="1"/>
            <a:r>
              <a:rPr lang="en-US" altLang="es-CL" sz="2000" dirty="0" err="1"/>
              <a:t>Procesamiento</a:t>
            </a:r>
            <a:r>
              <a:rPr lang="en-US" altLang="es-CL" sz="2000" dirty="0"/>
              <a:t> de </a:t>
            </a:r>
            <a:r>
              <a:rPr lang="en-US" altLang="es-CL" sz="2000" dirty="0" err="1"/>
              <a:t>imágenes</a:t>
            </a:r>
            <a:r>
              <a:rPr lang="en-US" altLang="es-CL" sz="2000" dirty="0"/>
              <a:t>, </a:t>
            </a:r>
            <a:r>
              <a:rPr lang="en-US" altLang="es-CL" sz="2000" dirty="0" err="1"/>
              <a:t>visión</a:t>
            </a:r>
            <a:r>
              <a:rPr lang="en-US" altLang="es-CL" sz="2000" dirty="0"/>
              <a:t> artificial</a:t>
            </a:r>
          </a:p>
          <a:p>
            <a:pPr lvl="1"/>
            <a:r>
              <a:rPr lang="en-US" altLang="es-CL" sz="2000" dirty="0" err="1"/>
              <a:t>Procesamiento</a:t>
            </a:r>
            <a:r>
              <a:rPr lang="en-US" altLang="es-CL" sz="2000" dirty="0"/>
              <a:t> de </a:t>
            </a:r>
            <a:r>
              <a:rPr lang="en-US" altLang="es-CL" sz="2000" dirty="0" err="1"/>
              <a:t>lenguaje</a:t>
            </a:r>
            <a:r>
              <a:rPr lang="en-US" altLang="es-CL" sz="2000" dirty="0"/>
              <a:t> natural</a:t>
            </a:r>
          </a:p>
          <a:p>
            <a:endParaRPr lang="en-US" altLang="es-CL" sz="1800" dirty="0"/>
          </a:p>
          <a:p>
            <a:pPr marL="378013" lvl="1" indent="0">
              <a:buNone/>
            </a:pPr>
            <a:endParaRPr lang="en-US" altLang="es-CL"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8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89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7" name="Rectangle 3789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0" name="Rectangle 2">
            <a:extLst>
              <a:ext uri="{FF2B5EF4-FFF2-40B4-BE49-F238E27FC236}">
                <a16:creationId xmlns:a16="http://schemas.microsoft.com/office/drawing/2014/main" id="{0980ED7B-EB0B-4CB8-98A0-260914BF1DB1}"/>
              </a:ext>
            </a:extLst>
          </p:cNvPr>
          <p:cNvSpPr>
            <a:spLocks noGrp="1" noChangeArrowheads="1"/>
          </p:cNvSpPr>
          <p:nvPr>
            <p:ph type="title"/>
          </p:nvPr>
        </p:nvSpPr>
        <p:spPr>
          <a:xfrm>
            <a:off x="4380311" y="362864"/>
            <a:ext cx="5168561" cy="1965515"/>
          </a:xfrm>
        </p:spPr>
        <p:txBody>
          <a:bodyPr anchor="b">
            <a:normAutofit/>
          </a:bodyPr>
          <a:lstStyle/>
          <a:p>
            <a:r>
              <a:rPr lang="en-US" altLang="es-CL" sz="5200" dirty="0"/>
              <a:t>¿Hoy?</a:t>
            </a:r>
          </a:p>
        </p:txBody>
      </p:sp>
      <p:pic>
        <p:nvPicPr>
          <p:cNvPr id="37893" name="Picture 37892" descr="Lindo robot amarillo">
            <a:extLst>
              <a:ext uri="{FF2B5EF4-FFF2-40B4-BE49-F238E27FC236}">
                <a16:creationId xmlns:a16="http://schemas.microsoft.com/office/drawing/2014/main" id="{CC3B0311-1B95-EBD0-AC0F-B8CEAB6D26E7}"/>
              </a:ext>
            </a:extLst>
          </p:cNvPr>
          <p:cNvPicPr>
            <a:picLocks noChangeAspect="1"/>
          </p:cNvPicPr>
          <p:nvPr/>
        </p:nvPicPr>
        <p:blipFill rotWithShape="1">
          <a:blip r:embed="rId2"/>
          <a:srcRect l="55791" r="10207" b="-1"/>
          <a:stretch/>
        </p:blipFill>
        <p:spPr>
          <a:xfrm>
            <a:off x="20" y="10"/>
            <a:ext cx="3850779" cy="7559665"/>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789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311" y="2617939"/>
            <a:ext cx="3508696" cy="20159"/>
          </a:xfrm>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 name="connsiteX0" fmla="*/ 0 w 3508696"/>
              <a:gd name="connsiteY0" fmla="*/ 0 h 20159"/>
              <a:gd name="connsiteX1" fmla="*/ 514609 w 3508696"/>
              <a:gd name="connsiteY1" fmla="*/ 0 h 20159"/>
              <a:gd name="connsiteX2" fmla="*/ 994131 w 3508696"/>
              <a:gd name="connsiteY2" fmla="*/ 0 h 20159"/>
              <a:gd name="connsiteX3" fmla="*/ 1508739 w 3508696"/>
              <a:gd name="connsiteY3" fmla="*/ 0 h 20159"/>
              <a:gd name="connsiteX4" fmla="*/ 2093522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853739 w 3508696"/>
              <a:gd name="connsiteY8" fmla="*/ 20159 h 20159"/>
              <a:gd name="connsiteX9" fmla="*/ 2374218 w 3508696"/>
              <a:gd name="connsiteY9" fmla="*/ 20159 h 20159"/>
              <a:gd name="connsiteX10" fmla="*/ 1719261 w 3508696"/>
              <a:gd name="connsiteY10" fmla="*/ 20159 h 20159"/>
              <a:gd name="connsiteX11" fmla="*/ 1064304 w 3508696"/>
              <a:gd name="connsiteY11" fmla="*/ 20159 h 20159"/>
              <a:gd name="connsiteX12" fmla="*/ 584783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46229" y="-14140"/>
                  <a:pt x="425161" y="-21146"/>
                  <a:pt x="584783" y="0"/>
                </a:cubicBezTo>
                <a:cubicBezTo>
                  <a:pt x="744845" y="-25423"/>
                  <a:pt x="964949" y="-12672"/>
                  <a:pt x="1099391" y="0"/>
                </a:cubicBezTo>
                <a:cubicBezTo>
                  <a:pt x="1213529" y="34233"/>
                  <a:pt x="1394830" y="-43069"/>
                  <a:pt x="1684174" y="0"/>
                </a:cubicBezTo>
                <a:cubicBezTo>
                  <a:pt x="1958984" y="21109"/>
                  <a:pt x="1977094" y="-26995"/>
                  <a:pt x="2163696" y="0"/>
                </a:cubicBezTo>
                <a:cubicBezTo>
                  <a:pt x="2344615" y="3606"/>
                  <a:pt x="2485824" y="-37567"/>
                  <a:pt x="2713392" y="0"/>
                </a:cubicBezTo>
                <a:cubicBezTo>
                  <a:pt x="2917794" y="-4672"/>
                  <a:pt x="3230200" y="-72392"/>
                  <a:pt x="3508696" y="0"/>
                </a:cubicBezTo>
                <a:cubicBezTo>
                  <a:pt x="3510392" y="3520"/>
                  <a:pt x="3508242" y="11224"/>
                  <a:pt x="3508696" y="20159"/>
                </a:cubicBezTo>
                <a:cubicBezTo>
                  <a:pt x="3313113" y="-3250"/>
                  <a:pt x="3147390" y="18755"/>
                  <a:pt x="2923913" y="20159"/>
                </a:cubicBezTo>
                <a:cubicBezTo>
                  <a:pt x="2709252" y="19545"/>
                  <a:pt x="2588956" y="46994"/>
                  <a:pt x="2304044" y="20159"/>
                </a:cubicBezTo>
                <a:cubicBezTo>
                  <a:pt x="2002091" y="-812"/>
                  <a:pt x="1988950" y="35071"/>
                  <a:pt x="1789435" y="20159"/>
                </a:cubicBezTo>
                <a:cubicBezTo>
                  <a:pt x="1566566" y="-8835"/>
                  <a:pt x="1419125" y="-867"/>
                  <a:pt x="1134478" y="20159"/>
                </a:cubicBezTo>
                <a:cubicBezTo>
                  <a:pt x="893923" y="27474"/>
                  <a:pt x="800822" y="12918"/>
                  <a:pt x="619870" y="20159"/>
                </a:cubicBezTo>
                <a:cubicBezTo>
                  <a:pt x="456781" y="33082"/>
                  <a:pt x="194470" y="19353"/>
                  <a:pt x="0" y="20159"/>
                </a:cubicBezTo>
                <a:cubicBezTo>
                  <a:pt x="-268" y="10737"/>
                  <a:pt x="1596" y="7621"/>
                  <a:pt x="0" y="0"/>
                </a:cubicBezTo>
                <a:close/>
              </a:path>
              <a:path w="3508696" h="20159" stroke="0" extrusionOk="0">
                <a:moveTo>
                  <a:pt x="0" y="0"/>
                </a:moveTo>
                <a:cubicBezTo>
                  <a:pt x="194755" y="4612"/>
                  <a:pt x="258789" y="-23170"/>
                  <a:pt x="514609" y="0"/>
                </a:cubicBezTo>
                <a:cubicBezTo>
                  <a:pt x="756889" y="23732"/>
                  <a:pt x="817501" y="-2117"/>
                  <a:pt x="994131" y="0"/>
                </a:cubicBezTo>
                <a:cubicBezTo>
                  <a:pt x="1148747" y="-10253"/>
                  <a:pt x="1377083" y="10927"/>
                  <a:pt x="1508739" y="0"/>
                </a:cubicBezTo>
                <a:cubicBezTo>
                  <a:pt x="1647304" y="296"/>
                  <a:pt x="1821128" y="23240"/>
                  <a:pt x="2093522" y="0"/>
                </a:cubicBezTo>
                <a:cubicBezTo>
                  <a:pt x="2355744" y="-11702"/>
                  <a:pt x="2569460" y="-35424"/>
                  <a:pt x="2713392" y="0"/>
                </a:cubicBezTo>
                <a:cubicBezTo>
                  <a:pt x="2913330" y="15164"/>
                  <a:pt x="3187107" y="55428"/>
                  <a:pt x="3508696" y="0"/>
                </a:cubicBezTo>
                <a:cubicBezTo>
                  <a:pt x="3509696" y="4990"/>
                  <a:pt x="3508176" y="10096"/>
                  <a:pt x="3508696" y="20159"/>
                </a:cubicBezTo>
                <a:cubicBezTo>
                  <a:pt x="3212351" y="-9949"/>
                  <a:pt x="3180207" y="38612"/>
                  <a:pt x="2853739" y="20159"/>
                </a:cubicBezTo>
                <a:cubicBezTo>
                  <a:pt x="2539661" y="10777"/>
                  <a:pt x="2599081" y="27449"/>
                  <a:pt x="2374218" y="20159"/>
                </a:cubicBezTo>
                <a:cubicBezTo>
                  <a:pt x="2126941" y="56065"/>
                  <a:pt x="1952351" y="-13068"/>
                  <a:pt x="1719261" y="20159"/>
                </a:cubicBezTo>
                <a:cubicBezTo>
                  <a:pt x="1512404" y="78940"/>
                  <a:pt x="1270329" y="77225"/>
                  <a:pt x="1064304" y="20159"/>
                </a:cubicBezTo>
                <a:cubicBezTo>
                  <a:pt x="846185" y="2996"/>
                  <a:pt x="820961" y="39285"/>
                  <a:pt x="584783" y="20159"/>
                </a:cubicBezTo>
                <a:cubicBezTo>
                  <a:pt x="365942" y="32315"/>
                  <a:pt x="180935" y="40795"/>
                  <a:pt x="0" y="20159"/>
                </a:cubicBezTo>
                <a:cubicBezTo>
                  <a:pt x="-454" y="11243"/>
                  <a:pt x="26" y="4521"/>
                  <a:pt x="0" y="0"/>
                </a:cubicBezTo>
                <a:close/>
              </a:path>
              <a:path w="3508696" h="20159" fill="none" stroke="0" extrusionOk="0">
                <a:moveTo>
                  <a:pt x="0" y="0"/>
                </a:moveTo>
                <a:cubicBezTo>
                  <a:pt x="135287" y="35450"/>
                  <a:pt x="396575" y="-34156"/>
                  <a:pt x="584783" y="0"/>
                </a:cubicBezTo>
                <a:cubicBezTo>
                  <a:pt x="734249" y="4039"/>
                  <a:pt x="960432" y="-6934"/>
                  <a:pt x="1099391" y="0"/>
                </a:cubicBezTo>
                <a:cubicBezTo>
                  <a:pt x="1241286" y="5903"/>
                  <a:pt x="1394151" y="-12161"/>
                  <a:pt x="1684174" y="0"/>
                </a:cubicBezTo>
                <a:cubicBezTo>
                  <a:pt x="1966648" y="17581"/>
                  <a:pt x="1981270" y="-17757"/>
                  <a:pt x="2163696" y="0"/>
                </a:cubicBezTo>
                <a:cubicBezTo>
                  <a:pt x="2373805" y="31650"/>
                  <a:pt x="2490245" y="-59196"/>
                  <a:pt x="2713392" y="0"/>
                </a:cubicBezTo>
                <a:cubicBezTo>
                  <a:pt x="2919897" y="-16326"/>
                  <a:pt x="3259547" y="-12508"/>
                  <a:pt x="3508696" y="0"/>
                </a:cubicBezTo>
                <a:cubicBezTo>
                  <a:pt x="3509970" y="4684"/>
                  <a:pt x="3507507" y="11977"/>
                  <a:pt x="3508696" y="20159"/>
                </a:cubicBezTo>
                <a:cubicBezTo>
                  <a:pt x="3295950" y="-20157"/>
                  <a:pt x="3155183" y="-30462"/>
                  <a:pt x="2923913" y="20159"/>
                </a:cubicBezTo>
                <a:cubicBezTo>
                  <a:pt x="2716593" y="15822"/>
                  <a:pt x="2595426" y="40951"/>
                  <a:pt x="2304044" y="20159"/>
                </a:cubicBezTo>
                <a:cubicBezTo>
                  <a:pt x="2007075" y="-9711"/>
                  <a:pt x="1996052" y="24408"/>
                  <a:pt x="1789435" y="20159"/>
                </a:cubicBezTo>
                <a:cubicBezTo>
                  <a:pt x="1614625" y="27836"/>
                  <a:pt x="1342607" y="7623"/>
                  <a:pt x="1134478" y="20159"/>
                </a:cubicBezTo>
                <a:cubicBezTo>
                  <a:pt x="897703" y="24165"/>
                  <a:pt x="784642" y="31229"/>
                  <a:pt x="619870" y="20159"/>
                </a:cubicBezTo>
                <a:cubicBezTo>
                  <a:pt x="427415" y="33255"/>
                  <a:pt x="184273" y="29836"/>
                  <a:pt x="0" y="20159"/>
                </a:cubicBezTo>
                <a:cubicBezTo>
                  <a:pt x="125" y="10162"/>
                  <a:pt x="1072" y="6591"/>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62319" y="23018"/>
                          <a:pt x="421683" y="-5158"/>
                          <a:pt x="584783" y="0"/>
                        </a:cubicBezTo>
                        <a:cubicBezTo>
                          <a:pt x="747883" y="5158"/>
                          <a:pt x="975784" y="-15427"/>
                          <a:pt x="1099391" y="0"/>
                        </a:cubicBezTo>
                        <a:cubicBezTo>
                          <a:pt x="1222998" y="15427"/>
                          <a:pt x="1402881" y="-16644"/>
                          <a:pt x="1684174" y="0"/>
                        </a:cubicBezTo>
                        <a:cubicBezTo>
                          <a:pt x="1965467" y="16644"/>
                          <a:pt x="1975096" y="-20975"/>
                          <a:pt x="2163696" y="0"/>
                        </a:cubicBezTo>
                        <a:cubicBezTo>
                          <a:pt x="2352296" y="20975"/>
                          <a:pt x="2492387" y="-24234"/>
                          <a:pt x="2713392" y="0"/>
                        </a:cubicBezTo>
                        <a:cubicBezTo>
                          <a:pt x="2934397" y="24234"/>
                          <a:pt x="3268882" y="-29245"/>
                          <a:pt x="3508696" y="0"/>
                        </a:cubicBezTo>
                        <a:cubicBezTo>
                          <a:pt x="3508691" y="4362"/>
                          <a:pt x="3508139" y="12169"/>
                          <a:pt x="3508696" y="20159"/>
                        </a:cubicBezTo>
                        <a:cubicBezTo>
                          <a:pt x="3308783" y="1794"/>
                          <a:pt x="3142166" y="6757"/>
                          <a:pt x="2923913" y="20159"/>
                        </a:cubicBezTo>
                        <a:cubicBezTo>
                          <a:pt x="2705660" y="33561"/>
                          <a:pt x="2600314" y="44784"/>
                          <a:pt x="2304044" y="20159"/>
                        </a:cubicBezTo>
                        <a:cubicBezTo>
                          <a:pt x="2007774" y="-4466"/>
                          <a:pt x="1987551" y="26760"/>
                          <a:pt x="1789435" y="20159"/>
                        </a:cubicBezTo>
                        <a:cubicBezTo>
                          <a:pt x="1591319" y="13558"/>
                          <a:pt x="1373542" y="16100"/>
                          <a:pt x="1134478" y="20159"/>
                        </a:cubicBezTo>
                        <a:cubicBezTo>
                          <a:pt x="895414" y="24218"/>
                          <a:pt x="797550" y="11172"/>
                          <a:pt x="619870" y="20159"/>
                        </a:cubicBezTo>
                        <a:cubicBezTo>
                          <a:pt x="442190" y="29146"/>
                          <a:pt x="173838" y="2613"/>
                          <a:pt x="0" y="20159"/>
                        </a:cubicBezTo>
                        <a:cubicBezTo>
                          <a:pt x="80" y="10419"/>
                          <a:pt x="982" y="7134"/>
                          <a:pt x="0" y="0"/>
                        </a:cubicBezTo>
                        <a:close/>
                      </a:path>
                      <a:path w="3508696" h="20159" stroke="0" extrusionOk="0">
                        <a:moveTo>
                          <a:pt x="0" y="0"/>
                        </a:moveTo>
                        <a:cubicBezTo>
                          <a:pt x="185862" y="-6873"/>
                          <a:pt x="260291" y="-19085"/>
                          <a:pt x="514609" y="0"/>
                        </a:cubicBezTo>
                        <a:cubicBezTo>
                          <a:pt x="768927" y="19085"/>
                          <a:pt x="826906" y="-14935"/>
                          <a:pt x="994131" y="0"/>
                        </a:cubicBezTo>
                        <a:cubicBezTo>
                          <a:pt x="1161356" y="14935"/>
                          <a:pt x="1385372" y="87"/>
                          <a:pt x="1508739" y="0"/>
                        </a:cubicBezTo>
                        <a:cubicBezTo>
                          <a:pt x="1632106" y="-87"/>
                          <a:pt x="1848817" y="-13753"/>
                          <a:pt x="2093522" y="0"/>
                        </a:cubicBezTo>
                        <a:cubicBezTo>
                          <a:pt x="2338227" y="13753"/>
                          <a:pt x="2551834" y="-19926"/>
                          <a:pt x="2713392" y="0"/>
                        </a:cubicBezTo>
                        <a:cubicBezTo>
                          <a:pt x="2874950" y="19926"/>
                          <a:pt x="3212491" y="10414"/>
                          <a:pt x="3508696" y="0"/>
                        </a:cubicBezTo>
                        <a:cubicBezTo>
                          <a:pt x="3508560" y="5513"/>
                          <a:pt x="3509309" y="10700"/>
                          <a:pt x="3508696" y="20159"/>
                        </a:cubicBezTo>
                        <a:cubicBezTo>
                          <a:pt x="3210299" y="-6173"/>
                          <a:pt x="3170869" y="35323"/>
                          <a:pt x="2853739" y="20159"/>
                        </a:cubicBezTo>
                        <a:cubicBezTo>
                          <a:pt x="2536609" y="4995"/>
                          <a:pt x="2609648" y="25359"/>
                          <a:pt x="2374218" y="20159"/>
                        </a:cubicBezTo>
                        <a:cubicBezTo>
                          <a:pt x="2138788" y="14959"/>
                          <a:pt x="1925020" y="12235"/>
                          <a:pt x="1719261" y="20159"/>
                        </a:cubicBezTo>
                        <a:cubicBezTo>
                          <a:pt x="1513502" y="28083"/>
                          <a:pt x="1280640" y="38033"/>
                          <a:pt x="1064304" y="20159"/>
                        </a:cubicBezTo>
                        <a:cubicBezTo>
                          <a:pt x="847968" y="2285"/>
                          <a:pt x="809487" y="41804"/>
                          <a:pt x="584783" y="20159"/>
                        </a:cubicBezTo>
                        <a:cubicBezTo>
                          <a:pt x="360079" y="-1486"/>
                          <a:pt x="166158" y="35178"/>
                          <a:pt x="0" y="20159"/>
                        </a:cubicBezTo>
                        <a:cubicBezTo>
                          <a:pt x="320" y="10793"/>
                          <a:pt x="-231" y="459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1" name="Rectangle 3">
            <a:extLst>
              <a:ext uri="{FF2B5EF4-FFF2-40B4-BE49-F238E27FC236}">
                <a16:creationId xmlns:a16="http://schemas.microsoft.com/office/drawing/2014/main" id="{B7DDB013-8EF1-4140-90B7-C7B25FAA0A8A}"/>
              </a:ext>
            </a:extLst>
          </p:cNvPr>
          <p:cNvSpPr>
            <a:spLocks noGrp="1" noChangeArrowheads="1"/>
          </p:cNvSpPr>
          <p:nvPr>
            <p:ph type="body" idx="1"/>
          </p:nvPr>
        </p:nvSpPr>
        <p:spPr>
          <a:xfrm>
            <a:off x="4380311" y="2983551"/>
            <a:ext cx="5168561" cy="4347691"/>
          </a:xfrm>
        </p:spPr>
        <p:txBody>
          <a:bodyPr>
            <a:normAutofit/>
          </a:bodyPr>
          <a:lstStyle/>
          <a:p>
            <a:pPr>
              <a:lnSpc>
                <a:spcPct val="80000"/>
              </a:lnSpc>
            </a:pPr>
            <a:r>
              <a:rPr lang="en-US" altLang="es-CL" sz="2400" dirty="0"/>
              <a:t>Hasta </a:t>
            </a:r>
            <a:r>
              <a:rPr lang="en-US" altLang="es-CL" sz="2400" dirty="0" err="1"/>
              <a:t>el</a:t>
            </a:r>
            <a:r>
              <a:rPr lang="en-US" altLang="es-CL" sz="2400" dirty="0"/>
              <a:t> </a:t>
            </a:r>
            <a:r>
              <a:rPr lang="es-CL" sz="2400" dirty="0"/>
              <a:t>30 de noviembre de 2022, fecha en que fue lanzado </a:t>
            </a:r>
            <a:r>
              <a:rPr lang="es-CL" sz="2400" dirty="0" err="1"/>
              <a:t>ChatGPT</a:t>
            </a:r>
            <a:r>
              <a:rPr lang="es-CL" sz="2400" dirty="0"/>
              <a:t>, </a:t>
            </a:r>
            <a:r>
              <a:rPr lang="en-US" altLang="es-CL" sz="2400" dirty="0"/>
              <a:t>no se </a:t>
            </a:r>
            <a:r>
              <a:rPr lang="en-US" altLang="es-CL" sz="2400" dirty="0" err="1"/>
              <a:t>podían</a:t>
            </a:r>
            <a:r>
              <a:rPr lang="en-US" altLang="es-CL" sz="2400" dirty="0"/>
              <a:t> </a:t>
            </a:r>
            <a:r>
              <a:rPr lang="en-US" altLang="es-CL" sz="2400" dirty="0" err="1"/>
              <a:t>integrar</a:t>
            </a:r>
            <a:r>
              <a:rPr lang="en-US" altLang="es-CL" sz="2400" dirty="0"/>
              <a:t> </a:t>
            </a:r>
            <a:r>
              <a:rPr lang="en-US" altLang="es-CL" sz="2400" dirty="0" err="1"/>
              <a:t>distintos</a:t>
            </a:r>
            <a:r>
              <a:rPr lang="en-US" altLang="es-CL" sz="2400" dirty="0"/>
              <a:t> </a:t>
            </a:r>
            <a:r>
              <a:rPr lang="en-US" altLang="es-CL" sz="2400" dirty="0" err="1"/>
              <a:t>sistemas</a:t>
            </a:r>
            <a:r>
              <a:rPr lang="en-US" altLang="es-CL" sz="2400" dirty="0"/>
              <a:t>.</a:t>
            </a:r>
          </a:p>
          <a:p>
            <a:pPr>
              <a:lnSpc>
                <a:spcPct val="80000"/>
              </a:lnSpc>
            </a:pPr>
            <a:r>
              <a:rPr lang="en-US" altLang="es-CL" sz="2400" dirty="0"/>
              <a:t>Por </a:t>
            </a:r>
            <a:r>
              <a:rPr lang="en-US" altLang="es-CL" sz="2400" dirty="0" err="1"/>
              <a:t>eso</a:t>
            </a:r>
            <a:r>
              <a:rPr lang="en-US" altLang="es-CL" sz="2400" dirty="0"/>
              <a:t>, la </a:t>
            </a:r>
            <a:r>
              <a:rPr lang="en-US" altLang="es-CL" sz="2400" dirty="0" err="1"/>
              <a:t>apreciación</a:t>
            </a:r>
            <a:r>
              <a:rPr lang="en-US" altLang="es-CL" sz="2400" dirty="0"/>
              <a:t> general del </a:t>
            </a:r>
            <a:r>
              <a:rPr lang="en-US" altLang="es-CL" sz="2400" dirty="0" err="1"/>
              <a:t>estado</a:t>
            </a:r>
            <a:r>
              <a:rPr lang="en-US" altLang="es-CL" sz="2400" dirty="0"/>
              <a:t> de la IA era </a:t>
            </a:r>
            <a:r>
              <a:rPr lang="en-US" altLang="es-CL" sz="2400" dirty="0" err="1"/>
              <a:t>aplicaciones</a:t>
            </a:r>
            <a:r>
              <a:rPr lang="en-US" altLang="es-CL" sz="2400" dirty="0"/>
              <a:t> </a:t>
            </a:r>
            <a:r>
              <a:rPr lang="en-US" altLang="es-CL" sz="2400" dirty="0" err="1"/>
              <a:t>cada</a:t>
            </a:r>
            <a:r>
              <a:rPr lang="en-US" altLang="es-CL" sz="2400" dirty="0"/>
              <a:t> </a:t>
            </a:r>
            <a:r>
              <a:rPr lang="en-US" altLang="es-CL" sz="2400" dirty="0" err="1"/>
              <a:t>vez</a:t>
            </a:r>
            <a:r>
              <a:rPr lang="en-US" altLang="es-CL" sz="2400" dirty="0"/>
              <a:t> </a:t>
            </a:r>
            <a:r>
              <a:rPr lang="en-US" altLang="es-CL" sz="2400" dirty="0" err="1"/>
              <a:t>más</a:t>
            </a:r>
            <a:r>
              <a:rPr lang="en-US" altLang="es-CL" sz="2400" dirty="0"/>
              <a:t> </a:t>
            </a:r>
            <a:r>
              <a:rPr lang="en-US" altLang="es-CL" sz="2400" dirty="0" err="1"/>
              <a:t>específicas</a:t>
            </a:r>
            <a:r>
              <a:rPr lang="en-US" altLang="es-CL" sz="2400" dirty="0"/>
              <a:t> y </a:t>
            </a:r>
            <a:r>
              <a:rPr lang="en-US" altLang="es-CL" sz="2400" dirty="0" err="1"/>
              <a:t>cada</a:t>
            </a:r>
            <a:r>
              <a:rPr lang="en-US" altLang="es-CL" sz="2400" dirty="0"/>
              <a:t> </a:t>
            </a:r>
            <a:r>
              <a:rPr lang="en-US" altLang="es-CL" sz="2400" dirty="0" err="1"/>
              <a:t>vez</a:t>
            </a:r>
            <a:r>
              <a:rPr lang="en-US" altLang="es-CL" sz="2400" dirty="0"/>
              <a:t> </a:t>
            </a:r>
            <a:r>
              <a:rPr lang="en-US" altLang="es-CL" sz="2400" dirty="0" err="1"/>
              <a:t>más</a:t>
            </a:r>
            <a:r>
              <a:rPr lang="en-US" altLang="es-CL" sz="2400" dirty="0"/>
              <a:t> </a:t>
            </a:r>
            <a:r>
              <a:rPr lang="en-US" altLang="es-CL" sz="2400" dirty="0" err="1"/>
              <a:t>lejos</a:t>
            </a:r>
            <a:r>
              <a:rPr lang="en-US" altLang="es-CL" sz="2400" dirty="0"/>
              <a:t> de </a:t>
            </a:r>
            <a:r>
              <a:rPr lang="en-US" altLang="es-CL" sz="2400" dirty="0" err="1"/>
              <a:t>una</a:t>
            </a:r>
            <a:r>
              <a:rPr lang="en-US" altLang="es-CL" sz="2400" dirty="0"/>
              <a:t> </a:t>
            </a:r>
            <a:r>
              <a:rPr lang="en-US" altLang="es-CL" sz="2400" dirty="0" err="1"/>
              <a:t>inteligencia</a:t>
            </a:r>
            <a:r>
              <a:rPr lang="en-US" altLang="es-CL" sz="2400" dirty="0"/>
              <a:t> general </a:t>
            </a:r>
            <a:r>
              <a:rPr lang="en-US" altLang="es-CL" sz="2400" dirty="0" err="1"/>
              <a:t>como</a:t>
            </a:r>
            <a:r>
              <a:rPr lang="en-US" altLang="es-CL" sz="2400" dirty="0"/>
              <a:t> </a:t>
            </a:r>
            <a:r>
              <a:rPr lang="en-US" altLang="es-CL" sz="2400" dirty="0" err="1"/>
              <a:t>soñaba</a:t>
            </a:r>
            <a:r>
              <a:rPr lang="en-US" altLang="es-CL" sz="2400" dirty="0"/>
              <a:t> Newell.</a:t>
            </a:r>
            <a:endParaRPr lang="en-US" altLang="es-CL" sz="1800" dirty="0"/>
          </a:p>
          <a:p>
            <a:pPr marL="378013" lvl="1" indent="0">
              <a:buNone/>
            </a:pPr>
            <a:endParaRPr lang="en-US" altLang="es-CL" sz="1800" dirty="0"/>
          </a:p>
        </p:txBody>
      </p:sp>
    </p:spTree>
    <p:extLst>
      <p:ext uri="{BB962C8B-B14F-4D97-AF65-F5344CB8AC3E}">
        <p14:creationId xmlns:p14="http://schemas.microsoft.com/office/powerpoint/2010/main" val="2734783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7" name="Rectangle 3789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0" name="Rectangle 2">
            <a:extLst>
              <a:ext uri="{FF2B5EF4-FFF2-40B4-BE49-F238E27FC236}">
                <a16:creationId xmlns:a16="http://schemas.microsoft.com/office/drawing/2014/main" id="{0980ED7B-EB0B-4CB8-98A0-260914BF1DB1}"/>
              </a:ext>
            </a:extLst>
          </p:cNvPr>
          <p:cNvSpPr>
            <a:spLocks noGrp="1" noChangeArrowheads="1"/>
          </p:cNvSpPr>
          <p:nvPr>
            <p:ph type="title"/>
          </p:nvPr>
        </p:nvSpPr>
        <p:spPr>
          <a:xfrm>
            <a:off x="4380311" y="362864"/>
            <a:ext cx="5168561" cy="1965515"/>
          </a:xfrm>
        </p:spPr>
        <p:txBody>
          <a:bodyPr anchor="b">
            <a:normAutofit/>
          </a:bodyPr>
          <a:lstStyle/>
          <a:p>
            <a:r>
              <a:rPr lang="en-US" altLang="es-CL" sz="5200" dirty="0"/>
              <a:t>¿Hoy?</a:t>
            </a:r>
          </a:p>
        </p:txBody>
      </p:sp>
      <p:pic>
        <p:nvPicPr>
          <p:cNvPr id="37893" name="Picture 37892" descr="Lindo robot amarillo">
            <a:extLst>
              <a:ext uri="{FF2B5EF4-FFF2-40B4-BE49-F238E27FC236}">
                <a16:creationId xmlns:a16="http://schemas.microsoft.com/office/drawing/2014/main" id="{CC3B0311-1B95-EBD0-AC0F-B8CEAB6D26E7}"/>
              </a:ext>
            </a:extLst>
          </p:cNvPr>
          <p:cNvPicPr>
            <a:picLocks noChangeAspect="1"/>
          </p:cNvPicPr>
          <p:nvPr/>
        </p:nvPicPr>
        <p:blipFill rotWithShape="1">
          <a:blip r:embed="rId2"/>
          <a:srcRect l="55791" r="10207" b="-1"/>
          <a:stretch/>
        </p:blipFill>
        <p:spPr>
          <a:xfrm>
            <a:off x="20" y="10"/>
            <a:ext cx="3850779" cy="7559665"/>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789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311" y="2617939"/>
            <a:ext cx="3508696" cy="20159"/>
          </a:xfrm>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 name="connsiteX0" fmla="*/ 0 w 3508696"/>
              <a:gd name="connsiteY0" fmla="*/ 0 h 20159"/>
              <a:gd name="connsiteX1" fmla="*/ 514609 w 3508696"/>
              <a:gd name="connsiteY1" fmla="*/ 0 h 20159"/>
              <a:gd name="connsiteX2" fmla="*/ 994131 w 3508696"/>
              <a:gd name="connsiteY2" fmla="*/ 0 h 20159"/>
              <a:gd name="connsiteX3" fmla="*/ 1508739 w 3508696"/>
              <a:gd name="connsiteY3" fmla="*/ 0 h 20159"/>
              <a:gd name="connsiteX4" fmla="*/ 2093522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853739 w 3508696"/>
              <a:gd name="connsiteY8" fmla="*/ 20159 h 20159"/>
              <a:gd name="connsiteX9" fmla="*/ 2374218 w 3508696"/>
              <a:gd name="connsiteY9" fmla="*/ 20159 h 20159"/>
              <a:gd name="connsiteX10" fmla="*/ 1719261 w 3508696"/>
              <a:gd name="connsiteY10" fmla="*/ 20159 h 20159"/>
              <a:gd name="connsiteX11" fmla="*/ 1064304 w 3508696"/>
              <a:gd name="connsiteY11" fmla="*/ 20159 h 20159"/>
              <a:gd name="connsiteX12" fmla="*/ 584783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46229" y="-14140"/>
                  <a:pt x="425161" y="-21146"/>
                  <a:pt x="584783" y="0"/>
                </a:cubicBezTo>
                <a:cubicBezTo>
                  <a:pt x="744845" y="-25423"/>
                  <a:pt x="964949" y="-12672"/>
                  <a:pt x="1099391" y="0"/>
                </a:cubicBezTo>
                <a:cubicBezTo>
                  <a:pt x="1213529" y="34233"/>
                  <a:pt x="1394830" y="-43069"/>
                  <a:pt x="1684174" y="0"/>
                </a:cubicBezTo>
                <a:cubicBezTo>
                  <a:pt x="1958984" y="21109"/>
                  <a:pt x="1977094" y="-26995"/>
                  <a:pt x="2163696" y="0"/>
                </a:cubicBezTo>
                <a:cubicBezTo>
                  <a:pt x="2344615" y="3606"/>
                  <a:pt x="2485824" y="-37567"/>
                  <a:pt x="2713392" y="0"/>
                </a:cubicBezTo>
                <a:cubicBezTo>
                  <a:pt x="2917794" y="-4672"/>
                  <a:pt x="3230200" y="-72392"/>
                  <a:pt x="3508696" y="0"/>
                </a:cubicBezTo>
                <a:cubicBezTo>
                  <a:pt x="3510392" y="3520"/>
                  <a:pt x="3508242" y="11224"/>
                  <a:pt x="3508696" y="20159"/>
                </a:cubicBezTo>
                <a:cubicBezTo>
                  <a:pt x="3313113" y="-3250"/>
                  <a:pt x="3147390" y="18755"/>
                  <a:pt x="2923913" y="20159"/>
                </a:cubicBezTo>
                <a:cubicBezTo>
                  <a:pt x="2709252" y="19545"/>
                  <a:pt x="2588956" y="46994"/>
                  <a:pt x="2304044" y="20159"/>
                </a:cubicBezTo>
                <a:cubicBezTo>
                  <a:pt x="2002091" y="-812"/>
                  <a:pt x="1988950" y="35071"/>
                  <a:pt x="1789435" y="20159"/>
                </a:cubicBezTo>
                <a:cubicBezTo>
                  <a:pt x="1566566" y="-8835"/>
                  <a:pt x="1419125" y="-867"/>
                  <a:pt x="1134478" y="20159"/>
                </a:cubicBezTo>
                <a:cubicBezTo>
                  <a:pt x="893923" y="27474"/>
                  <a:pt x="800822" y="12918"/>
                  <a:pt x="619870" y="20159"/>
                </a:cubicBezTo>
                <a:cubicBezTo>
                  <a:pt x="456781" y="33082"/>
                  <a:pt x="194470" y="19353"/>
                  <a:pt x="0" y="20159"/>
                </a:cubicBezTo>
                <a:cubicBezTo>
                  <a:pt x="-268" y="10737"/>
                  <a:pt x="1596" y="7621"/>
                  <a:pt x="0" y="0"/>
                </a:cubicBezTo>
                <a:close/>
              </a:path>
              <a:path w="3508696" h="20159" stroke="0" extrusionOk="0">
                <a:moveTo>
                  <a:pt x="0" y="0"/>
                </a:moveTo>
                <a:cubicBezTo>
                  <a:pt x="194755" y="4612"/>
                  <a:pt x="258789" y="-23170"/>
                  <a:pt x="514609" y="0"/>
                </a:cubicBezTo>
                <a:cubicBezTo>
                  <a:pt x="756889" y="23732"/>
                  <a:pt x="817501" y="-2117"/>
                  <a:pt x="994131" y="0"/>
                </a:cubicBezTo>
                <a:cubicBezTo>
                  <a:pt x="1148747" y="-10253"/>
                  <a:pt x="1377083" y="10927"/>
                  <a:pt x="1508739" y="0"/>
                </a:cubicBezTo>
                <a:cubicBezTo>
                  <a:pt x="1647304" y="296"/>
                  <a:pt x="1821128" y="23240"/>
                  <a:pt x="2093522" y="0"/>
                </a:cubicBezTo>
                <a:cubicBezTo>
                  <a:pt x="2355744" y="-11702"/>
                  <a:pt x="2569460" y="-35424"/>
                  <a:pt x="2713392" y="0"/>
                </a:cubicBezTo>
                <a:cubicBezTo>
                  <a:pt x="2913330" y="15164"/>
                  <a:pt x="3187107" y="55428"/>
                  <a:pt x="3508696" y="0"/>
                </a:cubicBezTo>
                <a:cubicBezTo>
                  <a:pt x="3509696" y="4990"/>
                  <a:pt x="3508176" y="10096"/>
                  <a:pt x="3508696" y="20159"/>
                </a:cubicBezTo>
                <a:cubicBezTo>
                  <a:pt x="3212351" y="-9949"/>
                  <a:pt x="3180207" y="38612"/>
                  <a:pt x="2853739" y="20159"/>
                </a:cubicBezTo>
                <a:cubicBezTo>
                  <a:pt x="2539661" y="10777"/>
                  <a:pt x="2599081" y="27449"/>
                  <a:pt x="2374218" y="20159"/>
                </a:cubicBezTo>
                <a:cubicBezTo>
                  <a:pt x="2126941" y="56065"/>
                  <a:pt x="1952351" y="-13068"/>
                  <a:pt x="1719261" y="20159"/>
                </a:cubicBezTo>
                <a:cubicBezTo>
                  <a:pt x="1512404" y="78940"/>
                  <a:pt x="1270329" y="77225"/>
                  <a:pt x="1064304" y="20159"/>
                </a:cubicBezTo>
                <a:cubicBezTo>
                  <a:pt x="846185" y="2996"/>
                  <a:pt x="820961" y="39285"/>
                  <a:pt x="584783" y="20159"/>
                </a:cubicBezTo>
                <a:cubicBezTo>
                  <a:pt x="365942" y="32315"/>
                  <a:pt x="180935" y="40795"/>
                  <a:pt x="0" y="20159"/>
                </a:cubicBezTo>
                <a:cubicBezTo>
                  <a:pt x="-454" y="11243"/>
                  <a:pt x="26" y="4521"/>
                  <a:pt x="0" y="0"/>
                </a:cubicBezTo>
                <a:close/>
              </a:path>
              <a:path w="3508696" h="20159" fill="none" stroke="0" extrusionOk="0">
                <a:moveTo>
                  <a:pt x="0" y="0"/>
                </a:moveTo>
                <a:cubicBezTo>
                  <a:pt x="135287" y="35450"/>
                  <a:pt x="396575" y="-34156"/>
                  <a:pt x="584783" y="0"/>
                </a:cubicBezTo>
                <a:cubicBezTo>
                  <a:pt x="734249" y="4039"/>
                  <a:pt x="960432" y="-6934"/>
                  <a:pt x="1099391" y="0"/>
                </a:cubicBezTo>
                <a:cubicBezTo>
                  <a:pt x="1241286" y="5903"/>
                  <a:pt x="1394151" y="-12161"/>
                  <a:pt x="1684174" y="0"/>
                </a:cubicBezTo>
                <a:cubicBezTo>
                  <a:pt x="1966648" y="17581"/>
                  <a:pt x="1981270" y="-17757"/>
                  <a:pt x="2163696" y="0"/>
                </a:cubicBezTo>
                <a:cubicBezTo>
                  <a:pt x="2373805" y="31650"/>
                  <a:pt x="2490245" y="-59196"/>
                  <a:pt x="2713392" y="0"/>
                </a:cubicBezTo>
                <a:cubicBezTo>
                  <a:pt x="2919897" y="-16326"/>
                  <a:pt x="3259547" y="-12508"/>
                  <a:pt x="3508696" y="0"/>
                </a:cubicBezTo>
                <a:cubicBezTo>
                  <a:pt x="3509970" y="4684"/>
                  <a:pt x="3507507" y="11977"/>
                  <a:pt x="3508696" y="20159"/>
                </a:cubicBezTo>
                <a:cubicBezTo>
                  <a:pt x="3295950" y="-20157"/>
                  <a:pt x="3155183" y="-30462"/>
                  <a:pt x="2923913" y="20159"/>
                </a:cubicBezTo>
                <a:cubicBezTo>
                  <a:pt x="2716593" y="15822"/>
                  <a:pt x="2595426" y="40951"/>
                  <a:pt x="2304044" y="20159"/>
                </a:cubicBezTo>
                <a:cubicBezTo>
                  <a:pt x="2007075" y="-9711"/>
                  <a:pt x="1996052" y="24408"/>
                  <a:pt x="1789435" y="20159"/>
                </a:cubicBezTo>
                <a:cubicBezTo>
                  <a:pt x="1614625" y="27836"/>
                  <a:pt x="1342607" y="7623"/>
                  <a:pt x="1134478" y="20159"/>
                </a:cubicBezTo>
                <a:cubicBezTo>
                  <a:pt x="897703" y="24165"/>
                  <a:pt x="784642" y="31229"/>
                  <a:pt x="619870" y="20159"/>
                </a:cubicBezTo>
                <a:cubicBezTo>
                  <a:pt x="427415" y="33255"/>
                  <a:pt x="184273" y="29836"/>
                  <a:pt x="0" y="20159"/>
                </a:cubicBezTo>
                <a:cubicBezTo>
                  <a:pt x="125" y="10162"/>
                  <a:pt x="1072" y="6591"/>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62319" y="23018"/>
                          <a:pt x="421683" y="-5158"/>
                          <a:pt x="584783" y="0"/>
                        </a:cubicBezTo>
                        <a:cubicBezTo>
                          <a:pt x="747883" y="5158"/>
                          <a:pt x="975784" y="-15427"/>
                          <a:pt x="1099391" y="0"/>
                        </a:cubicBezTo>
                        <a:cubicBezTo>
                          <a:pt x="1222998" y="15427"/>
                          <a:pt x="1402881" y="-16644"/>
                          <a:pt x="1684174" y="0"/>
                        </a:cubicBezTo>
                        <a:cubicBezTo>
                          <a:pt x="1965467" y="16644"/>
                          <a:pt x="1975096" y="-20975"/>
                          <a:pt x="2163696" y="0"/>
                        </a:cubicBezTo>
                        <a:cubicBezTo>
                          <a:pt x="2352296" y="20975"/>
                          <a:pt x="2492387" y="-24234"/>
                          <a:pt x="2713392" y="0"/>
                        </a:cubicBezTo>
                        <a:cubicBezTo>
                          <a:pt x="2934397" y="24234"/>
                          <a:pt x="3268882" y="-29245"/>
                          <a:pt x="3508696" y="0"/>
                        </a:cubicBezTo>
                        <a:cubicBezTo>
                          <a:pt x="3508691" y="4362"/>
                          <a:pt x="3508139" y="12169"/>
                          <a:pt x="3508696" y="20159"/>
                        </a:cubicBezTo>
                        <a:cubicBezTo>
                          <a:pt x="3308783" y="1794"/>
                          <a:pt x="3142166" y="6757"/>
                          <a:pt x="2923913" y="20159"/>
                        </a:cubicBezTo>
                        <a:cubicBezTo>
                          <a:pt x="2705660" y="33561"/>
                          <a:pt x="2600314" y="44784"/>
                          <a:pt x="2304044" y="20159"/>
                        </a:cubicBezTo>
                        <a:cubicBezTo>
                          <a:pt x="2007774" y="-4466"/>
                          <a:pt x="1987551" y="26760"/>
                          <a:pt x="1789435" y="20159"/>
                        </a:cubicBezTo>
                        <a:cubicBezTo>
                          <a:pt x="1591319" y="13558"/>
                          <a:pt x="1373542" y="16100"/>
                          <a:pt x="1134478" y="20159"/>
                        </a:cubicBezTo>
                        <a:cubicBezTo>
                          <a:pt x="895414" y="24218"/>
                          <a:pt x="797550" y="11172"/>
                          <a:pt x="619870" y="20159"/>
                        </a:cubicBezTo>
                        <a:cubicBezTo>
                          <a:pt x="442190" y="29146"/>
                          <a:pt x="173838" y="2613"/>
                          <a:pt x="0" y="20159"/>
                        </a:cubicBezTo>
                        <a:cubicBezTo>
                          <a:pt x="80" y="10419"/>
                          <a:pt x="982" y="7134"/>
                          <a:pt x="0" y="0"/>
                        </a:cubicBezTo>
                        <a:close/>
                      </a:path>
                      <a:path w="3508696" h="20159" stroke="0" extrusionOk="0">
                        <a:moveTo>
                          <a:pt x="0" y="0"/>
                        </a:moveTo>
                        <a:cubicBezTo>
                          <a:pt x="185862" y="-6873"/>
                          <a:pt x="260291" y="-19085"/>
                          <a:pt x="514609" y="0"/>
                        </a:cubicBezTo>
                        <a:cubicBezTo>
                          <a:pt x="768927" y="19085"/>
                          <a:pt x="826906" y="-14935"/>
                          <a:pt x="994131" y="0"/>
                        </a:cubicBezTo>
                        <a:cubicBezTo>
                          <a:pt x="1161356" y="14935"/>
                          <a:pt x="1385372" y="87"/>
                          <a:pt x="1508739" y="0"/>
                        </a:cubicBezTo>
                        <a:cubicBezTo>
                          <a:pt x="1632106" y="-87"/>
                          <a:pt x="1848817" y="-13753"/>
                          <a:pt x="2093522" y="0"/>
                        </a:cubicBezTo>
                        <a:cubicBezTo>
                          <a:pt x="2338227" y="13753"/>
                          <a:pt x="2551834" y="-19926"/>
                          <a:pt x="2713392" y="0"/>
                        </a:cubicBezTo>
                        <a:cubicBezTo>
                          <a:pt x="2874950" y="19926"/>
                          <a:pt x="3212491" y="10414"/>
                          <a:pt x="3508696" y="0"/>
                        </a:cubicBezTo>
                        <a:cubicBezTo>
                          <a:pt x="3508560" y="5513"/>
                          <a:pt x="3509309" y="10700"/>
                          <a:pt x="3508696" y="20159"/>
                        </a:cubicBezTo>
                        <a:cubicBezTo>
                          <a:pt x="3210299" y="-6173"/>
                          <a:pt x="3170869" y="35323"/>
                          <a:pt x="2853739" y="20159"/>
                        </a:cubicBezTo>
                        <a:cubicBezTo>
                          <a:pt x="2536609" y="4995"/>
                          <a:pt x="2609648" y="25359"/>
                          <a:pt x="2374218" y="20159"/>
                        </a:cubicBezTo>
                        <a:cubicBezTo>
                          <a:pt x="2138788" y="14959"/>
                          <a:pt x="1925020" y="12235"/>
                          <a:pt x="1719261" y="20159"/>
                        </a:cubicBezTo>
                        <a:cubicBezTo>
                          <a:pt x="1513502" y="28083"/>
                          <a:pt x="1280640" y="38033"/>
                          <a:pt x="1064304" y="20159"/>
                        </a:cubicBezTo>
                        <a:cubicBezTo>
                          <a:pt x="847968" y="2285"/>
                          <a:pt x="809487" y="41804"/>
                          <a:pt x="584783" y="20159"/>
                        </a:cubicBezTo>
                        <a:cubicBezTo>
                          <a:pt x="360079" y="-1486"/>
                          <a:pt x="166158" y="35178"/>
                          <a:pt x="0" y="20159"/>
                        </a:cubicBezTo>
                        <a:cubicBezTo>
                          <a:pt x="320" y="10793"/>
                          <a:pt x="-231" y="459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1" name="Rectangle 3">
            <a:extLst>
              <a:ext uri="{FF2B5EF4-FFF2-40B4-BE49-F238E27FC236}">
                <a16:creationId xmlns:a16="http://schemas.microsoft.com/office/drawing/2014/main" id="{B7DDB013-8EF1-4140-90B7-C7B25FAA0A8A}"/>
              </a:ext>
            </a:extLst>
          </p:cNvPr>
          <p:cNvSpPr>
            <a:spLocks noGrp="1" noChangeArrowheads="1"/>
          </p:cNvSpPr>
          <p:nvPr>
            <p:ph type="body" idx="1"/>
          </p:nvPr>
        </p:nvSpPr>
        <p:spPr>
          <a:xfrm>
            <a:off x="4380311" y="2983551"/>
            <a:ext cx="5168561" cy="4347691"/>
          </a:xfrm>
        </p:spPr>
        <p:txBody>
          <a:bodyPr>
            <a:normAutofit lnSpcReduction="10000"/>
          </a:bodyPr>
          <a:lstStyle/>
          <a:p>
            <a:pPr>
              <a:lnSpc>
                <a:spcPct val="80000"/>
              </a:lnSpc>
            </a:pPr>
            <a:r>
              <a:rPr lang="en-US" altLang="es-CL" sz="2400" dirty="0"/>
              <a:t>Hasta </a:t>
            </a:r>
            <a:r>
              <a:rPr lang="en-US" altLang="es-CL" sz="2400" dirty="0" err="1"/>
              <a:t>el</a:t>
            </a:r>
            <a:r>
              <a:rPr lang="en-US" altLang="es-CL" sz="2400" dirty="0"/>
              <a:t> </a:t>
            </a:r>
            <a:r>
              <a:rPr lang="es-CL" sz="2400" dirty="0"/>
              <a:t>30 de noviembre de 2022, fecha en que fue lanzado </a:t>
            </a:r>
            <a:r>
              <a:rPr lang="es-CL" sz="2400" dirty="0" err="1"/>
              <a:t>ChatGPT</a:t>
            </a:r>
            <a:r>
              <a:rPr lang="es-CL" sz="2400" dirty="0"/>
              <a:t>, </a:t>
            </a:r>
            <a:r>
              <a:rPr lang="en-US" altLang="es-CL" sz="2400" dirty="0"/>
              <a:t>no se </a:t>
            </a:r>
            <a:r>
              <a:rPr lang="en-US" altLang="es-CL" sz="2400" dirty="0" err="1"/>
              <a:t>podían</a:t>
            </a:r>
            <a:r>
              <a:rPr lang="en-US" altLang="es-CL" sz="2400" dirty="0"/>
              <a:t> </a:t>
            </a:r>
            <a:r>
              <a:rPr lang="en-US" altLang="es-CL" sz="2400" dirty="0" err="1"/>
              <a:t>integrar</a:t>
            </a:r>
            <a:r>
              <a:rPr lang="en-US" altLang="es-CL" sz="2400" dirty="0"/>
              <a:t> </a:t>
            </a:r>
            <a:r>
              <a:rPr lang="en-US" altLang="es-CL" sz="2400" dirty="0" err="1"/>
              <a:t>distintos</a:t>
            </a:r>
            <a:r>
              <a:rPr lang="en-US" altLang="es-CL" sz="2400" dirty="0"/>
              <a:t> </a:t>
            </a:r>
            <a:r>
              <a:rPr lang="en-US" altLang="es-CL" sz="2400" dirty="0" err="1"/>
              <a:t>sistemas</a:t>
            </a:r>
            <a:r>
              <a:rPr lang="en-US" altLang="es-CL" sz="2400" dirty="0"/>
              <a:t>.</a:t>
            </a:r>
          </a:p>
          <a:p>
            <a:pPr>
              <a:lnSpc>
                <a:spcPct val="80000"/>
              </a:lnSpc>
            </a:pPr>
            <a:r>
              <a:rPr lang="en-US" altLang="es-CL" sz="2400" dirty="0"/>
              <a:t>Lo que </a:t>
            </a:r>
            <a:r>
              <a:rPr lang="en-US" altLang="es-CL" sz="2400" dirty="0" err="1"/>
              <a:t>ChatGPT</a:t>
            </a:r>
            <a:r>
              <a:rPr lang="en-US" altLang="es-CL" sz="2400" dirty="0"/>
              <a:t> (y </a:t>
            </a:r>
            <a:r>
              <a:rPr lang="en-US" altLang="es-CL" sz="2400" dirty="0" err="1"/>
              <a:t>otros</a:t>
            </a:r>
            <a:r>
              <a:rPr lang="en-US" altLang="es-CL" sz="2400" dirty="0"/>
              <a:t> </a:t>
            </a:r>
            <a:r>
              <a:rPr lang="en-US" altLang="es-CL" sz="2400" dirty="0" err="1"/>
              <a:t>sistemas</a:t>
            </a:r>
            <a:r>
              <a:rPr lang="en-US" altLang="es-CL" sz="2400" dirty="0"/>
              <a:t> </a:t>
            </a:r>
            <a:r>
              <a:rPr lang="en-US" altLang="es-CL" sz="2400" dirty="0" err="1"/>
              <a:t>similares</a:t>
            </a:r>
            <a:r>
              <a:rPr lang="en-US" altLang="es-CL" sz="2400" dirty="0"/>
              <a:t>) </a:t>
            </a:r>
            <a:r>
              <a:rPr lang="en-US" altLang="es-CL" sz="2400" dirty="0" err="1"/>
              <a:t>permite</a:t>
            </a:r>
            <a:r>
              <a:rPr lang="en-US" altLang="es-CL" sz="2400" dirty="0"/>
              <a:t> es no solo </a:t>
            </a:r>
            <a:r>
              <a:rPr lang="en-US" altLang="es-CL" sz="2400" dirty="0" err="1"/>
              <a:t>manejar</a:t>
            </a:r>
            <a:r>
              <a:rPr lang="en-US" altLang="es-CL" sz="2400" dirty="0"/>
              <a:t> </a:t>
            </a:r>
            <a:r>
              <a:rPr lang="en-US" altLang="es-CL" sz="2400" dirty="0" err="1"/>
              <a:t>lenguaje</a:t>
            </a:r>
            <a:r>
              <a:rPr lang="en-US" altLang="es-CL" sz="2400" dirty="0"/>
              <a:t> natural, </a:t>
            </a:r>
            <a:r>
              <a:rPr lang="en-US" altLang="es-CL" sz="2400" dirty="0" err="1"/>
              <a:t>sino</a:t>
            </a:r>
            <a:r>
              <a:rPr lang="en-US" altLang="es-CL" sz="2400" dirty="0"/>
              <a:t> que usar </a:t>
            </a:r>
            <a:r>
              <a:rPr lang="en-US" altLang="es-CL" sz="2400" dirty="0" err="1"/>
              <a:t>lenguaje</a:t>
            </a:r>
            <a:r>
              <a:rPr lang="en-US" altLang="es-CL" sz="2400" dirty="0"/>
              <a:t> natural para </a:t>
            </a:r>
            <a:r>
              <a:rPr lang="en-US" altLang="es-CL" sz="2400" dirty="0" err="1"/>
              <a:t>interactuar</a:t>
            </a:r>
            <a:r>
              <a:rPr lang="en-US" altLang="es-CL" sz="2400" dirty="0"/>
              <a:t> con </a:t>
            </a:r>
            <a:r>
              <a:rPr lang="en-US" altLang="es-CL" sz="2400" dirty="0" err="1"/>
              <a:t>módulos</a:t>
            </a:r>
            <a:r>
              <a:rPr lang="en-US" altLang="es-CL" sz="2400" dirty="0"/>
              <a:t> </a:t>
            </a:r>
            <a:r>
              <a:rPr lang="en-US" altLang="es-CL" sz="2400" dirty="0" err="1"/>
              <a:t>especializados</a:t>
            </a:r>
            <a:r>
              <a:rPr lang="en-US" altLang="es-CL" sz="2400" dirty="0"/>
              <a:t> que </a:t>
            </a:r>
            <a:r>
              <a:rPr lang="en-US" altLang="es-CL" sz="2400" dirty="0" err="1"/>
              <a:t>necesitarían</a:t>
            </a:r>
            <a:r>
              <a:rPr lang="en-US" altLang="es-CL" sz="2400" dirty="0"/>
              <a:t> </a:t>
            </a:r>
            <a:r>
              <a:rPr lang="en-US" altLang="es-CL" sz="2400" dirty="0" err="1"/>
              <a:t>código</a:t>
            </a:r>
            <a:r>
              <a:rPr lang="en-US" altLang="es-CL" sz="2400" dirty="0"/>
              <a:t> o </a:t>
            </a:r>
            <a:r>
              <a:rPr lang="en-US" altLang="es-CL" sz="2400" dirty="0" err="1"/>
              <a:t>procedimientos</a:t>
            </a:r>
            <a:r>
              <a:rPr lang="en-US" altLang="es-CL" sz="2400" dirty="0"/>
              <a:t> </a:t>
            </a:r>
            <a:r>
              <a:rPr lang="en-US" altLang="es-CL" sz="2400" dirty="0" err="1"/>
              <a:t>específicos</a:t>
            </a:r>
            <a:r>
              <a:rPr lang="en-US" altLang="es-CL" sz="2400" dirty="0"/>
              <a:t> para </a:t>
            </a:r>
            <a:r>
              <a:rPr lang="en-US" altLang="es-CL" sz="2400" dirty="0" err="1"/>
              <a:t>interactuar</a:t>
            </a:r>
            <a:r>
              <a:rPr lang="en-US" altLang="es-CL" sz="2400" dirty="0"/>
              <a:t> con </a:t>
            </a:r>
            <a:r>
              <a:rPr lang="en-US" altLang="es-CL" sz="2400" dirty="0" err="1"/>
              <a:t>ellos</a:t>
            </a:r>
            <a:r>
              <a:rPr lang="en-US" altLang="es-CL" sz="2400" dirty="0"/>
              <a:t>.</a:t>
            </a:r>
          </a:p>
          <a:p>
            <a:pPr>
              <a:lnSpc>
                <a:spcPct val="80000"/>
              </a:lnSpc>
            </a:pPr>
            <a:r>
              <a:rPr lang="en-US" altLang="es-CL" sz="2400" dirty="0"/>
              <a:t>Por </a:t>
            </a:r>
            <a:r>
              <a:rPr lang="en-US" altLang="es-CL" sz="2400" dirty="0" err="1"/>
              <a:t>ejemplo</a:t>
            </a:r>
            <a:r>
              <a:rPr lang="en-US" altLang="es-CL" sz="2400" dirty="0"/>
              <a:t>, </a:t>
            </a:r>
            <a:r>
              <a:rPr lang="en-US" altLang="es-CL" sz="2400" dirty="0" err="1"/>
              <a:t>el</a:t>
            </a:r>
            <a:r>
              <a:rPr lang="en-US" altLang="es-CL" sz="2400" dirty="0"/>
              <a:t> </a:t>
            </a:r>
            <a:r>
              <a:rPr lang="en-US" altLang="es-CL" sz="2400" dirty="0" err="1"/>
              <a:t>código</a:t>
            </a:r>
            <a:r>
              <a:rPr lang="en-US" altLang="es-CL" sz="2400" dirty="0"/>
              <a:t> Python para un chatbot que </a:t>
            </a:r>
            <a:r>
              <a:rPr lang="en-US" altLang="es-CL" sz="2400" dirty="0" err="1"/>
              <a:t>vimos</a:t>
            </a:r>
            <a:r>
              <a:rPr lang="en-US" altLang="es-CL" sz="2400" dirty="0"/>
              <a:t> antes, </a:t>
            </a:r>
            <a:r>
              <a:rPr lang="en-US" altLang="es-CL" sz="2400" dirty="0" err="1"/>
              <a:t>fue</a:t>
            </a:r>
            <a:r>
              <a:rPr lang="en-US" altLang="es-CL" sz="2400" dirty="0"/>
              <a:t> </a:t>
            </a:r>
            <a:r>
              <a:rPr lang="en-US" altLang="es-CL" sz="2400" dirty="0" err="1"/>
              <a:t>escrito</a:t>
            </a:r>
            <a:r>
              <a:rPr lang="en-US" altLang="es-CL" sz="2400" dirty="0"/>
              <a:t> </a:t>
            </a:r>
            <a:r>
              <a:rPr lang="en-US" altLang="es-CL" sz="2400" dirty="0" err="1"/>
              <a:t>por</a:t>
            </a:r>
            <a:r>
              <a:rPr lang="en-US" altLang="es-CL" sz="2400" dirty="0"/>
              <a:t> </a:t>
            </a:r>
            <a:r>
              <a:rPr lang="en-US" altLang="es-CL" sz="2400" dirty="0" err="1"/>
              <a:t>ChatGPT</a:t>
            </a:r>
            <a:r>
              <a:rPr lang="en-US" altLang="es-CL" sz="2400" dirty="0"/>
              <a:t> luego de </a:t>
            </a:r>
            <a:r>
              <a:rPr lang="en-US" altLang="es-CL" sz="2400" dirty="0" err="1"/>
              <a:t>una</a:t>
            </a:r>
            <a:r>
              <a:rPr lang="en-US" altLang="es-CL" sz="2400" dirty="0"/>
              <a:t> </a:t>
            </a:r>
            <a:r>
              <a:rPr lang="en-US" altLang="es-CL" sz="2400" dirty="0" err="1"/>
              <a:t>solicitud</a:t>
            </a:r>
            <a:r>
              <a:rPr lang="en-US" altLang="es-CL" sz="2400" dirty="0"/>
              <a:t> (“prompt”) </a:t>
            </a:r>
            <a:r>
              <a:rPr lang="en-US" altLang="es-CL" sz="2400" dirty="0" err="1"/>
              <a:t>escrito</a:t>
            </a:r>
            <a:r>
              <a:rPr lang="en-US" altLang="es-CL" sz="2400" dirty="0"/>
              <a:t> </a:t>
            </a:r>
            <a:r>
              <a:rPr lang="en-US" altLang="es-CL" sz="2400" dirty="0" err="1"/>
              <a:t>en</a:t>
            </a:r>
            <a:r>
              <a:rPr lang="en-US" altLang="es-CL" sz="2400" dirty="0"/>
              <a:t> </a:t>
            </a:r>
            <a:r>
              <a:rPr lang="en-US" altLang="es-CL" sz="2400" dirty="0" err="1"/>
              <a:t>lenguaje</a:t>
            </a:r>
            <a:r>
              <a:rPr lang="en-US" altLang="es-CL" sz="2400" dirty="0"/>
              <a:t> natural.</a:t>
            </a:r>
          </a:p>
          <a:p>
            <a:endParaRPr lang="en-US" altLang="es-CL" sz="1800" dirty="0"/>
          </a:p>
          <a:p>
            <a:pPr marL="378013" lvl="1" indent="0">
              <a:buNone/>
            </a:pPr>
            <a:endParaRPr lang="en-US" altLang="es-CL" sz="1800" dirty="0"/>
          </a:p>
        </p:txBody>
      </p:sp>
      <p:grpSp>
        <p:nvGrpSpPr>
          <p:cNvPr id="2" name="Grupo 1">
            <a:extLst>
              <a:ext uri="{FF2B5EF4-FFF2-40B4-BE49-F238E27FC236}">
                <a16:creationId xmlns:a16="http://schemas.microsoft.com/office/drawing/2014/main" id="{5B95F08D-F02A-ED58-02AB-2D5E7637B7BF}"/>
              </a:ext>
            </a:extLst>
          </p:cNvPr>
          <p:cNvGrpSpPr/>
          <p:nvPr/>
        </p:nvGrpSpPr>
        <p:grpSpPr>
          <a:xfrm>
            <a:off x="5936709" y="134431"/>
            <a:ext cx="4025198" cy="1413035"/>
            <a:chOff x="436676" y="1540931"/>
            <a:chExt cx="9125741" cy="5650462"/>
          </a:xfrm>
        </p:grpSpPr>
        <p:pic>
          <p:nvPicPr>
            <p:cNvPr id="3" name="Imagen 2">
              <a:extLst>
                <a:ext uri="{FF2B5EF4-FFF2-40B4-BE49-F238E27FC236}">
                  <a16:creationId xmlns:a16="http://schemas.microsoft.com/office/drawing/2014/main" id="{F7F1C4DC-D91D-483E-886F-BEC7ED2BDC25}"/>
                </a:ext>
              </a:extLst>
            </p:cNvPr>
            <p:cNvPicPr>
              <a:picLocks noChangeAspect="1"/>
            </p:cNvPicPr>
            <p:nvPr/>
          </p:nvPicPr>
          <p:blipFill>
            <a:blip r:embed="rId3"/>
            <a:stretch>
              <a:fillRect/>
            </a:stretch>
          </p:blipFill>
          <p:spPr>
            <a:xfrm>
              <a:off x="442392" y="1540931"/>
              <a:ext cx="9114310" cy="4058002"/>
            </a:xfrm>
            <a:prstGeom prst="rect">
              <a:avLst/>
            </a:prstGeom>
          </p:spPr>
        </p:pic>
        <p:pic>
          <p:nvPicPr>
            <p:cNvPr id="4" name="Imagen 3">
              <a:extLst>
                <a:ext uri="{FF2B5EF4-FFF2-40B4-BE49-F238E27FC236}">
                  <a16:creationId xmlns:a16="http://schemas.microsoft.com/office/drawing/2014/main" id="{875B6D94-6D0F-CB52-6A2A-B8DCA316B3C0}"/>
                </a:ext>
              </a:extLst>
            </p:cNvPr>
            <p:cNvPicPr>
              <a:picLocks noChangeAspect="1"/>
            </p:cNvPicPr>
            <p:nvPr/>
          </p:nvPicPr>
          <p:blipFill>
            <a:blip r:embed="rId4"/>
            <a:stretch>
              <a:fillRect/>
            </a:stretch>
          </p:blipFill>
          <p:spPr>
            <a:xfrm>
              <a:off x="436676" y="5591054"/>
              <a:ext cx="9125741" cy="1600339"/>
            </a:xfrm>
            <a:prstGeom prst="rect">
              <a:avLst/>
            </a:prstGeom>
          </p:spPr>
        </p:pic>
      </p:grpSp>
    </p:spTree>
    <p:extLst>
      <p:ext uri="{BB962C8B-B14F-4D97-AF65-F5344CB8AC3E}">
        <p14:creationId xmlns:p14="http://schemas.microsoft.com/office/powerpoint/2010/main" val="1842220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7" name="Rectangle 3789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0" name="Rectangle 2">
            <a:extLst>
              <a:ext uri="{FF2B5EF4-FFF2-40B4-BE49-F238E27FC236}">
                <a16:creationId xmlns:a16="http://schemas.microsoft.com/office/drawing/2014/main" id="{0980ED7B-EB0B-4CB8-98A0-260914BF1DB1}"/>
              </a:ext>
            </a:extLst>
          </p:cNvPr>
          <p:cNvSpPr>
            <a:spLocks noGrp="1" noChangeArrowheads="1"/>
          </p:cNvSpPr>
          <p:nvPr>
            <p:ph type="title"/>
          </p:nvPr>
        </p:nvSpPr>
        <p:spPr>
          <a:xfrm>
            <a:off x="4380311" y="362864"/>
            <a:ext cx="5168561" cy="1965515"/>
          </a:xfrm>
        </p:spPr>
        <p:txBody>
          <a:bodyPr anchor="b">
            <a:normAutofit/>
          </a:bodyPr>
          <a:lstStyle/>
          <a:p>
            <a:r>
              <a:rPr lang="en-US" altLang="es-CL" sz="5200" dirty="0"/>
              <a:t>¿Hoy?</a:t>
            </a:r>
          </a:p>
        </p:txBody>
      </p:sp>
      <p:pic>
        <p:nvPicPr>
          <p:cNvPr id="37893" name="Picture 37892" descr="Lindo robot amarillo">
            <a:extLst>
              <a:ext uri="{FF2B5EF4-FFF2-40B4-BE49-F238E27FC236}">
                <a16:creationId xmlns:a16="http://schemas.microsoft.com/office/drawing/2014/main" id="{CC3B0311-1B95-EBD0-AC0F-B8CEAB6D26E7}"/>
              </a:ext>
            </a:extLst>
          </p:cNvPr>
          <p:cNvPicPr>
            <a:picLocks noChangeAspect="1"/>
          </p:cNvPicPr>
          <p:nvPr/>
        </p:nvPicPr>
        <p:blipFill rotWithShape="1">
          <a:blip r:embed="rId2"/>
          <a:srcRect l="55791" r="10207" b="-1"/>
          <a:stretch/>
        </p:blipFill>
        <p:spPr>
          <a:xfrm>
            <a:off x="20" y="10"/>
            <a:ext cx="3850779" cy="7559665"/>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789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0311" y="2617939"/>
            <a:ext cx="3508696" cy="20159"/>
          </a:xfrm>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 name="connsiteX0" fmla="*/ 0 w 3508696"/>
              <a:gd name="connsiteY0" fmla="*/ 0 h 20159"/>
              <a:gd name="connsiteX1" fmla="*/ 514609 w 3508696"/>
              <a:gd name="connsiteY1" fmla="*/ 0 h 20159"/>
              <a:gd name="connsiteX2" fmla="*/ 994131 w 3508696"/>
              <a:gd name="connsiteY2" fmla="*/ 0 h 20159"/>
              <a:gd name="connsiteX3" fmla="*/ 1508739 w 3508696"/>
              <a:gd name="connsiteY3" fmla="*/ 0 h 20159"/>
              <a:gd name="connsiteX4" fmla="*/ 2093522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853739 w 3508696"/>
              <a:gd name="connsiteY8" fmla="*/ 20159 h 20159"/>
              <a:gd name="connsiteX9" fmla="*/ 2374218 w 3508696"/>
              <a:gd name="connsiteY9" fmla="*/ 20159 h 20159"/>
              <a:gd name="connsiteX10" fmla="*/ 1719261 w 3508696"/>
              <a:gd name="connsiteY10" fmla="*/ 20159 h 20159"/>
              <a:gd name="connsiteX11" fmla="*/ 1064304 w 3508696"/>
              <a:gd name="connsiteY11" fmla="*/ 20159 h 20159"/>
              <a:gd name="connsiteX12" fmla="*/ 584783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46229" y="-14140"/>
                  <a:pt x="425161" y="-21146"/>
                  <a:pt x="584783" y="0"/>
                </a:cubicBezTo>
                <a:cubicBezTo>
                  <a:pt x="744845" y="-25423"/>
                  <a:pt x="964949" y="-12672"/>
                  <a:pt x="1099391" y="0"/>
                </a:cubicBezTo>
                <a:cubicBezTo>
                  <a:pt x="1213529" y="34233"/>
                  <a:pt x="1394830" y="-43069"/>
                  <a:pt x="1684174" y="0"/>
                </a:cubicBezTo>
                <a:cubicBezTo>
                  <a:pt x="1958984" y="21109"/>
                  <a:pt x="1977094" y="-26995"/>
                  <a:pt x="2163696" y="0"/>
                </a:cubicBezTo>
                <a:cubicBezTo>
                  <a:pt x="2344615" y="3606"/>
                  <a:pt x="2485824" y="-37567"/>
                  <a:pt x="2713392" y="0"/>
                </a:cubicBezTo>
                <a:cubicBezTo>
                  <a:pt x="2917794" y="-4672"/>
                  <a:pt x="3230200" y="-72392"/>
                  <a:pt x="3508696" y="0"/>
                </a:cubicBezTo>
                <a:cubicBezTo>
                  <a:pt x="3510392" y="3520"/>
                  <a:pt x="3508242" y="11224"/>
                  <a:pt x="3508696" y="20159"/>
                </a:cubicBezTo>
                <a:cubicBezTo>
                  <a:pt x="3313113" y="-3250"/>
                  <a:pt x="3147390" y="18755"/>
                  <a:pt x="2923913" y="20159"/>
                </a:cubicBezTo>
                <a:cubicBezTo>
                  <a:pt x="2709252" y="19545"/>
                  <a:pt x="2588956" y="46994"/>
                  <a:pt x="2304044" y="20159"/>
                </a:cubicBezTo>
                <a:cubicBezTo>
                  <a:pt x="2002091" y="-812"/>
                  <a:pt x="1988950" y="35071"/>
                  <a:pt x="1789435" y="20159"/>
                </a:cubicBezTo>
                <a:cubicBezTo>
                  <a:pt x="1566566" y="-8835"/>
                  <a:pt x="1419125" y="-867"/>
                  <a:pt x="1134478" y="20159"/>
                </a:cubicBezTo>
                <a:cubicBezTo>
                  <a:pt x="893923" y="27474"/>
                  <a:pt x="800822" y="12918"/>
                  <a:pt x="619870" y="20159"/>
                </a:cubicBezTo>
                <a:cubicBezTo>
                  <a:pt x="456781" y="33082"/>
                  <a:pt x="194470" y="19353"/>
                  <a:pt x="0" y="20159"/>
                </a:cubicBezTo>
                <a:cubicBezTo>
                  <a:pt x="-268" y="10737"/>
                  <a:pt x="1596" y="7621"/>
                  <a:pt x="0" y="0"/>
                </a:cubicBezTo>
                <a:close/>
              </a:path>
              <a:path w="3508696" h="20159" stroke="0" extrusionOk="0">
                <a:moveTo>
                  <a:pt x="0" y="0"/>
                </a:moveTo>
                <a:cubicBezTo>
                  <a:pt x="194755" y="4612"/>
                  <a:pt x="258789" y="-23170"/>
                  <a:pt x="514609" y="0"/>
                </a:cubicBezTo>
                <a:cubicBezTo>
                  <a:pt x="756889" y="23732"/>
                  <a:pt x="817501" y="-2117"/>
                  <a:pt x="994131" y="0"/>
                </a:cubicBezTo>
                <a:cubicBezTo>
                  <a:pt x="1148747" y="-10253"/>
                  <a:pt x="1377083" y="10927"/>
                  <a:pt x="1508739" y="0"/>
                </a:cubicBezTo>
                <a:cubicBezTo>
                  <a:pt x="1647304" y="296"/>
                  <a:pt x="1821128" y="23240"/>
                  <a:pt x="2093522" y="0"/>
                </a:cubicBezTo>
                <a:cubicBezTo>
                  <a:pt x="2355744" y="-11702"/>
                  <a:pt x="2569460" y="-35424"/>
                  <a:pt x="2713392" y="0"/>
                </a:cubicBezTo>
                <a:cubicBezTo>
                  <a:pt x="2913330" y="15164"/>
                  <a:pt x="3187107" y="55428"/>
                  <a:pt x="3508696" y="0"/>
                </a:cubicBezTo>
                <a:cubicBezTo>
                  <a:pt x="3509696" y="4990"/>
                  <a:pt x="3508176" y="10096"/>
                  <a:pt x="3508696" y="20159"/>
                </a:cubicBezTo>
                <a:cubicBezTo>
                  <a:pt x="3212351" y="-9949"/>
                  <a:pt x="3180207" y="38612"/>
                  <a:pt x="2853739" y="20159"/>
                </a:cubicBezTo>
                <a:cubicBezTo>
                  <a:pt x="2539661" y="10777"/>
                  <a:pt x="2599081" y="27449"/>
                  <a:pt x="2374218" y="20159"/>
                </a:cubicBezTo>
                <a:cubicBezTo>
                  <a:pt x="2126941" y="56065"/>
                  <a:pt x="1952351" y="-13068"/>
                  <a:pt x="1719261" y="20159"/>
                </a:cubicBezTo>
                <a:cubicBezTo>
                  <a:pt x="1512404" y="78940"/>
                  <a:pt x="1270329" y="77225"/>
                  <a:pt x="1064304" y="20159"/>
                </a:cubicBezTo>
                <a:cubicBezTo>
                  <a:pt x="846185" y="2996"/>
                  <a:pt x="820961" y="39285"/>
                  <a:pt x="584783" y="20159"/>
                </a:cubicBezTo>
                <a:cubicBezTo>
                  <a:pt x="365942" y="32315"/>
                  <a:pt x="180935" y="40795"/>
                  <a:pt x="0" y="20159"/>
                </a:cubicBezTo>
                <a:cubicBezTo>
                  <a:pt x="-454" y="11243"/>
                  <a:pt x="26" y="4521"/>
                  <a:pt x="0" y="0"/>
                </a:cubicBezTo>
                <a:close/>
              </a:path>
              <a:path w="3508696" h="20159" fill="none" stroke="0" extrusionOk="0">
                <a:moveTo>
                  <a:pt x="0" y="0"/>
                </a:moveTo>
                <a:cubicBezTo>
                  <a:pt x="135287" y="35450"/>
                  <a:pt x="396575" y="-34156"/>
                  <a:pt x="584783" y="0"/>
                </a:cubicBezTo>
                <a:cubicBezTo>
                  <a:pt x="734249" y="4039"/>
                  <a:pt x="960432" y="-6934"/>
                  <a:pt x="1099391" y="0"/>
                </a:cubicBezTo>
                <a:cubicBezTo>
                  <a:pt x="1241286" y="5903"/>
                  <a:pt x="1394151" y="-12161"/>
                  <a:pt x="1684174" y="0"/>
                </a:cubicBezTo>
                <a:cubicBezTo>
                  <a:pt x="1966648" y="17581"/>
                  <a:pt x="1981270" y="-17757"/>
                  <a:pt x="2163696" y="0"/>
                </a:cubicBezTo>
                <a:cubicBezTo>
                  <a:pt x="2373805" y="31650"/>
                  <a:pt x="2490245" y="-59196"/>
                  <a:pt x="2713392" y="0"/>
                </a:cubicBezTo>
                <a:cubicBezTo>
                  <a:pt x="2919897" y="-16326"/>
                  <a:pt x="3259547" y="-12508"/>
                  <a:pt x="3508696" y="0"/>
                </a:cubicBezTo>
                <a:cubicBezTo>
                  <a:pt x="3509970" y="4684"/>
                  <a:pt x="3507507" y="11977"/>
                  <a:pt x="3508696" y="20159"/>
                </a:cubicBezTo>
                <a:cubicBezTo>
                  <a:pt x="3295950" y="-20157"/>
                  <a:pt x="3155183" y="-30462"/>
                  <a:pt x="2923913" y="20159"/>
                </a:cubicBezTo>
                <a:cubicBezTo>
                  <a:pt x="2716593" y="15822"/>
                  <a:pt x="2595426" y="40951"/>
                  <a:pt x="2304044" y="20159"/>
                </a:cubicBezTo>
                <a:cubicBezTo>
                  <a:pt x="2007075" y="-9711"/>
                  <a:pt x="1996052" y="24408"/>
                  <a:pt x="1789435" y="20159"/>
                </a:cubicBezTo>
                <a:cubicBezTo>
                  <a:pt x="1614625" y="27836"/>
                  <a:pt x="1342607" y="7623"/>
                  <a:pt x="1134478" y="20159"/>
                </a:cubicBezTo>
                <a:cubicBezTo>
                  <a:pt x="897703" y="24165"/>
                  <a:pt x="784642" y="31229"/>
                  <a:pt x="619870" y="20159"/>
                </a:cubicBezTo>
                <a:cubicBezTo>
                  <a:pt x="427415" y="33255"/>
                  <a:pt x="184273" y="29836"/>
                  <a:pt x="0" y="20159"/>
                </a:cubicBezTo>
                <a:cubicBezTo>
                  <a:pt x="125" y="10162"/>
                  <a:pt x="1072" y="6591"/>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508696"/>
                      <a:gd name="connsiteY0" fmla="*/ 0 h 20159"/>
                      <a:gd name="connsiteX1" fmla="*/ 584783 w 3508696"/>
                      <a:gd name="connsiteY1" fmla="*/ 0 h 20159"/>
                      <a:gd name="connsiteX2" fmla="*/ 1099391 w 3508696"/>
                      <a:gd name="connsiteY2" fmla="*/ 0 h 20159"/>
                      <a:gd name="connsiteX3" fmla="*/ 1684174 w 3508696"/>
                      <a:gd name="connsiteY3" fmla="*/ 0 h 20159"/>
                      <a:gd name="connsiteX4" fmla="*/ 2163696 w 3508696"/>
                      <a:gd name="connsiteY4" fmla="*/ 0 h 20159"/>
                      <a:gd name="connsiteX5" fmla="*/ 2713392 w 3508696"/>
                      <a:gd name="connsiteY5" fmla="*/ 0 h 20159"/>
                      <a:gd name="connsiteX6" fmla="*/ 3508696 w 3508696"/>
                      <a:gd name="connsiteY6" fmla="*/ 0 h 20159"/>
                      <a:gd name="connsiteX7" fmla="*/ 3508696 w 3508696"/>
                      <a:gd name="connsiteY7" fmla="*/ 20159 h 20159"/>
                      <a:gd name="connsiteX8" fmla="*/ 2923913 w 3508696"/>
                      <a:gd name="connsiteY8" fmla="*/ 20159 h 20159"/>
                      <a:gd name="connsiteX9" fmla="*/ 2304044 w 3508696"/>
                      <a:gd name="connsiteY9" fmla="*/ 20159 h 20159"/>
                      <a:gd name="connsiteX10" fmla="*/ 1789435 w 3508696"/>
                      <a:gd name="connsiteY10" fmla="*/ 20159 h 20159"/>
                      <a:gd name="connsiteX11" fmla="*/ 1134478 w 3508696"/>
                      <a:gd name="connsiteY11" fmla="*/ 20159 h 20159"/>
                      <a:gd name="connsiteX12" fmla="*/ 619870 w 3508696"/>
                      <a:gd name="connsiteY12" fmla="*/ 20159 h 20159"/>
                      <a:gd name="connsiteX13" fmla="*/ 0 w 3508696"/>
                      <a:gd name="connsiteY13" fmla="*/ 20159 h 20159"/>
                      <a:gd name="connsiteX14" fmla="*/ 0 w 3508696"/>
                      <a:gd name="connsiteY14"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08696" h="20159" fill="none" extrusionOk="0">
                        <a:moveTo>
                          <a:pt x="0" y="0"/>
                        </a:moveTo>
                        <a:cubicBezTo>
                          <a:pt x="162319" y="23018"/>
                          <a:pt x="421683" y="-5158"/>
                          <a:pt x="584783" y="0"/>
                        </a:cubicBezTo>
                        <a:cubicBezTo>
                          <a:pt x="747883" y="5158"/>
                          <a:pt x="975784" y="-15427"/>
                          <a:pt x="1099391" y="0"/>
                        </a:cubicBezTo>
                        <a:cubicBezTo>
                          <a:pt x="1222998" y="15427"/>
                          <a:pt x="1402881" y="-16644"/>
                          <a:pt x="1684174" y="0"/>
                        </a:cubicBezTo>
                        <a:cubicBezTo>
                          <a:pt x="1965467" y="16644"/>
                          <a:pt x="1975096" y="-20975"/>
                          <a:pt x="2163696" y="0"/>
                        </a:cubicBezTo>
                        <a:cubicBezTo>
                          <a:pt x="2352296" y="20975"/>
                          <a:pt x="2492387" y="-24234"/>
                          <a:pt x="2713392" y="0"/>
                        </a:cubicBezTo>
                        <a:cubicBezTo>
                          <a:pt x="2934397" y="24234"/>
                          <a:pt x="3268882" y="-29245"/>
                          <a:pt x="3508696" y="0"/>
                        </a:cubicBezTo>
                        <a:cubicBezTo>
                          <a:pt x="3508691" y="4362"/>
                          <a:pt x="3508139" y="12169"/>
                          <a:pt x="3508696" y="20159"/>
                        </a:cubicBezTo>
                        <a:cubicBezTo>
                          <a:pt x="3308783" y="1794"/>
                          <a:pt x="3142166" y="6757"/>
                          <a:pt x="2923913" y="20159"/>
                        </a:cubicBezTo>
                        <a:cubicBezTo>
                          <a:pt x="2705660" y="33561"/>
                          <a:pt x="2600314" y="44784"/>
                          <a:pt x="2304044" y="20159"/>
                        </a:cubicBezTo>
                        <a:cubicBezTo>
                          <a:pt x="2007774" y="-4466"/>
                          <a:pt x="1987551" y="26760"/>
                          <a:pt x="1789435" y="20159"/>
                        </a:cubicBezTo>
                        <a:cubicBezTo>
                          <a:pt x="1591319" y="13558"/>
                          <a:pt x="1373542" y="16100"/>
                          <a:pt x="1134478" y="20159"/>
                        </a:cubicBezTo>
                        <a:cubicBezTo>
                          <a:pt x="895414" y="24218"/>
                          <a:pt x="797550" y="11172"/>
                          <a:pt x="619870" y="20159"/>
                        </a:cubicBezTo>
                        <a:cubicBezTo>
                          <a:pt x="442190" y="29146"/>
                          <a:pt x="173838" y="2613"/>
                          <a:pt x="0" y="20159"/>
                        </a:cubicBezTo>
                        <a:cubicBezTo>
                          <a:pt x="80" y="10419"/>
                          <a:pt x="982" y="7134"/>
                          <a:pt x="0" y="0"/>
                        </a:cubicBezTo>
                        <a:close/>
                      </a:path>
                      <a:path w="3508696" h="20159" stroke="0" extrusionOk="0">
                        <a:moveTo>
                          <a:pt x="0" y="0"/>
                        </a:moveTo>
                        <a:cubicBezTo>
                          <a:pt x="185862" y="-6873"/>
                          <a:pt x="260291" y="-19085"/>
                          <a:pt x="514609" y="0"/>
                        </a:cubicBezTo>
                        <a:cubicBezTo>
                          <a:pt x="768927" y="19085"/>
                          <a:pt x="826906" y="-14935"/>
                          <a:pt x="994131" y="0"/>
                        </a:cubicBezTo>
                        <a:cubicBezTo>
                          <a:pt x="1161356" y="14935"/>
                          <a:pt x="1385372" y="87"/>
                          <a:pt x="1508739" y="0"/>
                        </a:cubicBezTo>
                        <a:cubicBezTo>
                          <a:pt x="1632106" y="-87"/>
                          <a:pt x="1848817" y="-13753"/>
                          <a:pt x="2093522" y="0"/>
                        </a:cubicBezTo>
                        <a:cubicBezTo>
                          <a:pt x="2338227" y="13753"/>
                          <a:pt x="2551834" y="-19926"/>
                          <a:pt x="2713392" y="0"/>
                        </a:cubicBezTo>
                        <a:cubicBezTo>
                          <a:pt x="2874950" y="19926"/>
                          <a:pt x="3212491" y="10414"/>
                          <a:pt x="3508696" y="0"/>
                        </a:cubicBezTo>
                        <a:cubicBezTo>
                          <a:pt x="3508560" y="5513"/>
                          <a:pt x="3509309" y="10700"/>
                          <a:pt x="3508696" y="20159"/>
                        </a:cubicBezTo>
                        <a:cubicBezTo>
                          <a:pt x="3210299" y="-6173"/>
                          <a:pt x="3170869" y="35323"/>
                          <a:pt x="2853739" y="20159"/>
                        </a:cubicBezTo>
                        <a:cubicBezTo>
                          <a:pt x="2536609" y="4995"/>
                          <a:pt x="2609648" y="25359"/>
                          <a:pt x="2374218" y="20159"/>
                        </a:cubicBezTo>
                        <a:cubicBezTo>
                          <a:pt x="2138788" y="14959"/>
                          <a:pt x="1925020" y="12235"/>
                          <a:pt x="1719261" y="20159"/>
                        </a:cubicBezTo>
                        <a:cubicBezTo>
                          <a:pt x="1513502" y="28083"/>
                          <a:pt x="1280640" y="38033"/>
                          <a:pt x="1064304" y="20159"/>
                        </a:cubicBezTo>
                        <a:cubicBezTo>
                          <a:pt x="847968" y="2285"/>
                          <a:pt x="809487" y="41804"/>
                          <a:pt x="584783" y="20159"/>
                        </a:cubicBezTo>
                        <a:cubicBezTo>
                          <a:pt x="360079" y="-1486"/>
                          <a:pt x="166158" y="35178"/>
                          <a:pt x="0" y="20159"/>
                        </a:cubicBezTo>
                        <a:cubicBezTo>
                          <a:pt x="320" y="10793"/>
                          <a:pt x="-231" y="459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891" name="Rectangle 3">
            <a:extLst>
              <a:ext uri="{FF2B5EF4-FFF2-40B4-BE49-F238E27FC236}">
                <a16:creationId xmlns:a16="http://schemas.microsoft.com/office/drawing/2014/main" id="{B7DDB013-8EF1-4140-90B7-C7B25FAA0A8A}"/>
              </a:ext>
            </a:extLst>
          </p:cNvPr>
          <p:cNvSpPr>
            <a:spLocks noGrp="1" noChangeArrowheads="1"/>
          </p:cNvSpPr>
          <p:nvPr>
            <p:ph type="body" idx="1"/>
          </p:nvPr>
        </p:nvSpPr>
        <p:spPr>
          <a:xfrm>
            <a:off x="4380311" y="2983551"/>
            <a:ext cx="5168561" cy="4347691"/>
          </a:xfrm>
        </p:spPr>
        <p:txBody>
          <a:bodyPr>
            <a:normAutofit/>
          </a:bodyPr>
          <a:lstStyle/>
          <a:p>
            <a:pPr>
              <a:lnSpc>
                <a:spcPct val="80000"/>
              </a:lnSpc>
            </a:pPr>
            <a:r>
              <a:rPr lang="es-CL" altLang="es-CL" sz="2400" dirty="0"/>
              <a:t>Aunque los LLM (</a:t>
            </a:r>
            <a:r>
              <a:rPr lang="es-CL" altLang="es-CL" sz="2400" dirty="0" err="1"/>
              <a:t>Large</a:t>
            </a:r>
            <a:r>
              <a:rPr lang="es-CL" altLang="es-CL" sz="2400" dirty="0"/>
              <a:t> </a:t>
            </a:r>
            <a:r>
              <a:rPr lang="es-CL" altLang="es-CL" sz="2400" dirty="0" err="1"/>
              <a:t>Language</a:t>
            </a:r>
            <a:r>
              <a:rPr lang="es-CL" altLang="es-CL" sz="2400" dirty="0"/>
              <a:t> </a:t>
            </a:r>
            <a:r>
              <a:rPr lang="es-CL" altLang="es-CL" sz="2400" dirty="0" err="1"/>
              <a:t>Models</a:t>
            </a:r>
            <a:r>
              <a:rPr lang="es-CL" altLang="es-CL" sz="2400" dirty="0"/>
              <a:t>) no son una inteligencia general, la importancia del lenguaje natural para la interacción humana es tal que poder interactuar con sistemas computacionales usando las mismas habilidades que usamos en nuestras interacciones sociales es un avance enorme con consecuencias todavía imprevistas.</a:t>
            </a:r>
            <a:endParaRPr lang="en-US" altLang="es-CL" sz="2400" dirty="0"/>
          </a:p>
          <a:p>
            <a:endParaRPr lang="en-US" altLang="es-CL" sz="1800" dirty="0"/>
          </a:p>
          <a:p>
            <a:pPr marL="378013" lvl="1" indent="0">
              <a:buNone/>
            </a:pPr>
            <a:endParaRPr lang="en-US" altLang="es-CL" sz="1800" dirty="0"/>
          </a:p>
        </p:txBody>
      </p:sp>
    </p:spTree>
    <p:extLst>
      <p:ext uri="{BB962C8B-B14F-4D97-AF65-F5344CB8AC3E}">
        <p14:creationId xmlns:p14="http://schemas.microsoft.com/office/powerpoint/2010/main" val="1749837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4661</TotalTime>
  <Words>2845</Words>
  <Application>Microsoft Office PowerPoint</Application>
  <PresentationFormat>Personalizado</PresentationFormat>
  <Paragraphs>295</Paragraphs>
  <Slides>39</Slides>
  <Notes>18</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39</vt:i4>
      </vt:variant>
    </vt:vector>
  </HeadingPairs>
  <TitlesOfParts>
    <vt:vector size="47" baseType="lpstr">
      <vt:lpstr>Aptos</vt:lpstr>
      <vt:lpstr>Arial</vt:lpstr>
      <vt:lpstr>Calibri</vt:lpstr>
      <vt:lpstr>Calibri Light</vt:lpstr>
      <vt:lpstr>Symbol</vt:lpstr>
      <vt:lpstr>Times New Roman</vt:lpstr>
      <vt:lpstr>Tema de Office</vt:lpstr>
      <vt:lpstr>비트맵 이미지</vt:lpstr>
      <vt:lpstr>Presentación de PowerPoint</vt:lpstr>
      <vt:lpstr>Presentación de PowerPoint</vt:lpstr>
      <vt:lpstr>Presentación de PowerPoint</vt:lpstr>
      <vt:lpstr>Actividad Práctica en Grupo</vt:lpstr>
      <vt:lpstr>Preguntas para la Discusión grupal</vt:lpstr>
      <vt:lpstr>Presentación de PowerPoint</vt:lpstr>
      <vt:lpstr>Presentación de PowerPoint</vt:lpstr>
      <vt:lpstr>Presentación de PowerPoint</vt:lpstr>
      <vt:lpstr>Presentación de PowerPoint</vt:lpstr>
      <vt:lpstr>Definiciones de IA</vt:lpstr>
      <vt:lpstr>Una breve historia de la IA:  1950s</vt:lpstr>
      <vt:lpstr>Una breve historia de la IA:  1950s</vt:lpstr>
      <vt:lpstr>Una breve historia de la IA:  1950s</vt:lpstr>
      <vt:lpstr>Una breve historia de la IA:  1950s</vt:lpstr>
      <vt:lpstr>Una breve historia de la IA:  1950s</vt:lpstr>
      <vt:lpstr>Test de Turing</vt:lpstr>
      <vt:lpstr>Un chatbot en Python</vt:lpstr>
      <vt:lpstr>Es aún útil el Test de Turing?</vt:lpstr>
      <vt:lpstr>Actividad Práctica: Discusión sobre IA</vt:lpstr>
      <vt:lpstr>La década de los 1960s</vt:lpstr>
      <vt:lpstr>La década de los 1960s</vt:lpstr>
      <vt:lpstr>Presentación de PowerPoint</vt:lpstr>
      <vt:lpstr>1970s</vt:lpstr>
      <vt:lpstr>1980s:  una década perdida</vt:lpstr>
      <vt:lpstr>Redes neuronales y retropropagación</vt:lpstr>
      <vt:lpstr>Redes neuronales y retropropagación</vt:lpstr>
      <vt:lpstr>Enfoques de IA: Simbólico vs. Redes Neuronales</vt:lpstr>
      <vt:lpstr>Ejemplo enfoque simbólico en IA</vt:lpstr>
      <vt:lpstr>Ejemplo enfoque de red neuronal en IA</vt:lpstr>
      <vt:lpstr>Ejemplo enfoque de red neuronal en IA</vt:lpstr>
      <vt:lpstr>Ejemplo enfoque de red neuronal en IA</vt:lpstr>
      <vt:lpstr>Actividad Práctica: Discusión sobre enfoque simbólico versus redes neuronales</vt:lpstr>
      <vt:lpstr>Actividad Práctica: Discusión sobre enfoque simbólico versus redes neuronales</vt:lpstr>
      <vt:lpstr>Tabla Comparativa  </vt:lpstr>
      <vt:lpstr>1990s:  Artificial Life (A-Life)</vt:lpstr>
      <vt:lpstr>¿Hoy?</vt:lpstr>
      <vt:lpstr>¿Hoy?</vt:lpstr>
      <vt:lpstr>¿Hoy?</vt:lpstr>
      <vt:lpstr>¿Hoy?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E Chaigneau O</dc:creator>
  <cp:lastModifiedBy>Sergio Chaigneau</cp:lastModifiedBy>
  <cp:revision>384</cp:revision>
  <dcterms:modified xsi:type="dcterms:W3CDTF">2025-05-04T21:26:54Z</dcterms:modified>
</cp:coreProperties>
</file>