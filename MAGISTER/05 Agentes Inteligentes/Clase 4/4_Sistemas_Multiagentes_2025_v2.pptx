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3"/>
  </p:notesMasterIdLst>
  <p:sldIdLst>
    <p:sldId id="256" r:id="rId2"/>
    <p:sldId id="485" r:id="rId3"/>
    <p:sldId id="486" r:id="rId4"/>
    <p:sldId id="279" r:id="rId5"/>
    <p:sldId id="280" r:id="rId6"/>
    <p:sldId id="281" r:id="rId7"/>
    <p:sldId id="282" r:id="rId8"/>
    <p:sldId id="433" r:id="rId9"/>
    <p:sldId id="434" r:id="rId10"/>
    <p:sldId id="435" r:id="rId11"/>
    <p:sldId id="283" r:id="rId12"/>
    <p:sldId id="427" r:id="rId13"/>
    <p:sldId id="493" r:id="rId14"/>
    <p:sldId id="494" r:id="rId15"/>
    <p:sldId id="495" r:id="rId16"/>
    <p:sldId id="496" r:id="rId17"/>
    <p:sldId id="537" r:id="rId18"/>
    <p:sldId id="538" r:id="rId19"/>
    <p:sldId id="539" r:id="rId20"/>
    <p:sldId id="540" r:id="rId21"/>
    <p:sldId id="541" r:id="rId22"/>
    <p:sldId id="483" r:id="rId23"/>
    <p:sldId id="484" r:id="rId24"/>
    <p:sldId id="399" r:id="rId25"/>
    <p:sldId id="498" r:id="rId26"/>
    <p:sldId id="499" r:id="rId27"/>
    <p:sldId id="500" r:id="rId28"/>
    <p:sldId id="535" r:id="rId29"/>
    <p:sldId id="509" r:id="rId30"/>
    <p:sldId id="542" r:id="rId31"/>
    <p:sldId id="543" r:id="rId32"/>
    <p:sldId id="544" r:id="rId33"/>
    <p:sldId id="513" r:id="rId34"/>
    <p:sldId id="515" r:id="rId35"/>
    <p:sldId id="520" r:id="rId36"/>
    <p:sldId id="521" r:id="rId37"/>
    <p:sldId id="526" r:id="rId38"/>
    <p:sldId id="527" r:id="rId39"/>
    <p:sldId id="545" r:id="rId40"/>
    <p:sldId id="529" r:id="rId41"/>
    <p:sldId id="546" r:id="rId42"/>
    <p:sldId id="547" r:id="rId43"/>
    <p:sldId id="548" r:id="rId44"/>
    <p:sldId id="549" r:id="rId45"/>
    <p:sldId id="550" r:id="rId46"/>
    <p:sldId id="551" r:id="rId47"/>
    <p:sldId id="552" r:id="rId48"/>
    <p:sldId id="553" r:id="rId49"/>
    <p:sldId id="554" r:id="rId50"/>
    <p:sldId id="555" r:id="rId51"/>
    <p:sldId id="556" r:id="rId52"/>
    <p:sldId id="501" r:id="rId53"/>
    <p:sldId id="503" r:id="rId54"/>
    <p:sldId id="504" r:id="rId55"/>
    <p:sldId id="536" r:id="rId56"/>
    <p:sldId id="452" r:id="rId57"/>
    <p:sldId id="453" r:id="rId58"/>
    <p:sldId id="454" r:id="rId59"/>
    <p:sldId id="455" r:id="rId60"/>
    <p:sldId id="456" r:id="rId61"/>
    <p:sldId id="457" r:id="rId62"/>
    <p:sldId id="458" r:id="rId63"/>
    <p:sldId id="462" r:id="rId64"/>
    <p:sldId id="464" r:id="rId65"/>
    <p:sldId id="467" r:id="rId66"/>
    <p:sldId id="468" r:id="rId67"/>
    <p:sldId id="471" r:id="rId68"/>
    <p:sldId id="472" r:id="rId69"/>
    <p:sldId id="473" r:id="rId70"/>
    <p:sldId id="474" r:id="rId71"/>
    <p:sldId id="475" r:id="rId7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DE8"/>
    <a:srgbClr val="CC33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283" autoAdjust="0"/>
  </p:normalViewPr>
  <p:slideViewPr>
    <p:cSldViewPr>
      <p:cViewPr varScale="1">
        <p:scale>
          <a:sx n="79" d="100"/>
          <a:sy n="79" d="100"/>
        </p:scale>
        <p:origin x="1598"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67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819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1E7237E0-439E-486D-9534-317F526890A2}" type="slidenum">
              <a:rPr lang="en-US" altLang="es-CL"/>
              <a:pPr>
                <a:defRPr/>
              </a:pPr>
              <a:t>‹Nº›</a:t>
            </a:fld>
            <a:endParaRPr lang="en-US" altLang="es-CL"/>
          </a:p>
        </p:txBody>
      </p:sp>
    </p:spTree>
    <p:extLst>
      <p:ext uri="{BB962C8B-B14F-4D97-AF65-F5344CB8AC3E}">
        <p14:creationId xmlns:p14="http://schemas.microsoft.com/office/powerpoint/2010/main" val="5441476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Ver ejemplo de repartir un sándwich</a:t>
            </a:r>
            <a:r>
              <a:rPr lang="es-CL" baseline="0" dirty="0"/>
              <a:t> equitativamente entre dos personas</a:t>
            </a:r>
            <a:endParaRPr lang="es-CL" dirty="0"/>
          </a:p>
        </p:txBody>
      </p:sp>
      <p:sp>
        <p:nvSpPr>
          <p:cNvPr id="4" name="Marcador de número de diapositiva 3"/>
          <p:cNvSpPr>
            <a:spLocks noGrp="1"/>
          </p:cNvSpPr>
          <p:nvPr>
            <p:ph type="sldNum" sz="quarter" idx="10"/>
          </p:nvPr>
        </p:nvSpPr>
        <p:spPr/>
        <p:txBody>
          <a:bodyPr/>
          <a:lstStyle/>
          <a:p>
            <a:pPr>
              <a:defRPr/>
            </a:pPr>
            <a:fld id="{1E7237E0-439E-486D-9534-317F526890A2}" type="slidenum">
              <a:rPr lang="en-US" altLang="es-CL" smtClean="0"/>
              <a:pPr>
                <a:defRPr/>
              </a:pPr>
              <a:t>31</a:t>
            </a:fld>
            <a:endParaRPr lang="en-US" altLang="es-CL"/>
          </a:p>
        </p:txBody>
      </p:sp>
    </p:spTree>
    <p:extLst>
      <p:ext uri="{BB962C8B-B14F-4D97-AF65-F5344CB8AC3E}">
        <p14:creationId xmlns:p14="http://schemas.microsoft.com/office/powerpoint/2010/main" val="706484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OJO: riesgo puede ser mayor que 1,0 o incluso negativo</a:t>
            </a:r>
          </a:p>
          <a:p>
            <a:r>
              <a:rPr lang="es-CL" dirty="0"/>
              <a:t>A mayor riesgo =&gt; mayor deseo arriesgar</a:t>
            </a:r>
            <a:r>
              <a:rPr lang="es-CL" baseline="0" dirty="0"/>
              <a:t> conflicto =&gt; menor deseo de ceder</a:t>
            </a:r>
            <a:endParaRPr lang="es-CL" dirty="0"/>
          </a:p>
        </p:txBody>
      </p:sp>
      <p:sp>
        <p:nvSpPr>
          <p:cNvPr id="4" name="Marcador de número de diapositiva 3"/>
          <p:cNvSpPr>
            <a:spLocks noGrp="1"/>
          </p:cNvSpPr>
          <p:nvPr>
            <p:ph type="sldNum" sz="quarter" idx="10"/>
          </p:nvPr>
        </p:nvSpPr>
        <p:spPr/>
        <p:txBody>
          <a:bodyPr/>
          <a:lstStyle/>
          <a:p>
            <a:pPr>
              <a:defRPr/>
            </a:pPr>
            <a:fld id="{1E7237E0-439E-486D-9534-317F526890A2}" type="slidenum">
              <a:rPr lang="en-US" altLang="es-CL" smtClean="0"/>
              <a:pPr>
                <a:defRPr/>
              </a:pPr>
              <a:t>43</a:t>
            </a:fld>
            <a:endParaRPr lang="en-US" altLang="es-CL"/>
          </a:p>
        </p:txBody>
      </p:sp>
    </p:spTree>
    <p:extLst>
      <p:ext uri="{BB962C8B-B14F-4D97-AF65-F5344CB8AC3E}">
        <p14:creationId xmlns:p14="http://schemas.microsoft.com/office/powerpoint/2010/main" val="170031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CD(P) = precio</a:t>
            </a:r>
            <a:r>
              <a:rPr lang="es-CL" baseline="0" dirty="0"/>
              <a:t> donde se produce el </a:t>
            </a:r>
            <a:r>
              <a:rPr lang="es-CL" baseline="0" dirty="0" err="1"/>
              <a:t>Conflict</a:t>
            </a:r>
            <a:r>
              <a:rPr lang="es-CL" baseline="0" dirty="0"/>
              <a:t> </a:t>
            </a:r>
            <a:r>
              <a:rPr lang="es-CL" baseline="0" dirty="0" err="1"/>
              <a:t>Deal</a:t>
            </a:r>
            <a:r>
              <a:rPr lang="es-CL" baseline="0" dirty="0"/>
              <a:t>:</a:t>
            </a:r>
          </a:p>
          <a:p>
            <a:r>
              <a:rPr lang="es-CL" baseline="0" dirty="0"/>
              <a:t>Para </a:t>
            </a:r>
            <a:r>
              <a:rPr lang="es-CL" baseline="0" dirty="0" err="1"/>
              <a:t>Seller</a:t>
            </a:r>
            <a:r>
              <a:rPr lang="es-CL" baseline="0" dirty="0"/>
              <a:t> = </a:t>
            </a:r>
            <a:r>
              <a:rPr lang="es-CL" baseline="0" dirty="0" err="1"/>
              <a:t>ifelse-value</a:t>
            </a:r>
            <a:r>
              <a:rPr lang="es-CL" baseline="0" dirty="0"/>
              <a:t> (u-const-S-0 &gt;= 0) [u-const-S-0] [( - u-const-S-0) / u-slope-S-0] (ver grafo. Utilidad vendedores)</a:t>
            </a:r>
          </a:p>
          <a:p>
            <a:r>
              <a:rPr lang="es-CL" baseline="0" dirty="0"/>
              <a:t>Para </a:t>
            </a:r>
            <a:r>
              <a:rPr lang="es-CL" baseline="0" dirty="0" err="1"/>
              <a:t>Buyer</a:t>
            </a:r>
            <a:r>
              <a:rPr lang="es-CL" baseline="0" dirty="0"/>
              <a:t> = </a:t>
            </a:r>
            <a:r>
              <a:rPr lang="es-CL" baseline="0" dirty="0" err="1"/>
              <a:t>ifelse-value</a:t>
            </a:r>
            <a:r>
              <a:rPr lang="es-CL" baseline="0" dirty="0"/>
              <a:t> (u-slope-B-3 != 0) [u-const-B-3 / ( - u-slope-B-3) ] [u-const-B-3] (ver grafo. Utilidad compradores)</a:t>
            </a:r>
            <a:endParaRPr lang="es-CL" dirty="0"/>
          </a:p>
        </p:txBody>
      </p:sp>
      <p:sp>
        <p:nvSpPr>
          <p:cNvPr id="4" name="Marcador de número de diapositiva 3"/>
          <p:cNvSpPr>
            <a:spLocks noGrp="1"/>
          </p:cNvSpPr>
          <p:nvPr>
            <p:ph type="sldNum" sz="quarter" idx="10"/>
          </p:nvPr>
        </p:nvSpPr>
        <p:spPr/>
        <p:txBody>
          <a:bodyPr/>
          <a:lstStyle/>
          <a:p>
            <a:pPr>
              <a:defRPr/>
            </a:pPr>
            <a:fld id="{1E7237E0-439E-486D-9534-317F526890A2}" type="slidenum">
              <a:rPr lang="en-US" altLang="es-CL" smtClean="0"/>
              <a:pPr>
                <a:defRPr/>
              </a:pPr>
              <a:t>49</a:t>
            </a:fld>
            <a:endParaRPr lang="en-US" altLang="es-CL"/>
          </a:p>
        </p:txBody>
      </p:sp>
    </p:spTree>
    <p:extLst>
      <p:ext uri="{BB962C8B-B14F-4D97-AF65-F5344CB8AC3E}">
        <p14:creationId xmlns:p14="http://schemas.microsoft.com/office/powerpoint/2010/main" val="1240290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CE18B6-D749-4F7B-A2E5-EDEA513CFB9C}" type="slidenum">
              <a:rPr lang="es-CL" altLang="en-US"/>
              <a:pPr/>
              <a:t>55</a:t>
            </a:fld>
            <a:endParaRPr lang="es-CL" altLang="en-US"/>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endParaRPr lang="es-CL" altLang="en-US"/>
          </a:p>
        </p:txBody>
      </p:sp>
    </p:spTree>
    <p:extLst>
      <p:ext uri="{BB962C8B-B14F-4D97-AF65-F5344CB8AC3E}">
        <p14:creationId xmlns:p14="http://schemas.microsoft.com/office/powerpoint/2010/main" val="553300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CORBA = </a:t>
            </a:r>
            <a:r>
              <a:rPr lang="en-US" sz="1200" b="1" kern="1200" dirty="0">
                <a:solidFill>
                  <a:schemeClr val="tx1"/>
                </a:solidFill>
                <a:effectLst/>
                <a:latin typeface="Arial" charset="0"/>
                <a:ea typeface="+mn-ea"/>
                <a:cs typeface="Arial" charset="0"/>
              </a:rPr>
              <a:t>Common Object Request Broker Architecture</a:t>
            </a:r>
            <a:r>
              <a:rPr lang="en-US" sz="1200" kern="1200" dirty="0">
                <a:solidFill>
                  <a:schemeClr val="tx1"/>
                </a:solidFill>
                <a:effectLst/>
                <a:latin typeface="Arial" charset="0"/>
                <a:ea typeface="+mn-ea"/>
                <a:cs typeface="Arial" charset="0"/>
              </a:rPr>
              <a:t> </a:t>
            </a:r>
          </a:p>
          <a:p>
            <a:r>
              <a:rPr lang="es-CL" sz="1200" kern="1200" dirty="0">
                <a:solidFill>
                  <a:schemeClr val="tx1"/>
                </a:solidFill>
                <a:effectLst/>
                <a:latin typeface="Arial" charset="0"/>
                <a:ea typeface="+mn-ea"/>
                <a:cs typeface="Arial" charset="0"/>
              </a:rPr>
              <a:t>FIPA = </a:t>
            </a:r>
            <a:r>
              <a:rPr lang="es-CL" sz="1200" kern="1200" dirty="0" err="1">
                <a:solidFill>
                  <a:schemeClr val="tx1"/>
                </a:solidFill>
                <a:effectLst/>
                <a:latin typeface="Arial" charset="0"/>
                <a:ea typeface="+mn-ea"/>
                <a:cs typeface="Arial" charset="0"/>
              </a:rPr>
              <a:t>Foundation</a:t>
            </a:r>
            <a:r>
              <a:rPr lang="es-CL" sz="1200" kern="1200" baseline="0" dirty="0">
                <a:solidFill>
                  <a:schemeClr val="tx1"/>
                </a:solidFill>
                <a:effectLst/>
                <a:latin typeface="Arial" charset="0"/>
                <a:ea typeface="+mn-ea"/>
                <a:cs typeface="Arial" charset="0"/>
              </a:rPr>
              <a:t> </a:t>
            </a:r>
            <a:r>
              <a:rPr lang="es-CL" sz="1200" kern="1200" baseline="0" dirty="0" err="1">
                <a:solidFill>
                  <a:schemeClr val="tx1"/>
                </a:solidFill>
                <a:effectLst/>
                <a:latin typeface="Arial" charset="0"/>
                <a:ea typeface="+mn-ea"/>
                <a:cs typeface="Arial" charset="0"/>
              </a:rPr>
              <a:t>for</a:t>
            </a:r>
            <a:r>
              <a:rPr lang="es-CL" sz="1200" kern="1200" baseline="0" dirty="0">
                <a:solidFill>
                  <a:schemeClr val="tx1"/>
                </a:solidFill>
                <a:effectLst/>
                <a:latin typeface="Arial" charset="0"/>
                <a:ea typeface="+mn-ea"/>
                <a:cs typeface="Arial" charset="0"/>
              </a:rPr>
              <a:t> </a:t>
            </a:r>
            <a:r>
              <a:rPr lang="es-CL" sz="1200" kern="1200" baseline="0" dirty="0" err="1">
                <a:solidFill>
                  <a:schemeClr val="tx1"/>
                </a:solidFill>
                <a:effectLst/>
                <a:latin typeface="Arial" charset="0"/>
                <a:ea typeface="+mn-ea"/>
                <a:cs typeface="Arial" charset="0"/>
              </a:rPr>
              <a:t>Intelligent</a:t>
            </a:r>
            <a:r>
              <a:rPr lang="es-CL" sz="1200" kern="1200" baseline="0" dirty="0">
                <a:solidFill>
                  <a:schemeClr val="tx1"/>
                </a:solidFill>
                <a:effectLst/>
                <a:latin typeface="Arial" charset="0"/>
                <a:ea typeface="+mn-ea"/>
                <a:cs typeface="Arial" charset="0"/>
              </a:rPr>
              <a:t> </a:t>
            </a:r>
            <a:r>
              <a:rPr lang="es-CL" sz="1200" kern="1200" baseline="0" dirty="0" err="1">
                <a:solidFill>
                  <a:schemeClr val="tx1"/>
                </a:solidFill>
                <a:effectLst/>
                <a:latin typeface="Arial" charset="0"/>
                <a:ea typeface="+mn-ea"/>
                <a:cs typeface="Arial" charset="0"/>
              </a:rPr>
              <a:t>Physical</a:t>
            </a:r>
            <a:r>
              <a:rPr lang="es-CL" sz="1200" kern="1200" baseline="0" dirty="0">
                <a:solidFill>
                  <a:schemeClr val="tx1"/>
                </a:solidFill>
                <a:effectLst/>
                <a:latin typeface="Arial" charset="0"/>
                <a:ea typeface="+mn-ea"/>
                <a:cs typeface="Arial" charset="0"/>
              </a:rPr>
              <a:t> </a:t>
            </a:r>
            <a:r>
              <a:rPr lang="es-CL" sz="1200" kern="1200" baseline="0" dirty="0" err="1">
                <a:solidFill>
                  <a:schemeClr val="tx1"/>
                </a:solidFill>
                <a:effectLst/>
                <a:latin typeface="Arial" charset="0"/>
                <a:ea typeface="+mn-ea"/>
                <a:cs typeface="Arial" charset="0"/>
              </a:rPr>
              <a:t>Agents</a:t>
            </a:r>
            <a:endParaRPr lang="es-CL" sz="1200" kern="1200" baseline="0" dirty="0">
              <a:solidFill>
                <a:schemeClr val="tx1"/>
              </a:solidFill>
              <a:effectLst/>
              <a:latin typeface="Arial" charset="0"/>
              <a:ea typeface="+mn-ea"/>
              <a:cs typeface="Arial" charset="0"/>
            </a:endParaRPr>
          </a:p>
          <a:p>
            <a:r>
              <a:rPr lang="es-CL" sz="1200" kern="1200" baseline="0" dirty="0">
                <a:solidFill>
                  <a:schemeClr val="tx1"/>
                </a:solidFill>
                <a:effectLst/>
                <a:latin typeface="Arial" charset="0"/>
                <a:ea typeface="+mn-ea"/>
                <a:cs typeface="Arial" charset="0"/>
              </a:rPr>
              <a:t>JADE = Java </a:t>
            </a:r>
            <a:r>
              <a:rPr lang="es-CL" sz="1200" kern="1200" baseline="0" dirty="0" err="1">
                <a:solidFill>
                  <a:schemeClr val="tx1"/>
                </a:solidFill>
                <a:effectLst/>
                <a:latin typeface="Arial" charset="0"/>
                <a:ea typeface="+mn-ea"/>
                <a:cs typeface="Arial" charset="0"/>
              </a:rPr>
              <a:t>Agent</a:t>
            </a:r>
            <a:r>
              <a:rPr lang="es-CL" sz="1200" kern="1200" baseline="0" dirty="0">
                <a:solidFill>
                  <a:schemeClr val="tx1"/>
                </a:solidFill>
                <a:effectLst/>
                <a:latin typeface="Arial" charset="0"/>
                <a:ea typeface="+mn-ea"/>
                <a:cs typeface="Arial" charset="0"/>
              </a:rPr>
              <a:t> </a:t>
            </a:r>
            <a:r>
              <a:rPr lang="es-CL" sz="1200" kern="1200" baseline="0" dirty="0" err="1">
                <a:solidFill>
                  <a:schemeClr val="tx1"/>
                </a:solidFill>
                <a:effectLst/>
                <a:latin typeface="Arial" charset="0"/>
                <a:ea typeface="+mn-ea"/>
                <a:cs typeface="Arial" charset="0"/>
              </a:rPr>
              <a:t>Development</a:t>
            </a:r>
            <a:r>
              <a:rPr lang="es-CL" sz="1200" kern="1200" baseline="0" dirty="0">
                <a:solidFill>
                  <a:schemeClr val="tx1"/>
                </a:solidFill>
                <a:effectLst/>
                <a:latin typeface="Arial" charset="0"/>
                <a:ea typeface="+mn-ea"/>
                <a:cs typeface="Arial" charset="0"/>
              </a:rPr>
              <a:t> (</a:t>
            </a:r>
            <a:r>
              <a:rPr lang="es-CL" sz="1200" kern="1200" baseline="0" dirty="0" err="1">
                <a:solidFill>
                  <a:schemeClr val="tx1"/>
                </a:solidFill>
                <a:effectLst/>
                <a:latin typeface="Arial" charset="0"/>
                <a:ea typeface="+mn-ea"/>
                <a:cs typeface="Arial" charset="0"/>
              </a:rPr>
              <a:t>framework</a:t>
            </a:r>
            <a:r>
              <a:rPr lang="es-CL" sz="1200" kern="1200" baseline="0">
                <a:solidFill>
                  <a:schemeClr val="tx1"/>
                </a:solidFill>
                <a:effectLst/>
                <a:latin typeface="Arial" charset="0"/>
                <a:ea typeface="+mn-ea"/>
                <a:cs typeface="Arial" charset="0"/>
              </a:rPr>
              <a:t>)</a:t>
            </a:r>
            <a:endParaRPr lang="en-US" dirty="0"/>
          </a:p>
        </p:txBody>
      </p:sp>
      <p:sp>
        <p:nvSpPr>
          <p:cNvPr id="4" name="Marcador de número de diapositiva 3"/>
          <p:cNvSpPr>
            <a:spLocks noGrp="1"/>
          </p:cNvSpPr>
          <p:nvPr>
            <p:ph type="sldNum" sz="quarter" idx="10"/>
          </p:nvPr>
        </p:nvSpPr>
        <p:spPr/>
        <p:txBody>
          <a:bodyPr/>
          <a:lstStyle/>
          <a:p>
            <a:pPr>
              <a:defRPr/>
            </a:pPr>
            <a:fld id="{1E7237E0-439E-486D-9534-317F526890A2}" type="slidenum">
              <a:rPr lang="en-US" altLang="es-CL" smtClean="0"/>
              <a:pPr>
                <a:defRPr/>
              </a:pPr>
              <a:t>65</a:t>
            </a:fld>
            <a:endParaRPr lang="en-US" altLang="es-CL"/>
          </a:p>
        </p:txBody>
      </p:sp>
    </p:spTree>
    <p:extLst>
      <p:ext uri="{BB962C8B-B14F-4D97-AF65-F5344CB8AC3E}">
        <p14:creationId xmlns:p14="http://schemas.microsoft.com/office/powerpoint/2010/main" val="1010245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6" name="Rectangle 2"/>
          <p:cNvSpPr>
            <a:spLocks noGrp="1" noChangeArrowheads="1"/>
          </p:cNvSpPr>
          <p:nvPr>
            <p:ph type="ctrTitle"/>
          </p:nvPr>
        </p:nvSpPr>
        <p:spPr>
          <a:xfrm>
            <a:off x="914400" y="1524000"/>
            <a:ext cx="7623175" cy="1752600"/>
          </a:xfrm>
        </p:spPr>
        <p:txBody>
          <a:bodyPr/>
          <a:lstStyle>
            <a:lvl1pPr>
              <a:defRPr sz="5000"/>
            </a:lvl1pPr>
          </a:lstStyle>
          <a:p>
            <a:pPr lvl="0"/>
            <a:r>
              <a:rPr lang="en-US" altLang="en-US" noProof="0"/>
              <a:t>Click to edit Master title style</a:t>
            </a:r>
          </a:p>
        </p:txBody>
      </p:sp>
      <p:sp>
        <p:nvSpPr>
          <p:cNvPr id="11267"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pPr lvl="0"/>
            <a:r>
              <a:rPr lang="en-US" altLang="en-US" noProof="0"/>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smtClean="0"/>
            </a:lvl1pPr>
          </a:lstStyle>
          <a:p>
            <a:pPr>
              <a:defRPr/>
            </a:pPr>
            <a:r>
              <a:rPr lang="en-US" altLang="en-US"/>
              <a:t>9-</a:t>
            </a:r>
            <a:fld id="{FB815855-F1C0-41BE-A5B2-9569F4DC2039}" type="slidenum">
              <a:rPr lang="en-US" altLang="en-US"/>
              <a:pPr>
                <a:defRPr/>
              </a:pPr>
              <a:t>‹Nº›</a:t>
            </a:fld>
            <a:endParaRPr lang="en-US" altLang="en-US"/>
          </a:p>
        </p:txBody>
      </p:sp>
    </p:spTree>
    <p:extLst>
      <p:ext uri="{BB962C8B-B14F-4D97-AF65-F5344CB8AC3E}">
        <p14:creationId xmlns:p14="http://schemas.microsoft.com/office/powerpoint/2010/main" val="299176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9-</a:t>
            </a:r>
            <a:fld id="{72CE0BDF-0CA9-437C-9C2C-FC48DC6AC093}" type="slidenum">
              <a:rPr lang="en-US" altLang="en-US"/>
              <a:pPr>
                <a:defRPr/>
              </a:pPr>
              <a:t>‹Nº›</a:t>
            </a:fld>
            <a:endParaRPr lang="en-US" altLang="en-US"/>
          </a:p>
        </p:txBody>
      </p:sp>
    </p:spTree>
    <p:extLst>
      <p:ext uri="{BB962C8B-B14F-4D97-AF65-F5344CB8AC3E}">
        <p14:creationId xmlns:p14="http://schemas.microsoft.com/office/powerpoint/2010/main" val="2441723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9-</a:t>
            </a:r>
            <a:fld id="{F3300CC6-1321-4644-BABE-9C2D1ECA2B31}" type="slidenum">
              <a:rPr lang="en-US" altLang="en-US"/>
              <a:pPr>
                <a:defRPr/>
              </a:pPr>
              <a:t>‹Nº›</a:t>
            </a:fld>
            <a:endParaRPr lang="en-US" altLang="en-US"/>
          </a:p>
        </p:txBody>
      </p:sp>
    </p:spTree>
    <p:extLst>
      <p:ext uri="{BB962C8B-B14F-4D97-AF65-F5344CB8AC3E}">
        <p14:creationId xmlns:p14="http://schemas.microsoft.com/office/powerpoint/2010/main" val="4203877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L"/>
          </a:p>
        </p:txBody>
      </p:sp>
      <p:sp>
        <p:nvSpPr>
          <p:cNvPr id="3" name="2 Marcador de contenido"/>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3 Marcador de contenido"/>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9-</a:t>
            </a:r>
            <a:fld id="{6AC25276-AC2D-42D6-B63A-FD93E2B4B5E6}" type="slidenum">
              <a:rPr lang="en-US" altLang="en-US"/>
              <a:pPr>
                <a:defRPr/>
              </a:pPr>
              <a:t>‹Nº›</a:t>
            </a:fld>
            <a:endParaRPr lang="en-US" altLang="en-US"/>
          </a:p>
        </p:txBody>
      </p:sp>
    </p:spTree>
    <p:extLst>
      <p:ext uri="{BB962C8B-B14F-4D97-AF65-F5344CB8AC3E}">
        <p14:creationId xmlns:p14="http://schemas.microsoft.com/office/powerpoint/2010/main" val="4200148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r>
              <a:rPr lang="en-US" altLang="en-US"/>
              <a:t>9-</a:t>
            </a:r>
            <a:fld id="{3704BD74-8DA7-4D6C-B300-376EE2EFA738}" type="slidenum">
              <a:rPr lang="en-US" altLang="en-US"/>
              <a:pPr>
                <a:defRPr/>
              </a:pPr>
              <a:t>‹Nº›</a:t>
            </a:fld>
            <a:endParaRPr lang="en-US" altLang="en-US"/>
          </a:p>
        </p:txBody>
      </p:sp>
    </p:spTree>
    <p:extLst>
      <p:ext uri="{BB962C8B-B14F-4D97-AF65-F5344CB8AC3E}">
        <p14:creationId xmlns:p14="http://schemas.microsoft.com/office/powerpoint/2010/main" val="286581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L"/>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r>
              <a:rPr lang="en-US" altLang="en-US"/>
              <a:t>9-</a:t>
            </a:r>
            <a:fld id="{A258BB4C-BF83-436A-8874-FF19D2CC7971}" type="slidenum">
              <a:rPr lang="en-US" altLang="en-US"/>
              <a:pPr>
                <a:defRPr/>
              </a:pPr>
              <a:t>‹Nº›</a:t>
            </a:fld>
            <a:endParaRPr lang="en-US" altLang="en-US"/>
          </a:p>
        </p:txBody>
      </p:sp>
    </p:spTree>
    <p:extLst>
      <p:ext uri="{BB962C8B-B14F-4D97-AF65-F5344CB8AC3E}">
        <p14:creationId xmlns:p14="http://schemas.microsoft.com/office/powerpoint/2010/main" val="908448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r>
              <a:rPr lang="en-US" altLang="en-US"/>
              <a:t>9-</a:t>
            </a:r>
            <a:fld id="{9F87853D-A0C8-4C79-BD40-6BCDD537E5CC}" type="slidenum">
              <a:rPr lang="en-US" altLang="en-US"/>
              <a:pPr>
                <a:defRPr/>
              </a:pPr>
              <a:t>‹Nº›</a:t>
            </a:fld>
            <a:endParaRPr lang="en-US" altLang="en-US"/>
          </a:p>
        </p:txBody>
      </p:sp>
    </p:spTree>
    <p:extLst>
      <p:ext uri="{BB962C8B-B14F-4D97-AF65-F5344CB8AC3E}">
        <p14:creationId xmlns:p14="http://schemas.microsoft.com/office/powerpoint/2010/main" val="1690392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9-</a:t>
            </a:r>
            <a:fld id="{3A553AFA-97D5-48ED-802F-4584BBD9AF0D}" type="slidenum">
              <a:rPr lang="en-US" altLang="en-US"/>
              <a:pPr>
                <a:defRPr/>
              </a:pPr>
              <a:t>‹Nº›</a:t>
            </a:fld>
            <a:endParaRPr lang="en-US" altLang="en-US"/>
          </a:p>
        </p:txBody>
      </p:sp>
    </p:spTree>
    <p:extLst>
      <p:ext uri="{BB962C8B-B14F-4D97-AF65-F5344CB8AC3E}">
        <p14:creationId xmlns:p14="http://schemas.microsoft.com/office/powerpoint/2010/main" val="1999454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9-</a:t>
            </a:r>
            <a:fld id="{A4AEE486-0DA0-4BFF-BB1D-7EBE92D01C2C}" type="slidenum">
              <a:rPr lang="en-US" altLang="en-US"/>
              <a:pPr>
                <a:defRPr/>
              </a:pPr>
              <a:t>‹Nº›</a:t>
            </a:fld>
            <a:endParaRPr lang="en-US" altLang="en-US"/>
          </a:p>
        </p:txBody>
      </p:sp>
    </p:spTree>
    <p:extLst>
      <p:ext uri="{BB962C8B-B14F-4D97-AF65-F5344CB8AC3E}">
        <p14:creationId xmlns:p14="http://schemas.microsoft.com/office/powerpoint/2010/main" val="4228670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9-</a:t>
            </a:r>
            <a:fld id="{D18283C3-A5FB-4E1B-902D-3A0E05C5235A}" type="slidenum">
              <a:rPr lang="en-US" altLang="en-US"/>
              <a:pPr>
                <a:defRPr/>
              </a:pPr>
              <a:t>‹Nº›</a:t>
            </a:fld>
            <a:endParaRPr lang="en-US" altLang="en-US"/>
          </a:p>
        </p:txBody>
      </p:sp>
    </p:spTree>
    <p:extLst>
      <p:ext uri="{BB962C8B-B14F-4D97-AF65-F5344CB8AC3E}">
        <p14:creationId xmlns:p14="http://schemas.microsoft.com/office/powerpoint/2010/main" val="3638173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7813"/>
            <a:ext cx="2057400" cy="5853112"/>
          </a:xfrm>
        </p:spPr>
        <p:txBody>
          <a:bodyPr vert="eaVert"/>
          <a:lstStyle/>
          <a:p>
            <a:r>
              <a:rPr lang="es-ES"/>
              <a:t>Haga clic para modificar el estilo de título del patrón</a:t>
            </a:r>
            <a:endParaRPr lang="es-CL"/>
          </a:p>
        </p:txBody>
      </p:sp>
      <p:sp>
        <p:nvSpPr>
          <p:cNvPr id="3" name="2 Marcador de texto vertical"/>
          <p:cNvSpPr>
            <a:spLocks noGrp="1"/>
          </p:cNvSpPr>
          <p:nvPr>
            <p:ph type="body" orient="vert" idx="1"/>
          </p:nvPr>
        </p:nvSpPr>
        <p:spPr>
          <a:xfrm>
            <a:off x="457200" y="277813"/>
            <a:ext cx="6019800" cy="5853112"/>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9-</a:t>
            </a:r>
            <a:fld id="{958CD726-77FC-429C-B548-36C1295329C1}" type="slidenum">
              <a:rPr lang="en-US" altLang="en-US"/>
              <a:pPr>
                <a:defRPr/>
              </a:pPr>
              <a:t>‹Nº›</a:t>
            </a:fld>
            <a:endParaRPr lang="en-US" altLang="en-US"/>
          </a:p>
        </p:txBody>
      </p:sp>
    </p:spTree>
    <p:extLst>
      <p:ext uri="{BB962C8B-B14F-4D97-AF65-F5344CB8AC3E}">
        <p14:creationId xmlns:p14="http://schemas.microsoft.com/office/powerpoint/2010/main" val="1118979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44"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mj-lt"/>
                <a:cs typeface="Arial" charset="0"/>
              </a:defRPr>
            </a:lvl1pPr>
          </a:lstStyle>
          <a:p>
            <a:pPr>
              <a:defRPr/>
            </a:pPr>
            <a:endParaRPr lang="en-US" altLang="en-US"/>
          </a:p>
        </p:txBody>
      </p:sp>
      <p:sp>
        <p:nvSpPr>
          <p:cNvPr id="10245"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mj-lt"/>
                <a:cs typeface="Arial" charset="0"/>
              </a:defRPr>
            </a:lvl1pPr>
          </a:lstStyle>
          <a:p>
            <a:pPr>
              <a:defRPr/>
            </a:pPr>
            <a:endParaRPr lang="en-US" altLang="en-US"/>
          </a:p>
        </p:txBody>
      </p:sp>
      <p:sp>
        <p:nvSpPr>
          <p:cNvPr id="10246"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atin typeface="Garamond" panose="02020404030301010803" pitchFamily="18" charset="0"/>
              </a:defRPr>
            </a:lvl1pPr>
          </a:lstStyle>
          <a:p>
            <a:pPr>
              <a:defRPr/>
            </a:pPr>
            <a:r>
              <a:rPr lang="en-US" altLang="en-US"/>
              <a:t>9-</a:t>
            </a:r>
            <a:fld id="{F5F6D530-3D46-4BCA-87A9-CAF8C22DFCE7}" type="slidenum">
              <a:rPr lang="en-US" altLang="en-US"/>
              <a:pPr>
                <a:defRPr/>
              </a:pPr>
              <a:t>‹Nº›</a:t>
            </a:fld>
            <a:endParaRPr lang="en-US" altLang="en-US"/>
          </a:p>
        </p:txBody>
      </p:sp>
      <p:sp>
        <p:nvSpPr>
          <p:cNvPr id="1031"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732"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fontAlgn="base">
        <a:spcBef>
          <a:spcPct val="0"/>
        </a:spcBef>
        <a:spcAft>
          <a:spcPct val="0"/>
        </a:spcAft>
        <a:defRPr sz="4200">
          <a:solidFill>
            <a:schemeClr val="tx2"/>
          </a:solidFill>
          <a:latin typeface="Garamond" pitchFamily="18" charset="0"/>
          <a:cs typeface="Arial" charset="0"/>
        </a:defRPr>
      </a:lvl6pPr>
      <a:lvl7pPr marL="914400" algn="l" rtl="0" fontAlgn="base">
        <a:spcBef>
          <a:spcPct val="0"/>
        </a:spcBef>
        <a:spcAft>
          <a:spcPct val="0"/>
        </a:spcAft>
        <a:defRPr sz="4200">
          <a:solidFill>
            <a:schemeClr val="tx2"/>
          </a:solidFill>
          <a:latin typeface="Garamond" pitchFamily="18" charset="0"/>
          <a:cs typeface="Arial" charset="0"/>
        </a:defRPr>
      </a:lvl7pPr>
      <a:lvl8pPr marL="1371600" algn="l" rtl="0" fontAlgn="base">
        <a:spcBef>
          <a:spcPct val="0"/>
        </a:spcBef>
        <a:spcAft>
          <a:spcPct val="0"/>
        </a:spcAft>
        <a:defRPr sz="4200">
          <a:solidFill>
            <a:schemeClr val="tx2"/>
          </a:solidFill>
          <a:latin typeface="Garamond" pitchFamily="18" charset="0"/>
          <a:cs typeface="Arial" charset="0"/>
        </a:defRPr>
      </a:lvl8pPr>
      <a:lvl9pPr marL="1828800" algn="l" rtl="0" fontAlgn="base">
        <a:spcBef>
          <a:spcPct val="0"/>
        </a:spcBef>
        <a:spcAft>
          <a:spcPct val="0"/>
        </a:spcAft>
        <a:defRPr sz="4200">
          <a:solidFill>
            <a:schemeClr val="tx2"/>
          </a:solidFill>
          <a:latin typeface="Garamond" pitchFamily="18"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3.wmf"/><Relationship Id="rId4" Type="http://schemas.openxmlformats.org/officeDocument/2006/relationships/oleObject" Target="../embeddings/oleObject1.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youtube.com/watch?v=hjK57OezXws"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youtube.com/watch?v=ZwAjHTI21Dg"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youtube.com/watch?v=hyGJBV1xnJI"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agentgpt.reworkd.ai/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6.jpeg"/><Relationship Id="rId7"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Grp="1" noChangeArrowheads="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DD13879-239F-4699-974E-EC718B21758D}" type="slidenum">
              <a:rPr lang="en-US" altLang="en-US" sz="1200" smtClean="0">
                <a:latin typeface="Garamond" panose="02020404030301010803" pitchFamily="18" charset="0"/>
              </a:rPr>
              <a:pPr>
                <a:spcBef>
                  <a:spcPct val="0"/>
                </a:spcBef>
                <a:buClrTx/>
                <a:buSzTx/>
                <a:buFontTx/>
                <a:buNone/>
              </a:pPr>
              <a:t>1</a:t>
            </a:fld>
            <a:endParaRPr lang="en-US" altLang="en-US" sz="1200" dirty="0">
              <a:latin typeface="Garamond" panose="02020404030301010803" pitchFamily="18" charset="0"/>
            </a:endParaRPr>
          </a:p>
        </p:txBody>
      </p:sp>
      <p:sp>
        <p:nvSpPr>
          <p:cNvPr id="4099" name="Rectangle 2"/>
          <p:cNvSpPr>
            <a:spLocks noGrp="1" noChangeArrowheads="1"/>
          </p:cNvSpPr>
          <p:nvPr>
            <p:ph type="ctrTitle"/>
          </p:nvPr>
        </p:nvSpPr>
        <p:spPr>
          <a:xfrm>
            <a:off x="914400" y="1524000"/>
            <a:ext cx="7623175" cy="2438400"/>
          </a:xfrm>
        </p:spPr>
        <p:txBody>
          <a:bodyPr/>
          <a:lstStyle/>
          <a:p>
            <a:pPr algn="ctr" eaLnBrk="1" hangingPunct="1"/>
            <a:r>
              <a:rPr lang="en-US" altLang="es-CL" dirty="0"/>
              <a:t>SISTEMAS MULTIAGENTES (SMA)</a:t>
            </a:r>
            <a:br>
              <a:rPr lang="en-US" altLang="es-CL" dirty="0"/>
            </a:br>
            <a:endParaRPr lang="en-US" altLang="es-C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E4DC9DCB-4D10-48D8-BC10-13E55DA109C1}" type="slidenum">
              <a:rPr lang="en-US" altLang="en-US" smtClean="0"/>
              <a:pPr>
                <a:defRPr/>
              </a:pPr>
              <a:t>2</a:t>
            </a:fld>
            <a:endParaRPr lang="en-US" altLang="en-US" dirty="0"/>
          </a:p>
        </p:txBody>
      </p:sp>
      <p:sp>
        <p:nvSpPr>
          <p:cNvPr id="5123" name="Rectangle 2"/>
          <p:cNvSpPr>
            <a:spLocks noGrp="1" noChangeArrowheads="1"/>
          </p:cNvSpPr>
          <p:nvPr>
            <p:ph type="title"/>
          </p:nvPr>
        </p:nvSpPr>
        <p:spPr/>
        <p:txBody>
          <a:bodyPr/>
          <a:lstStyle/>
          <a:p>
            <a:pPr eaLnBrk="1" hangingPunct="1"/>
            <a:r>
              <a:rPr lang="en-US" altLang="en-US">
                <a:solidFill>
                  <a:srgbClr val="CC3300"/>
                </a:solidFill>
              </a:rPr>
              <a:t>¿Qué son Sistemas </a:t>
            </a:r>
            <a:r>
              <a:rPr lang="en-US" altLang="en-US" i="1">
                <a:solidFill>
                  <a:srgbClr val="CC3300"/>
                </a:solidFill>
              </a:rPr>
              <a:t>Multiagentes</a:t>
            </a:r>
            <a:r>
              <a:rPr lang="en-US" altLang="en-US">
                <a:solidFill>
                  <a:srgbClr val="CC3300"/>
                </a:solidFill>
              </a:rPr>
              <a:t>?</a:t>
            </a:r>
          </a:p>
        </p:txBody>
      </p:sp>
      <p:pic>
        <p:nvPicPr>
          <p:cNvPr id="512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143000"/>
            <a:ext cx="6172200" cy="553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1776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19412CC3-CEDC-4635-BFC8-8669B5B2F2B5}" type="slidenum">
              <a:rPr lang="en-US" altLang="en-US" smtClean="0"/>
              <a:pPr>
                <a:defRPr/>
              </a:pPr>
              <a:t>3</a:t>
            </a:fld>
            <a:endParaRPr lang="en-US" altLang="en-US" dirty="0"/>
          </a:p>
        </p:txBody>
      </p:sp>
      <p:sp>
        <p:nvSpPr>
          <p:cNvPr id="6147" name="Rectangle 2"/>
          <p:cNvSpPr>
            <a:spLocks noGrp="1" noChangeArrowheads="1"/>
          </p:cNvSpPr>
          <p:nvPr>
            <p:ph type="title"/>
          </p:nvPr>
        </p:nvSpPr>
        <p:spPr/>
        <p:txBody>
          <a:bodyPr/>
          <a:lstStyle/>
          <a:p>
            <a:pPr eaLnBrk="1" hangingPunct="1"/>
            <a:r>
              <a:rPr lang="en-US" altLang="en-US"/>
              <a:t>Sistemas MultiAgentes</a:t>
            </a:r>
          </a:p>
        </p:txBody>
      </p:sp>
      <p:sp>
        <p:nvSpPr>
          <p:cNvPr id="6148" name="Rectangle 3"/>
          <p:cNvSpPr>
            <a:spLocks noGrp="1" noChangeArrowheads="1"/>
          </p:cNvSpPr>
          <p:nvPr>
            <p:ph type="body" idx="1"/>
          </p:nvPr>
        </p:nvSpPr>
        <p:spPr>
          <a:xfrm>
            <a:off x="457200" y="1066800"/>
            <a:ext cx="8382000" cy="5181600"/>
          </a:xfrm>
        </p:spPr>
        <p:txBody>
          <a:bodyPr/>
          <a:lstStyle/>
          <a:p>
            <a:pPr eaLnBrk="1" hangingPunct="1">
              <a:buFont typeface="Wingdings" panose="05000000000000000000" pitchFamily="2" charset="2"/>
              <a:buNone/>
            </a:pPr>
            <a:r>
              <a:rPr lang="en-US" altLang="en-US" sz="2000" dirty="0" err="1"/>
              <a:t>Luego</a:t>
            </a:r>
            <a:r>
              <a:rPr lang="en-US" altLang="en-US" sz="2000" dirty="0"/>
              <a:t>, un </a:t>
            </a:r>
            <a:r>
              <a:rPr lang="en-US" altLang="en-US" sz="2000" dirty="0" err="1"/>
              <a:t>sistema</a:t>
            </a:r>
            <a:r>
              <a:rPr lang="en-US" altLang="en-US" sz="2000" dirty="0"/>
              <a:t> </a:t>
            </a:r>
            <a:r>
              <a:rPr lang="en-US" altLang="en-US" sz="2000" dirty="0" err="1"/>
              <a:t>multiagente</a:t>
            </a:r>
            <a:r>
              <a:rPr lang="en-US" altLang="en-US" sz="2000" dirty="0"/>
              <a:t> </a:t>
            </a:r>
            <a:r>
              <a:rPr lang="en-US" altLang="en-US" sz="2000" dirty="0" err="1"/>
              <a:t>contiene</a:t>
            </a:r>
            <a:r>
              <a:rPr lang="en-US" altLang="en-US" sz="2000" dirty="0"/>
              <a:t> </a:t>
            </a:r>
            <a:r>
              <a:rPr lang="en-US" altLang="en-US" sz="2000" dirty="0" err="1"/>
              <a:t>una</a:t>
            </a:r>
            <a:r>
              <a:rPr lang="en-US" altLang="en-US" sz="2000" dirty="0"/>
              <a:t> </a:t>
            </a:r>
            <a:r>
              <a:rPr lang="en-US" altLang="en-US" sz="2000" dirty="0" err="1"/>
              <a:t>cantidad</a:t>
            </a:r>
            <a:r>
              <a:rPr lang="en-US" altLang="en-US" sz="2000" dirty="0"/>
              <a:t> de </a:t>
            </a:r>
            <a:r>
              <a:rPr lang="en-US" altLang="en-US" sz="2000" dirty="0" err="1"/>
              <a:t>agentes</a:t>
            </a:r>
            <a:r>
              <a:rPr lang="en-US" altLang="en-US" sz="2000" dirty="0"/>
              <a:t>…</a:t>
            </a:r>
          </a:p>
          <a:p>
            <a:pPr eaLnBrk="1" hangingPunct="1">
              <a:buFont typeface="Wingdings" panose="05000000000000000000" pitchFamily="2" charset="2"/>
              <a:buNone/>
            </a:pPr>
            <a:endParaRPr lang="en-US" altLang="en-US" sz="2000" dirty="0"/>
          </a:p>
          <a:p>
            <a:pPr eaLnBrk="1" hangingPunct="1">
              <a:spcAft>
                <a:spcPts val="1200"/>
              </a:spcAft>
            </a:pPr>
            <a:r>
              <a:rPr lang="en-US" altLang="en-US" sz="2000" dirty="0"/>
              <a:t>…que </a:t>
            </a:r>
            <a:r>
              <a:rPr lang="en-US" altLang="en-US" sz="2000" dirty="0" err="1"/>
              <a:t>interactúan</a:t>
            </a:r>
            <a:r>
              <a:rPr lang="en-US" altLang="en-US" sz="2000" dirty="0"/>
              <a:t> a </a:t>
            </a:r>
            <a:r>
              <a:rPr lang="en-US" altLang="en-US" sz="2000" dirty="0" err="1"/>
              <a:t>través</a:t>
            </a:r>
            <a:r>
              <a:rPr lang="en-US" altLang="en-US" sz="2000" dirty="0"/>
              <a:t> de </a:t>
            </a:r>
            <a:r>
              <a:rPr lang="en-US" altLang="en-US" sz="2000" dirty="0" err="1"/>
              <a:t>comunicación</a:t>
            </a:r>
            <a:r>
              <a:rPr lang="en-US" altLang="en-US" sz="2000" dirty="0"/>
              <a:t>…</a:t>
            </a:r>
          </a:p>
          <a:p>
            <a:pPr eaLnBrk="1" hangingPunct="1">
              <a:spcAft>
                <a:spcPts val="1200"/>
              </a:spcAft>
            </a:pPr>
            <a:r>
              <a:rPr lang="en-US" altLang="en-US" sz="2000" dirty="0"/>
              <a:t>…son </a:t>
            </a:r>
            <a:r>
              <a:rPr lang="en-US" altLang="en-US" sz="2000" dirty="0" err="1"/>
              <a:t>capaces</a:t>
            </a:r>
            <a:r>
              <a:rPr lang="en-US" altLang="en-US" sz="2000" dirty="0"/>
              <a:t> de </a:t>
            </a:r>
            <a:r>
              <a:rPr lang="en-US" altLang="en-US" sz="2000" dirty="0" err="1"/>
              <a:t>actuar</a:t>
            </a:r>
            <a:r>
              <a:rPr lang="en-US" altLang="en-US" sz="2000" dirty="0"/>
              <a:t> </a:t>
            </a:r>
            <a:r>
              <a:rPr lang="en-US" altLang="en-US" sz="2000" dirty="0" err="1"/>
              <a:t>en</a:t>
            </a:r>
            <a:r>
              <a:rPr lang="en-US" altLang="en-US" sz="2000" dirty="0"/>
              <a:t> un </a:t>
            </a:r>
            <a:r>
              <a:rPr lang="en-US" altLang="en-US" sz="2000" dirty="0" err="1"/>
              <a:t>ambiente</a:t>
            </a:r>
            <a:r>
              <a:rPr lang="en-US" altLang="en-US" sz="2000" dirty="0"/>
              <a:t>…</a:t>
            </a:r>
          </a:p>
          <a:p>
            <a:pPr eaLnBrk="1" hangingPunct="1">
              <a:spcAft>
                <a:spcPts val="1200"/>
              </a:spcAft>
            </a:pPr>
            <a:r>
              <a:rPr lang="en-US" altLang="en-US" sz="2000" dirty="0"/>
              <a:t>…</a:t>
            </a:r>
            <a:r>
              <a:rPr lang="en-US" altLang="en-US" sz="2000" dirty="0" err="1"/>
              <a:t>tienen</a:t>
            </a:r>
            <a:r>
              <a:rPr lang="en-US" altLang="en-US" sz="2000" dirty="0"/>
              <a:t> </a:t>
            </a:r>
            <a:r>
              <a:rPr lang="en-US" altLang="en-US" sz="2000" dirty="0" err="1"/>
              <a:t>diferentes</a:t>
            </a:r>
            <a:r>
              <a:rPr lang="en-US" altLang="en-US" sz="2000" dirty="0"/>
              <a:t> “</a:t>
            </a:r>
            <a:r>
              <a:rPr lang="en-US" altLang="en-US" sz="2000" dirty="0" err="1"/>
              <a:t>esferas</a:t>
            </a:r>
            <a:r>
              <a:rPr lang="en-US" altLang="en-US" sz="2000" dirty="0"/>
              <a:t> de </a:t>
            </a:r>
            <a:r>
              <a:rPr lang="en-US" altLang="en-US" sz="2000" dirty="0" err="1"/>
              <a:t>influencia</a:t>
            </a:r>
            <a:r>
              <a:rPr lang="en-US" altLang="en-US" sz="2000" dirty="0"/>
              <a:t>” (que </a:t>
            </a:r>
            <a:r>
              <a:rPr lang="en-US" altLang="en-US" sz="2000" dirty="0" err="1"/>
              <a:t>pueden</a:t>
            </a:r>
            <a:r>
              <a:rPr lang="en-US" altLang="en-US" sz="2000" dirty="0"/>
              <a:t> </a:t>
            </a:r>
            <a:r>
              <a:rPr lang="en-US" altLang="en-US" sz="2000" dirty="0" err="1"/>
              <a:t>coincidir</a:t>
            </a:r>
            <a:r>
              <a:rPr lang="en-US" altLang="en-US" sz="2000" dirty="0"/>
              <a:t>)…</a:t>
            </a:r>
          </a:p>
          <a:p>
            <a:pPr eaLnBrk="1" hangingPunct="1"/>
            <a:r>
              <a:rPr lang="en-US" altLang="en-US" sz="2000" dirty="0"/>
              <a:t>…</a:t>
            </a:r>
            <a:r>
              <a:rPr lang="en-US" altLang="en-US" sz="2000" dirty="0" err="1"/>
              <a:t>están</a:t>
            </a:r>
            <a:r>
              <a:rPr lang="en-US" altLang="en-US" sz="2000" dirty="0"/>
              <a:t> </a:t>
            </a:r>
            <a:r>
              <a:rPr lang="en-US" altLang="en-US" sz="2000" dirty="0" err="1"/>
              <a:t>unidos</a:t>
            </a:r>
            <a:r>
              <a:rPr lang="en-US" altLang="en-US" sz="2000" dirty="0"/>
              <a:t> </a:t>
            </a:r>
            <a:r>
              <a:rPr lang="en-US" altLang="en-US" sz="2000" dirty="0" err="1"/>
              <a:t>por</a:t>
            </a:r>
            <a:r>
              <a:rPr lang="en-US" altLang="en-US" sz="2000" dirty="0"/>
              <a:t> </a:t>
            </a:r>
            <a:r>
              <a:rPr lang="en-US" altLang="en-US" sz="2000" dirty="0" err="1"/>
              <a:t>otras</a:t>
            </a:r>
            <a:r>
              <a:rPr lang="en-US" altLang="en-US" sz="2000" dirty="0"/>
              <a:t> </a:t>
            </a:r>
            <a:r>
              <a:rPr lang="en-US" altLang="en-US" sz="2000" dirty="0" err="1"/>
              <a:t>relaciones</a:t>
            </a:r>
            <a:r>
              <a:rPr lang="en-US" altLang="en-US" sz="2000" dirty="0"/>
              <a:t> (</a:t>
            </a:r>
            <a:r>
              <a:rPr lang="en-US" altLang="en-US" sz="2000" dirty="0" err="1"/>
              <a:t>organizacionales</a:t>
            </a:r>
            <a:r>
              <a:rPr lang="en-US" altLang="en-US" sz="2000" dirty="0"/>
              <a:t>)</a:t>
            </a:r>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3962400"/>
            <a:ext cx="3124200" cy="2105545"/>
          </a:xfrm>
          <a:prstGeom prst="rect">
            <a:avLst/>
          </a:prstGeom>
        </p:spPr>
      </p:pic>
    </p:spTree>
    <p:extLst>
      <p:ext uri="{BB962C8B-B14F-4D97-AF65-F5344CB8AC3E}">
        <p14:creationId xmlns:p14="http://schemas.microsoft.com/office/powerpoint/2010/main" val="1814688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4A76F4C-F418-4D53-86C3-D03D428B56A2}" type="slidenum">
              <a:rPr lang="en-US" altLang="en-US" sz="1200" smtClean="0">
                <a:latin typeface="Garamond" panose="02020404030301010803" pitchFamily="18" charset="0"/>
              </a:rPr>
              <a:pPr>
                <a:spcBef>
                  <a:spcPct val="0"/>
                </a:spcBef>
                <a:buClrTx/>
                <a:buSzTx/>
                <a:buFontTx/>
                <a:buNone/>
              </a:pPr>
              <a:t>4</a:t>
            </a:fld>
            <a:endParaRPr lang="en-US" altLang="en-US" sz="1200" dirty="0">
              <a:latin typeface="Garamond" panose="02020404030301010803" pitchFamily="18" charset="0"/>
            </a:endParaRPr>
          </a:p>
        </p:txBody>
      </p:sp>
      <p:sp>
        <p:nvSpPr>
          <p:cNvPr id="5123" name="Rectangle 2"/>
          <p:cNvSpPr>
            <a:spLocks noGrp="1" noChangeArrowheads="1"/>
          </p:cNvSpPr>
          <p:nvPr>
            <p:ph type="title"/>
          </p:nvPr>
        </p:nvSpPr>
        <p:spPr/>
        <p:txBody>
          <a:bodyPr/>
          <a:lstStyle/>
          <a:p>
            <a:pPr eaLnBrk="1" hangingPunct="1"/>
            <a:r>
              <a:rPr lang="en-US" altLang="es-CL">
                <a:solidFill>
                  <a:srgbClr val="CC3300"/>
                </a:solidFill>
              </a:rPr>
              <a:t>Trabajo en conjunto</a:t>
            </a:r>
          </a:p>
        </p:txBody>
      </p:sp>
      <p:sp>
        <p:nvSpPr>
          <p:cNvPr id="5124" name="Rectangle 3"/>
          <p:cNvSpPr>
            <a:spLocks noGrp="1" noChangeArrowheads="1"/>
          </p:cNvSpPr>
          <p:nvPr>
            <p:ph type="body" idx="1"/>
          </p:nvPr>
        </p:nvSpPr>
        <p:spPr>
          <a:xfrm>
            <a:off x="838200" y="1447800"/>
            <a:ext cx="7467600" cy="4724400"/>
          </a:xfrm>
        </p:spPr>
        <p:txBody>
          <a:bodyPr/>
          <a:lstStyle/>
          <a:p>
            <a:pPr eaLnBrk="1" hangingPunct="1"/>
            <a:r>
              <a:rPr lang="en-US" altLang="es-CL" sz="2000" dirty="0"/>
              <a:t>¿</a:t>
            </a:r>
            <a:r>
              <a:rPr lang="en-US" altLang="es-CL" sz="2000" dirty="0" err="1"/>
              <a:t>Por</a:t>
            </a:r>
            <a:r>
              <a:rPr lang="en-US" altLang="es-CL" sz="2000" dirty="0"/>
              <a:t> </a:t>
            </a:r>
            <a:r>
              <a:rPr lang="en-US" altLang="es-CL" sz="2000" dirty="0" err="1"/>
              <a:t>qué</a:t>
            </a:r>
            <a:r>
              <a:rPr lang="en-US" altLang="es-CL" sz="2000" dirty="0"/>
              <a:t> y </a:t>
            </a:r>
            <a:r>
              <a:rPr lang="en-US" altLang="es-CL" sz="2000" dirty="0" err="1"/>
              <a:t>cómo</a:t>
            </a:r>
            <a:r>
              <a:rPr lang="en-US" altLang="es-CL" sz="2000" dirty="0"/>
              <a:t> </a:t>
            </a:r>
            <a:r>
              <a:rPr lang="en-US" altLang="es-CL" sz="2000" dirty="0" err="1"/>
              <a:t>trabajan</a:t>
            </a:r>
            <a:r>
              <a:rPr lang="en-US" altLang="es-CL" sz="2000" dirty="0"/>
              <a:t> </a:t>
            </a:r>
            <a:r>
              <a:rPr lang="en-US" altLang="es-CL" sz="2000" dirty="0" err="1"/>
              <a:t>los</a:t>
            </a:r>
            <a:r>
              <a:rPr lang="en-US" altLang="es-CL" sz="2000" dirty="0"/>
              <a:t> </a:t>
            </a:r>
            <a:r>
              <a:rPr lang="en-US" altLang="es-CL" sz="2000" dirty="0" err="1"/>
              <a:t>agentes</a:t>
            </a:r>
            <a:r>
              <a:rPr lang="en-US" altLang="es-CL" sz="2000" dirty="0"/>
              <a:t> </a:t>
            </a:r>
            <a:r>
              <a:rPr lang="en-US" altLang="es-CL" sz="2000" dirty="0" err="1"/>
              <a:t>en</a:t>
            </a:r>
            <a:r>
              <a:rPr lang="en-US" altLang="es-CL" sz="2000" dirty="0"/>
              <a:t> </a:t>
            </a:r>
            <a:r>
              <a:rPr lang="en-US" altLang="es-CL" sz="2000" dirty="0" err="1"/>
              <a:t>conjunto</a:t>
            </a:r>
            <a:r>
              <a:rPr lang="en-US" altLang="es-CL" sz="2000" dirty="0"/>
              <a:t>?</a:t>
            </a:r>
            <a:br>
              <a:rPr lang="en-US" altLang="es-CL" sz="2000" dirty="0"/>
            </a:br>
            <a:endParaRPr lang="en-US" altLang="es-CL" sz="2000" dirty="0"/>
          </a:p>
          <a:p>
            <a:pPr eaLnBrk="1" hangingPunct="1"/>
            <a:r>
              <a:rPr lang="en-US" altLang="es-CL" sz="2000" dirty="0" err="1"/>
              <a:t>Es</a:t>
            </a:r>
            <a:r>
              <a:rPr lang="en-US" altLang="es-CL" sz="2000" dirty="0"/>
              <a:t> </a:t>
            </a:r>
            <a:r>
              <a:rPr lang="en-US" altLang="es-CL" sz="2000" dirty="0" err="1"/>
              <a:t>importante</a:t>
            </a:r>
            <a:r>
              <a:rPr lang="en-US" altLang="es-CL" sz="2000" dirty="0"/>
              <a:t> </a:t>
            </a:r>
            <a:r>
              <a:rPr lang="en-US" altLang="es-CL" sz="2000" dirty="0" err="1"/>
              <a:t>distinguir</a:t>
            </a:r>
            <a:r>
              <a:rPr lang="en-US" altLang="es-CL" sz="2000" dirty="0"/>
              <a:t> entre:</a:t>
            </a:r>
          </a:p>
          <a:p>
            <a:pPr lvl="1" eaLnBrk="1" hangingPunct="1"/>
            <a:r>
              <a:rPr lang="en-US" altLang="es-CL" sz="2000" i="1" dirty="0" err="1">
                <a:solidFill>
                  <a:srgbClr val="003399"/>
                </a:solidFill>
              </a:rPr>
              <a:t>Agentes</a:t>
            </a:r>
            <a:r>
              <a:rPr lang="en-US" altLang="es-CL" sz="2000" i="1" dirty="0">
                <a:solidFill>
                  <a:srgbClr val="003399"/>
                </a:solidFill>
              </a:rPr>
              <a:t> </a:t>
            </a:r>
            <a:r>
              <a:rPr lang="en-US" altLang="es-CL" sz="2000" i="1" dirty="0" err="1">
                <a:solidFill>
                  <a:srgbClr val="003399"/>
                </a:solidFill>
              </a:rPr>
              <a:t>benevolentes</a:t>
            </a:r>
            <a:endParaRPr lang="en-US" altLang="es-CL" sz="2000" i="1" dirty="0">
              <a:solidFill>
                <a:srgbClr val="003399"/>
              </a:solidFill>
            </a:endParaRPr>
          </a:p>
          <a:p>
            <a:pPr lvl="1" eaLnBrk="1" hangingPunct="1"/>
            <a:r>
              <a:rPr lang="en-US" altLang="es-CL" sz="2000" i="1" dirty="0" err="1">
                <a:solidFill>
                  <a:srgbClr val="003399"/>
                </a:solidFill>
              </a:rPr>
              <a:t>Agentes</a:t>
            </a:r>
            <a:r>
              <a:rPr lang="en-US" altLang="es-CL" sz="2000" i="1" dirty="0">
                <a:solidFill>
                  <a:srgbClr val="003399"/>
                </a:solidFill>
              </a:rPr>
              <a:t> </a:t>
            </a:r>
            <a:r>
              <a:rPr lang="en-US" altLang="es-CL" sz="2000" i="1" dirty="0" err="1">
                <a:solidFill>
                  <a:srgbClr val="003399"/>
                </a:solidFill>
              </a:rPr>
              <a:t>egoístas</a:t>
            </a:r>
            <a:r>
              <a:rPr lang="en-US" altLang="es-CL" sz="2000" i="1" dirty="0">
                <a:solidFill>
                  <a:srgbClr val="003399"/>
                </a:solidFill>
              </a:rPr>
              <a:t> (auto-</a:t>
            </a:r>
            <a:r>
              <a:rPr lang="en-US" altLang="es-CL" sz="2000" i="1" dirty="0" err="1">
                <a:solidFill>
                  <a:srgbClr val="003399"/>
                </a:solidFill>
              </a:rPr>
              <a:t>interesados</a:t>
            </a:r>
            <a:r>
              <a:rPr lang="en-US" altLang="es-CL" sz="2000" i="1" dirty="0">
                <a:solidFill>
                  <a:srgbClr val="003399"/>
                </a:solidFill>
              </a:rPr>
              <a:t>)</a:t>
            </a:r>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3415703"/>
            <a:ext cx="3810000" cy="2555875"/>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975" y="3494210"/>
            <a:ext cx="3171825" cy="2398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8422773-3554-4C15-842A-5796BE28E437}" type="slidenum">
              <a:rPr lang="en-US" altLang="en-US" sz="1200" smtClean="0">
                <a:latin typeface="Garamond" panose="02020404030301010803" pitchFamily="18" charset="0"/>
              </a:rPr>
              <a:pPr>
                <a:spcBef>
                  <a:spcPct val="0"/>
                </a:spcBef>
                <a:buClrTx/>
                <a:buSzTx/>
                <a:buFontTx/>
                <a:buNone/>
              </a:pPr>
              <a:t>5</a:t>
            </a:fld>
            <a:endParaRPr lang="en-US" altLang="en-US" sz="1200" dirty="0">
              <a:latin typeface="Garamond" panose="02020404030301010803" pitchFamily="18" charset="0"/>
            </a:endParaRPr>
          </a:p>
        </p:txBody>
      </p:sp>
      <p:sp>
        <p:nvSpPr>
          <p:cNvPr id="6147" name="Rectangle 2"/>
          <p:cNvSpPr>
            <a:spLocks noGrp="1" noChangeArrowheads="1"/>
          </p:cNvSpPr>
          <p:nvPr>
            <p:ph type="title"/>
          </p:nvPr>
        </p:nvSpPr>
        <p:spPr/>
        <p:txBody>
          <a:bodyPr/>
          <a:lstStyle/>
          <a:p>
            <a:pPr eaLnBrk="1" hangingPunct="1"/>
            <a:r>
              <a:rPr lang="en-US" altLang="es-CL"/>
              <a:t>Agentes Benevolentes</a:t>
            </a:r>
          </a:p>
        </p:txBody>
      </p:sp>
      <p:sp>
        <p:nvSpPr>
          <p:cNvPr id="6148" name="Rectangle 3"/>
          <p:cNvSpPr>
            <a:spLocks noGrp="1" noChangeArrowheads="1"/>
          </p:cNvSpPr>
          <p:nvPr>
            <p:ph type="body" idx="1"/>
          </p:nvPr>
        </p:nvSpPr>
        <p:spPr>
          <a:xfrm>
            <a:off x="457200" y="1143000"/>
            <a:ext cx="8229600" cy="4987925"/>
          </a:xfrm>
        </p:spPr>
        <p:txBody>
          <a:bodyPr/>
          <a:lstStyle/>
          <a:p>
            <a:pPr eaLnBrk="1" hangingPunct="1">
              <a:lnSpc>
                <a:spcPct val="90000"/>
              </a:lnSpc>
              <a:spcAft>
                <a:spcPts val="1200"/>
              </a:spcAft>
            </a:pPr>
            <a:r>
              <a:rPr lang="en-US" altLang="es-CL" sz="2000" dirty="0"/>
              <a:t>Si el </a:t>
            </a:r>
            <a:r>
              <a:rPr lang="en-US" altLang="es-CL" sz="2000" dirty="0" err="1"/>
              <a:t>sistema</a:t>
            </a:r>
            <a:r>
              <a:rPr lang="en-US" altLang="es-CL" sz="2000" dirty="0"/>
              <a:t> </a:t>
            </a:r>
            <a:r>
              <a:rPr lang="en-US" altLang="es-CL" sz="2000" dirty="0" err="1"/>
              <a:t>completo</a:t>
            </a:r>
            <a:r>
              <a:rPr lang="en-US" altLang="es-CL" sz="2000" dirty="0"/>
              <a:t> </a:t>
            </a:r>
            <a:r>
              <a:rPr lang="en-US" altLang="es-CL" sz="2000" dirty="0" err="1"/>
              <a:t>nos</a:t>
            </a:r>
            <a:r>
              <a:rPr lang="en-US" altLang="es-CL" sz="2000" dirty="0"/>
              <a:t> “</a:t>
            </a:r>
            <a:r>
              <a:rPr lang="en-US" altLang="es-CL" sz="2000" dirty="0" err="1"/>
              <a:t>pertenece</a:t>
            </a:r>
            <a:r>
              <a:rPr lang="en-US" altLang="es-CL" sz="2000" dirty="0"/>
              <a:t>”, </a:t>
            </a:r>
            <a:r>
              <a:rPr lang="en-US" altLang="es-CL" sz="2000" dirty="0" err="1"/>
              <a:t>podemos</a:t>
            </a:r>
            <a:r>
              <a:rPr lang="en-US" altLang="es-CL" sz="2000" dirty="0"/>
              <a:t> </a:t>
            </a:r>
            <a:r>
              <a:rPr lang="en-US" altLang="es-CL" sz="2000" dirty="0" err="1"/>
              <a:t>diseñar</a:t>
            </a:r>
            <a:r>
              <a:rPr lang="en-US" altLang="es-CL" sz="2000" dirty="0"/>
              <a:t> </a:t>
            </a:r>
            <a:r>
              <a:rPr lang="en-US" altLang="es-CL" sz="2000" dirty="0" err="1"/>
              <a:t>los</a:t>
            </a:r>
            <a:r>
              <a:rPr lang="en-US" altLang="es-CL" sz="2000" dirty="0"/>
              <a:t> </a:t>
            </a:r>
            <a:r>
              <a:rPr lang="en-US" altLang="es-CL" sz="2000" dirty="0" err="1"/>
              <a:t>agentes</a:t>
            </a:r>
            <a:r>
              <a:rPr lang="en-US" altLang="es-CL" sz="2000" dirty="0"/>
              <a:t> para que se </a:t>
            </a:r>
            <a:r>
              <a:rPr lang="en-US" altLang="es-CL" sz="2000" dirty="0" err="1"/>
              <a:t>ayuden</a:t>
            </a:r>
            <a:r>
              <a:rPr lang="en-US" altLang="es-CL" sz="2000" dirty="0"/>
              <a:t> </a:t>
            </a:r>
            <a:r>
              <a:rPr lang="en-US" altLang="es-CL" sz="2000" dirty="0" err="1"/>
              <a:t>mutuamente</a:t>
            </a:r>
            <a:r>
              <a:rPr lang="en-US" altLang="es-CL" sz="2000" dirty="0"/>
              <a:t> </a:t>
            </a:r>
            <a:r>
              <a:rPr lang="en-US" altLang="es-CL" sz="2000" dirty="0" err="1"/>
              <a:t>cuando</a:t>
            </a:r>
            <a:r>
              <a:rPr lang="en-US" altLang="es-CL" sz="2000" dirty="0"/>
              <a:t> se </a:t>
            </a:r>
            <a:r>
              <a:rPr lang="en-US" altLang="es-CL" sz="2000" dirty="0" err="1"/>
              <a:t>requiera</a:t>
            </a:r>
            <a:endParaRPr lang="en-US" altLang="es-CL" sz="2000" dirty="0"/>
          </a:p>
          <a:p>
            <a:pPr eaLnBrk="1" hangingPunct="1">
              <a:lnSpc>
                <a:spcPct val="90000"/>
              </a:lnSpc>
              <a:spcAft>
                <a:spcPts val="1200"/>
              </a:spcAft>
            </a:pPr>
            <a:r>
              <a:rPr lang="en-US" altLang="es-CL" sz="2000" dirty="0" err="1"/>
              <a:t>En</a:t>
            </a:r>
            <a:r>
              <a:rPr lang="en-US" altLang="es-CL" sz="2000" dirty="0"/>
              <a:t> </a:t>
            </a:r>
            <a:r>
              <a:rPr lang="en-US" altLang="es-CL" sz="2000" dirty="0" err="1"/>
              <a:t>este</a:t>
            </a:r>
            <a:r>
              <a:rPr lang="en-US" altLang="es-CL" sz="2000" dirty="0"/>
              <a:t> </a:t>
            </a:r>
            <a:r>
              <a:rPr lang="en-US" altLang="es-CL" sz="2000" dirty="0" err="1"/>
              <a:t>caso</a:t>
            </a:r>
            <a:r>
              <a:rPr lang="en-US" altLang="es-CL" sz="2000" dirty="0"/>
              <a:t>, </a:t>
            </a:r>
            <a:r>
              <a:rPr lang="en-US" altLang="es-CL" sz="2000" dirty="0" err="1"/>
              <a:t>podemos</a:t>
            </a:r>
            <a:r>
              <a:rPr lang="en-US" altLang="es-CL" sz="2000" dirty="0"/>
              <a:t> </a:t>
            </a:r>
            <a:r>
              <a:rPr lang="en-US" altLang="es-CL" sz="2000" dirty="0" err="1"/>
              <a:t>asumir</a:t>
            </a:r>
            <a:r>
              <a:rPr lang="en-US" altLang="es-CL" sz="2000" dirty="0"/>
              <a:t> que </a:t>
            </a:r>
            <a:r>
              <a:rPr lang="en-US" altLang="es-CL" sz="2000" dirty="0" err="1"/>
              <a:t>los</a:t>
            </a:r>
            <a:r>
              <a:rPr lang="en-US" altLang="es-CL" sz="2000" dirty="0"/>
              <a:t> </a:t>
            </a:r>
            <a:r>
              <a:rPr lang="en-US" altLang="es-CL" sz="2000" dirty="0" err="1"/>
              <a:t>agentes</a:t>
            </a:r>
            <a:r>
              <a:rPr lang="en-US" altLang="es-CL" sz="2000" dirty="0"/>
              <a:t> son </a:t>
            </a:r>
            <a:r>
              <a:rPr lang="en-US" altLang="es-CL" sz="2000" i="1" dirty="0" err="1">
                <a:solidFill>
                  <a:srgbClr val="003399"/>
                </a:solidFill>
              </a:rPr>
              <a:t>benevolentes</a:t>
            </a:r>
            <a:r>
              <a:rPr lang="en-US" altLang="es-CL" sz="2000" dirty="0"/>
              <a:t>: </a:t>
            </a:r>
            <a:r>
              <a:rPr lang="en-US" altLang="es-CL" sz="2000" dirty="0" err="1"/>
              <a:t>nuestro</a:t>
            </a:r>
            <a:r>
              <a:rPr lang="en-US" altLang="es-CL" sz="2000" dirty="0"/>
              <a:t> </a:t>
            </a:r>
            <a:r>
              <a:rPr lang="en-US" altLang="es-CL" sz="2000" dirty="0" err="1"/>
              <a:t>interés</a:t>
            </a:r>
            <a:r>
              <a:rPr lang="en-US" altLang="es-CL" sz="2000" dirty="0"/>
              <a:t> </a:t>
            </a:r>
            <a:r>
              <a:rPr lang="en-US" altLang="es-CL" sz="2000" dirty="0" err="1"/>
              <a:t>es</a:t>
            </a:r>
            <a:r>
              <a:rPr lang="en-US" altLang="es-CL" sz="2000" dirty="0"/>
              <a:t> </a:t>
            </a:r>
            <a:r>
              <a:rPr lang="en-US" altLang="es-CL" sz="2000" dirty="0" err="1"/>
              <a:t>también</a:t>
            </a:r>
            <a:r>
              <a:rPr lang="en-US" altLang="es-CL" sz="2000" dirty="0"/>
              <a:t> </a:t>
            </a:r>
            <a:r>
              <a:rPr lang="en-US" altLang="es-CL" sz="2000" dirty="0" err="1"/>
              <a:t>su</a:t>
            </a:r>
            <a:r>
              <a:rPr lang="en-US" altLang="es-CL" sz="2000" dirty="0"/>
              <a:t> </a:t>
            </a:r>
            <a:r>
              <a:rPr lang="en-US" altLang="es-CL" sz="2000" dirty="0" err="1"/>
              <a:t>interés</a:t>
            </a:r>
            <a:endParaRPr lang="en-US" altLang="es-CL" sz="2000" dirty="0"/>
          </a:p>
          <a:p>
            <a:pPr eaLnBrk="1" hangingPunct="1">
              <a:lnSpc>
                <a:spcPct val="90000"/>
              </a:lnSpc>
              <a:spcAft>
                <a:spcPts val="1200"/>
              </a:spcAft>
            </a:pPr>
            <a:r>
              <a:rPr lang="en-US" altLang="es-CL" sz="2000" dirty="0"/>
              <a:t>La </a:t>
            </a:r>
            <a:r>
              <a:rPr lang="en-US" altLang="es-CL" sz="2000" dirty="0" err="1"/>
              <a:t>resolución</a:t>
            </a:r>
            <a:r>
              <a:rPr lang="en-US" altLang="es-CL" sz="2000" dirty="0"/>
              <a:t> de </a:t>
            </a:r>
            <a:r>
              <a:rPr lang="en-US" altLang="es-CL" sz="2000" dirty="0" err="1"/>
              <a:t>problemas</a:t>
            </a:r>
            <a:r>
              <a:rPr lang="en-US" altLang="es-CL" sz="2000" dirty="0"/>
              <a:t> </a:t>
            </a:r>
            <a:r>
              <a:rPr lang="en-US" altLang="es-CL" sz="2000" dirty="0" err="1"/>
              <a:t>en</a:t>
            </a:r>
            <a:r>
              <a:rPr lang="en-US" altLang="es-CL" sz="2000" dirty="0"/>
              <a:t> </a:t>
            </a:r>
            <a:r>
              <a:rPr lang="en-US" altLang="es-CL" sz="2000" dirty="0" err="1"/>
              <a:t>sistemas</a:t>
            </a:r>
            <a:r>
              <a:rPr lang="en-US" altLang="es-CL" sz="2000" dirty="0"/>
              <a:t> </a:t>
            </a:r>
            <a:r>
              <a:rPr lang="en-US" altLang="es-CL" sz="2000" dirty="0" err="1"/>
              <a:t>benevolentes</a:t>
            </a:r>
            <a:r>
              <a:rPr lang="en-US" altLang="es-CL" sz="2000" dirty="0"/>
              <a:t> </a:t>
            </a:r>
            <a:r>
              <a:rPr lang="en-US" altLang="es-CL" sz="2000" dirty="0" err="1"/>
              <a:t>es</a:t>
            </a:r>
            <a:r>
              <a:rPr lang="en-US" altLang="es-CL" sz="2000" dirty="0"/>
              <a:t> </a:t>
            </a:r>
            <a:r>
              <a:rPr lang="en-US" altLang="es-CL" sz="2000" i="1" dirty="0">
                <a:solidFill>
                  <a:srgbClr val="003399"/>
                </a:solidFill>
              </a:rPr>
              <a:t>cooperative distributed problem solving</a:t>
            </a:r>
            <a:r>
              <a:rPr lang="en-US" altLang="es-CL" sz="2000" i="1" dirty="0"/>
              <a:t> </a:t>
            </a:r>
            <a:r>
              <a:rPr lang="en-US" altLang="es-CL" sz="2000" dirty="0"/>
              <a:t>(CDPS)</a:t>
            </a:r>
          </a:p>
          <a:p>
            <a:pPr eaLnBrk="1" hangingPunct="1">
              <a:lnSpc>
                <a:spcPct val="90000"/>
              </a:lnSpc>
              <a:spcAft>
                <a:spcPts val="1200"/>
              </a:spcAft>
            </a:pPr>
            <a:r>
              <a:rPr lang="en-US" altLang="es-CL" sz="2000" i="1" dirty="0">
                <a:solidFill>
                  <a:srgbClr val="003399"/>
                </a:solidFill>
              </a:rPr>
              <a:t>¡La </a:t>
            </a:r>
            <a:r>
              <a:rPr lang="en-US" altLang="es-CL" sz="2000" i="1" dirty="0" err="1">
                <a:solidFill>
                  <a:srgbClr val="003399"/>
                </a:solidFill>
              </a:rPr>
              <a:t>benevolencia</a:t>
            </a:r>
            <a:r>
              <a:rPr lang="en-US" altLang="es-CL" sz="2000" i="1" dirty="0">
                <a:solidFill>
                  <a:srgbClr val="003399"/>
                </a:solidFill>
              </a:rPr>
              <a:t> </a:t>
            </a:r>
            <a:r>
              <a:rPr lang="en-US" altLang="es-CL" sz="2000" i="1" dirty="0" err="1">
                <a:solidFill>
                  <a:srgbClr val="003399"/>
                </a:solidFill>
              </a:rPr>
              <a:t>simplifica</a:t>
            </a:r>
            <a:r>
              <a:rPr lang="en-US" altLang="es-CL" sz="2000" i="1" dirty="0">
                <a:solidFill>
                  <a:srgbClr val="003399"/>
                </a:solidFill>
              </a:rPr>
              <a:t> </a:t>
            </a:r>
            <a:r>
              <a:rPr lang="en-US" altLang="es-CL" sz="2000" i="1" dirty="0" err="1">
                <a:solidFill>
                  <a:srgbClr val="003399"/>
                </a:solidFill>
              </a:rPr>
              <a:t>enormemente</a:t>
            </a:r>
            <a:r>
              <a:rPr lang="en-US" altLang="es-CL" sz="2000" i="1" dirty="0">
                <a:solidFill>
                  <a:srgbClr val="003399"/>
                </a:solidFill>
              </a:rPr>
              <a:t> el </a:t>
            </a:r>
            <a:r>
              <a:rPr lang="en-US" altLang="es-CL" sz="2000" i="1" dirty="0" err="1">
                <a:solidFill>
                  <a:srgbClr val="003399"/>
                </a:solidFill>
              </a:rPr>
              <a:t>diseño</a:t>
            </a:r>
            <a:r>
              <a:rPr lang="en-US" altLang="es-CL" sz="2000" i="1" dirty="0">
                <a:solidFill>
                  <a:srgbClr val="003399"/>
                </a:solidFill>
              </a:rPr>
              <a:t> del </a:t>
            </a:r>
            <a:r>
              <a:rPr lang="en-US" altLang="es-CL" sz="2000" i="1" dirty="0" err="1">
                <a:solidFill>
                  <a:srgbClr val="003399"/>
                </a:solidFill>
              </a:rPr>
              <a:t>sistema</a:t>
            </a:r>
            <a:r>
              <a:rPr lang="en-US" altLang="es-CL" sz="2000" i="1" dirty="0">
                <a:solidFill>
                  <a:srgbClr val="003399"/>
                </a:solidFill>
              </a:rPr>
              <a:t>!</a:t>
            </a:r>
          </a:p>
        </p:txBody>
      </p:sp>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3886200"/>
            <a:ext cx="3066932" cy="2057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DDF700-297B-4E29-879C-39957A11732A}" type="slidenum">
              <a:rPr lang="en-US" altLang="en-US" sz="1200" smtClean="0">
                <a:latin typeface="Garamond" panose="02020404030301010803" pitchFamily="18" charset="0"/>
              </a:rPr>
              <a:pPr>
                <a:spcBef>
                  <a:spcPct val="0"/>
                </a:spcBef>
                <a:buClrTx/>
                <a:buSzTx/>
                <a:buFontTx/>
                <a:buNone/>
              </a:pPr>
              <a:t>6</a:t>
            </a:fld>
            <a:endParaRPr lang="en-US" altLang="en-US" sz="1200" dirty="0">
              <a:latin typeface="Garamond" panose="02020404030301010803" pitchFamily="18" charset="0"/>
            </a:endParaRPr>
          </a:p>
        </p:txBody>
      </p:sp>
      <p:sp>
        <p:nvSpPr>
          <p:cNvPr id="7171" name="Rectangle 2"/>
          <p:cNvSpPr>
            <a:spLocks noGrp="1" noChangeArrowheads="1"/>
          </p:cNvSpPr>
          <p:nvPr>
            <p:ph type="title"/>
          </p:nvPr>
        </p:nvSpPr>
        <p:spPr/>
        <p:txBody>
          <a:bodyPr/>
          <a:lstStyle/>
          <a:p>
            <a:pPr eaLnBrk="1" hangingPunct="1"/>
            <a:r>
              <a:rPr lang="en-US" altLang="es-CL"/>
              <a:t>Agentes egoístas</a:t>
            </a:r>
          </a:p>
        </p:txBody>
      </p:sp>
      <p:sp>
        <p:nvSpPr>
          <p:cNvPr id="7172" name="Rectangle 3"/>
          <p:cNvSpPr>
            <a:spLocks noGrp="1" noChangeArrowheads="1"/>
          </p:cNvSpPr>
          <p:nvPr>
            <p:ph type="body" idx="1"/>
          </p:nvPr>
        </p:nvSpPr>
        <p:spPr>
          <a:xfrm>
            <a:off x="457200" y="1447800"/>
            <a:ext cx="8305800" cy="4683125"/>
          </a:xfrm>
        </p:spPr>
        <p:txBody>
          <a:bodyPr/>
          <a:lstStyle/>
          <a:p>
            <a:pPr eaLnBrk="1" hangingPunct="1">
              <a:spcAft>
                <a:spcPts val="1200"/>
              </a:spcAft>
            </a:pPr>
            <a:r>
              <a:rPr lang="en-US" altLang="es-CL" sz="2000" dirty="0"/>
              <a:t>Si </a:t>
            </a:r>
            <a:r>
              <a:rPr lang="en-US" altLang="es-CL" sz="2000" dirty="0" err="1"/>
              <a:t>los</a:t>
            </a:r>
            <a:r>
              <a:rPr lang="en-US" altLang="es-CL" sz="2000" dirty="0"/>
              <a:t> </a:t>
            </a:r>
            <a:r>
              <a:rPr lang="en-US" altLang="es-CL" sz="2000" dirty="0" err="1"/>
              <a:t>agentes</a:t>
            </a:r>
            <a:r>
              <a:rPr lang="en-US" altLang="es-CL" sz="2000" dirty="0"/>
              <a:t> </a:t>
            </a:r>
            <a:r>
              <a:rPr lang="en-US" altLang="es-CL" sz="2000" dirty="0" err="1"/>
              <a:t>representan</a:t>
            </a:r>
            <a:r>
              <a:rPr lang="en-US" altLang="es-CL" sz="2000" dirty="0"/>
              <a:t> </a:t>
            </a:r>
            <a:r>
              <a:rPr lang="en-US" altLang="es-CL" sz="2000" dirty="0" err="1"/>
              <a:t>individuos</a:t>
            </a:r>
            <a:r>
              <a:rPr lang="en-US" altLang="es-CL" sz="2000" dirty="0"/>
              <a:t> u </a:t>
            </a:r>
            <a:r>
              <a:rPr lang="en-US" altLang="es-CL" sz="2000" dirty="0" err="1"/>
              <a:t>organizaciones</a:t>
            </a:r>
            <a:r>
              <a:rPr lang="en-US" altLang="es-CL" sz="2000" dirty="0"/>
              <a:t>, (el </a:t>
            </a:r>
            <a:r>
              <a:rPr lang="en-US" altLang="es-CL" sz="2000" dirty="0" err="1"/>
              <a:t>caso</a:t>
            </a:r>
            <a:r>
              <a:rPr lang="en-US" altLang="es-CL" sz="2000" dirty="0"/>
              <a:t> </a:t>
            </a:r>
            <a:r>
              <a:rPr lang="en-US" altLang="es-CL" sz="2000" dirty="0" err="1"/>
              <a:t>más</a:t>
            </a:r>
            <a:r>
              <a:rPr lang="en-US" altLang="es-CL" sz="2000" dirty="0"/>
              <a:t> general), </a:t>
            </a:r>
            <a:r>
              <a:rPr lang="en-US" altLang="es-CL" sz="2000" dirty="0" err="1"/>
              <a:t>entonces</a:t>
            </a:r>
            <a:r>
              <a:rPr lang="en-US" altLang="es-CL" sz="2000" dirty="0"/>
              <a:t> no </a:t>
            </a:r>
            <a:r>
              <a:rPr lang="en-US" altLang="es-CL" sz="2000" dirty="0" err="1"/>
              <a:t>podemos</a:t>
            </a:r>
            <a:r>
              <a:rPr lang="en-US" altLang="es-CL" sz="2000" dirty="0"/>
              <a:t> </a:t>
            </a:r>
            <a:r>
              <a:rPr lang="en-US" altLang="es-CL" sz="2000" dirty="0" err="1"/>
              <a:t>asumir</a:t>
            </a:r>
            <a:r>
              <a:rPr lang="en-US" altLang="es-CL" sz="2000" dirty="0"/>
              <a:t> </a:t>
            </a:r>
            <a:r>
              <a:rPr lang="en-US" altLang="es-CL" sz="2000" dirty="0" err="1"/>
              <a:t>benevolencia</a:t>
            </a:r>
            <a:endParaRPr lang="en-US" altLang="es-CL" sz="2000" dirty="0"/>
          </a:p>
          <a:p>
            <a:pPr eaLnBrk="1" hangingPunct="1">
              <a:spcAft>
                <a:spcPts val="1200"/>
              </a:spcAft>
            </a:pPr>
            <a:r>
              <a:rPr lang="en-US" altLang="es-CL" sz="2000" dirty="0"/>
              <a:t>Se </a:t>
            </a:r>
            <a:r>
              <a:rPr lang="en-US" altLang="es-CL" sz="2000" dirty="0" err="1"/>
              <a:t>asumirá</a:t>
            </a:r>
            <a:r>
              <a:rPr lang="en-US" altLang="es-CL" sz="2000" dirty="0"/>
              <a:t> que </a:t>
            </a:r>
            <a:r>
              <a:rPr lang="en-US" altLang="es-CL" sz="2000" dirty="0" err="1"/>
              <a:t>los</a:t>
            </a:r>
            <a:r>
              <a:rPr lang="en-US" altLang="es-CL" sz="2000" dirty="0"/>
              <a:t> </a:t>
            </a:r>
            <a:r>
              <a:rPr lang="en-US" altLang="es-CL" sz="2000" dirty="0" err="1"/>
              <a:t>agentes</a:t>
            </a:r>
            <a:r>
              <a:rPr lang="en-US" altLang="es-CL" sz="2000" dirty="0"/>
              <a:t> </a:t>
            </a:r>
            <a:r>
              <a:rPr lang="en-US" altLang="es-CL" sz="2000" dirty="0" err="1"/>
              <a:t>actúan</a:t>
            </a:r>
            <a:r>
              <a:rPr lang="en-US" altLang="es-CL" sz="2000" dirty="0"/>
              <a:t> para </a:t>
            </a:r>
            <a:r>
              <a:rPr lang="en-US" altLang="es-CL" sz="2000" dirty="0" err="1"/>
              <a:t>alcanzar</a:t>
            </a:r>
            <a:r>
              <a:rPr lang="en-US" altLang="es-CL" sz="2000" dirty="0"/>
              <a:t> </a:t>
            </a:r>
            <a:r>
              <a:rPr lang="en-US" altLang="es-CL" sz="2000" dirty="0" err="1"/>
              <a:t>sus</a:t>
            </a:r>
            <a:r>
              <a:rPr lang="en-US" altLang="es-CL" sz="2000" dirty="0"/>
              <a:t> </a:t>
            </a:r>
            <a:r>
              <a:rPr lang="en-US" altLang="es-CL" sz="2000" dirty="0" err="1"/>
              <a:t>propios</a:t>
            </a:r>
            <a:r>
              <a:rPr lang="en-US" altLang="es-CL" sz="2000" dirty="0"/>
              <a:t> </a:t>
            </a:r>
            <a:r>
              <a:rPr lang="en-US" altLang="es-CL" sz="2000" dirty="0" err="1"/>
              <a:t>intereses</a:t>
            </a:r>
            <a:r>
              <a:rPr lang="en-US" altLang="es-CL" sz="2000" dirty="0"/>
              <a:t>, </a:t>
            </a:r>
            <a:r>
              <a:rPr lang="en-US" altLang="es-CL" sz="2000" dirty="0" err="1"/>
              <a:t>posiblemente</a:t>
            </a:r>
            <a:r>
              <a:rPr lang="en-US" altLang="es-CL" sz="2000" dirty="0"/>
              <a:t> a costa de </a:t>
            </a:r>
            <a:r>
              <a:rPr lang="en-US" altLang="es-CL" sz="2000" dirty="0" err="1"/>
              <a:t>los</a:t>
            </a:r>
            <a:r>
              <a:rPr lang="en-US" altLang="es-CL" sz="2000" dirty="0"/>
              <a:t> </a:t>
            </a:r>
            <a:r>
              <a:rPr lang="en-US" altLang="es-CL" sz="2000" dirty="0" err="1"/>
              <a:t>demás</a:t>
            </a:r>
            <a:r>
              <a:rPr lang="en-US" altLang="es-CL" sz="2000" dirty="0"/>
              <a:t> </a:t>
            </a:r>
          </a:p>
          <a:p>
            <a:pPr eaLnBrk="1" hangingPunct="1">
              <a:spcAft>
                <a:spcPts val="1200"/>
              </a:spcAft>
            </a:pPr>
            <a:r>
              <a:rPr lang="en-US" altLang="es-CL" sz="2000" dirty="0" err="1"/>
              <a:t>Existe</a:t>
            </a:r>
            <a:r>
              <a:rPr lang="en-US" altLang="es-CL" sz="2000" dirty="0"/>
              <a:t> </a:t>
            </a:r>
            <a:r>
              <a:rPr lang="en-US" altLang="es-CL" sz="2000" dirty="0" err="1"/>
              <a:t>potencial</a:t>
            </a:r>
            <a:r>
              <a:rPr lang="en-US" altLang="es-CL" sz="2000" dirty="0"/>
              <a:t> de </a:t>
            </a:r>
            <a:r>
              <a:rPr lang="en-US" altLang="es-CL" sz="2000" i="1" dirty="0" err="1">
                <a:solidFill>
                  <a:srgbClr val="003399"/>
                </a:solidFill>
              </a:rPr>
              <a:t>conflicto</a:t>
            </a:r>
            <a:endParaRPr lang="en-US" altLang="es-CL" sz="2000" dirty="0">
              <a:solidFill>
                <a:srgbClr val="003399"/>
              </a:solidFill>
            </a:endParaRPr>
          </a:p>
          <a:p>
            <a:pPr eaLnBrk="1" hangingPunct="1">
              <a:spcAft>
                <a:spcPts val="1200"/>
              </a:spcAft>
            </a:pPr>
            <a:r>
              <a:rPr lang="en-US" altLang="es-CL" sz="2000" dirty="0" err="1"/>
              <a:t>Puede</a:t>
            </a:r>
            <a:r>
              <a:rPr lang="en-US" altLang="es-CL" sz="2000" dirty="0"/>
              <a:t> </a:t>
            </a:r>
            <a:r>
              <a:rPr lang="en-US" altLang="es-CL" sz="2000" dirty="0" err="1"/>
              <a:t>complicar</a:t>
            </a:r>
            <a:r>
              <a:rPr lang="en-US" altLang="es-CL" sz="2000" dirty="0"/>
              <a:t> </a:t>
            </a:r>
            <a:r>
              <a:rPr lang="en-US" altLang="es-CL" sz="2000" dirty="0" err="1"/>
              <a:t>enormemente</a:t>
            </a:r>
            <a:r>
              <a:rPr lang="en-US" altLang="es-CL" sz="2000" dirty="0"/>
              <a:t> el </a:t>
            </a:r>
            <a:r>
              <a:rPr lang="en-US" altLang="es-CL" sz="2000" dirty="0" err="1"/>
              <a:t>diseño</a:t>
            </a:r>
            <a:endParaRPr lang="en-US" altLang="es-CL" sz="2000" dirty="0"/>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3581400"/>
            <a:ext cx="3171825" cy="2398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3648565-3C12-417B-8B15-F9C9DC0DAA93}" type="slidenum">
              <a:rPr lang="en-US" altLang="en-US" sz="1200" smtClean="0">
                <a:latin typeface="Garamond" panose="02020404030301010803" pitchFamily="18" charset="0"/>
              </a:rPr>
              <a:pPr>
                <a:spcBef>
                  <a:spcPct val="0"/>
                </a:spcBef>
                <a:buClrTx/>
                <a:buSzTx/>
                <a:buFontTx/>
                <a:buNone/>
              </a:pPr>
              <a:t>7</a:t>
            </a:fld>
            <a:endParaRPr lang="en-US" altLang="en-US" sz="1200" dirty="0">
              <a:latin typeface="Garamond" panose="02020404030301010803" pitchFamily="18" charset="0"/>
            </a:endParaRPr>
          </a:p>
        </p:txBody>
      </p:sp>
      <p:sp>
        <p:nvSpPr>
          <p:cNvPr id="8195" name="Rectangle 2"/>
          <p:cNvSpPr>
            <a:spLocks noGrp="1" noChangeArrowheads="1"/>
          </p:cNvSpPr>
          <p:nvPr>
            <p:ph type="title"/>
          </p:nvPr>
        </p:nvSpPr>
        <p:spPr/>
        <p:txBody>
          <a:bodyPr/>
          <a:lstStyle/>
          <a:p>
            <a:pPr eaLnBrk="1" hangingPunct="1"/>
            <a:r>
              <a:rPr lang="en-US" altLang="es-CL"/>
              <a:t>Compartir las Tareas y los Resultados</a:t>
            </a:r>
          </a:p>
        </p:txBody>
      </p:sp>
      <p:sp>
        <p:nvSpPr>
          <p:cNvPr id="8196" name="Rectangle 3"/>
          <p:cNvSpPr>
            <a:spLocks noGrp="1" noChangeArrowheads="1"/>
          </p:cNvSpPr>
          <p:nvPr>
            <p:ph type="body" idx="1"/>
          </p:nvPr>
        </p:nvSpPr>
        <p:spPr/>
        <p:txBody>
          <a:bodyPr/>
          <a:lstStyle/>
          <a:p>
            <a:pPr eaLnBrk="1" hangingPunct="1"/>
            <a:r>
              <a:rPr lang="en-US" altLang="es-CL" sz="2000" dirty="0"/>
              <a:t>Dos </a:t>
            </a:r>
            <a:r>
              <a:rPr lang="en-US" altLang="es-CL" sz="2000" dirty="0" err="1"/>
              <a:t>modos</a:t>
            </a:r>
            <a:r>
              <a:rPr lang="en-US" altLang="es-CL" sz="2000" dirty="0"/>
              <a:t> </a:t>
            </a:r>
            <a:r>
              <a:rPr lang="en-US" altLang="es-CL" sz="2000" dirty="0" err="1"/>
              <a:t>principales</a:t>
            </a:r>
            <a:r>
              <a:rPr lang="en-US" altLang="es-CL" sz="2000" dirty="0"/>
              <a:t> de Cooperative Distributed Problem Solving (CDPS):</a:t>
            </a:r>
            <a:br>
              <a:rPr lang="en-US" altLang="es-CL" sz="2000" dirty="0"/>
            </a:br>
            <a:endParaRPr lang="en-US" altLang="es-CL" sz="2000" dirty="0"/>
          </a:p>
          <a:p>
            <a:pPr lvl="1" eaLnBrk="1" hangingPunct="1"/>
            <a:r>
              <a:rPr lang="en-US" altLang="es-CL" sz="2000" i="1" dirty="0" err="1">
                <a:solidFill>
                  <a:srgbClr val="003399"/>
                </a:solidFill>
              </a:rPr>
              <a:t>Compartir</a:t>
            </a:r>
            <a:r>
              <a:rPr lang="en-US" altLang="es-CL" sz="2000" i="1" dirty="0">
                <a:solidFill>
                  <a:srgbClr val="003399"/>
                </a:solidFill>
              </a:rPr>
              <a:t> </a:t>
            </a:r>
            <a:r>
              <a:rPr lang="en-US" altLang="es-CL" sz="2000" i="1" dirty="0" err="1">
                <a:solidFill>
                  <a:srgbClr val="003399"/>
                </a:solidFill>
              </a:rPr>
              <a:t>tareas</a:t>
            </a:r>
            <a:r>
              <a:rPr lang="en-US" altLang="es-CL" sz="2000" dirty="0"/>
              <a:t>:</a:t>
            </a:r>
            <a:br>
              <a:rPr lang="en-US" altLang="es-CL" sz="2000" dirty="0"/>
            </a:br>
            <a:r>
              <a:rPr lang="en-US" altLang="es-CL" sz="2000" dirty="0" err="1"/>
              <a:t>los</a:t>
            </a:r>
            <a:r>
              <a:rPr lang="en-US" altLang="es-CL" sz="2000" dirty="0"/>
              <a:t> </a:t>
            </a:r>
            <a:r>
              <a:rPr lang="en-US" altLang="es-CL" sz="2000" dirty="0" err="1"/>
              <a:t>componentes</a:t>
            </a:r>
            <a:r>
              <a:rPr lang="en-US" altLang="es-CL" sz="2000" dirty="0"/>
              <a:t> de </a:t>
            </a:r>
            <a:r>
              <a:rPr lang="en-US" altLang="es-CL" sz="2000" dirty="0" err="1"/>
              <a:t>una</a:t>
            </a:r>
            <a:r>
              <a:rPr lang="en-US" altLang="es-CL" sz="2000" dirty="0"/>
              <a:t> </a:t>
            </a:r>
            <a:r>
              <a:rPr lang="en-US" altLang="es-CL" sz="2000" dirty="0" err="1"/>
              <a:t>tarea</a:t>
            </a:r>
            <a:r>
              <a:rPr lang="en-US" altLang="es-CL" sz="2000" dirty="0"/>
              <a:t> son </a:t>
            </a:r>
            <a:r>
              <a:rPr lang="en-US" altLang="es-CL" sz="2000" dirty="0" err="1"/>
              <a:t>distribuidos</a:t>
            </a:r>
            <a:r>
              <a:rPr lang="en-US" altLang="es-CL" sz="2000" dirty="0"/>
              <a:t> a </a:t>
            </a:r>
            <a:r>
              <a:rPr lang="en-US" altLang="es-CL" sz="2000" dirty="0" err="1"/>
              <a:t>los</a:t>
            </a:r>
            <a:r>
              <a:rPr lang="en-US" altLang="es-CL" sz="2000" dirty="0"/>
              <a:t> </a:t>
            </a:r>
            <a:r>
              <a:rPr lang="en-US" altLang="es-CL" sz="2000" dirty="0" err="1"/>
              <a:t>agentes</a:t>
            </a:r>
            <a:r>
              <a:rPr lang="en-US" altLang="es-CL" sz="2000" dirty="0"/>
              <a:t> </a:t>
            </a:r>
            <a:r>
              <a:rPr lang="en-US" altLang="es-CL" sz="2000" dirty="0" err="1"/>
              <a:t>componentes</a:t>
            </a:r>
            <a:r>
              <a:rPr lang="en-US" altLang="es-CL" sz="2000" dirty="0"/>
              <a:t> del Sistema</a:t>
            </a:r>
            <a:br>
              <a:rPr lang="en-US" altLang="es-CL" sz="2000" dirty="0"/>
            </a:br>
            <a:endParaRPr lang="en-US" altLang="es-CL" sz="2000" dirty="0"/>
          </a:p>
          <a:p>
            <a:pPr lvl="1" eaLnBrk="1" hangingPunct="1"/>
            <a:r>
              <a:rPr lang="en-US" altLang="es-CL" sz="2000" i="1" dirty="0" err="1">
                <a:solidFill>
                  <a:srgbClr val="003399"/>
                </a:solidFill>
              </a:rPr>
              <a:t>Compartir</a:t>
            </a:r>
            <a:r>
              <a:rPr lang="en-US" altLang="es-CL" sz="2000" i="1" dirty="0">
                <a:solidFill>
                  <a:srgbClr val="003399"/>
                </a:solidFill>
              </a:rPr>
              <a:t> </a:t>
            </a:r>
            <a:r>
              <a:rPr lang="en-US" altLang="es-CL" sz="2000" i="1" dirty="0" err="1">
                <a:solidFill>
                  <a:srgbClr val="003399"/>
                </a:solidFill>
              </a:rPr>
              <a:t>resultados</a:t>
            </a:r>
            <a:r>
              <a:rPr lang="en-US" altLang="es-CL" sz="2000" dirty="0"/>
              <a:t>:</a:t>
            </a:r>
            <a:br>
              <a:rPr lang="en-US" altLang="es-CL" sz="2000" dirty="0"/>
            </a:br>
            <a:r>
              <a:rPr lang="en-US" altLang="es-CL" sz="2000" dirty="0"/>
              <a:t>la </a:t>
            </a:r>
            <a:r>
              <a:rPr lang="en-US" altLang="es-CL" sz="2000" dirty="0" err="1"/>
              <a:t>información</a:t>
            </a:r>
            <a:r>
              <a:rPr lang="en-US" altLang="es-CL" sz="2000" dirty="0"/>
              <a:t> (</a:t>
            </a:r>
            <a:r>
              <a:rPr lang="en-US" altLang="es-CL" sz="2000" dirty="0" err="1"/>
              <a:t>resultados</a:t>
            </a:r>
            <a:r>
              <a:rPr lang="en-US" altLang="es-CL" sz="2000" dirty="0"/>
              <a:t> </a:t>
            </a:r>
            <a:r>
              <a:rPr lang="en-US" altLang="es-CL" sz="2000" dirty="0" err="1"/>
              <a:t>parciales</a:t>
            </a:r>
            <a:r>
              <a:rPr lang="en-US" altLang="es-CL" sz="2000" dirty="0"/>
              <a:t>, etc.) son </a:t>
            </a:r>
            <a:r>
              <a:rPr lang="en-US" altLang="es-CL" sz="2000" dirty="0" err="1"/>
              <a:t>distribuidos</a:t>
            </a:r>
            <a:endParaRPr lang="en-US" altLang="es-CL" sz="2000" dirty="0"/>
          </a:p>
        </p:txBody>
      </p:sp>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00600" y="4572000"/>
            <a:ext cx="3777983" cy="14502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D65890D-68D4-44EF-AC8D-D180DB2CE313}" type="slidenum">
              <a:rPr lang="en-US" altLang="en-US" sz="1200" smtClean="0">
                <a:latin typeface="Garamond" panose="02020404030301010803" pitchFamily="18" charset="0"/>
              </a:rPr>
              <a:pPr>
                <a:spcBef>
                  <a:spcPct val="0"/>
                </a:spcBef>
                <a:buClrTx/>
                <a:buSzTx/>
                <a:buFontTx/>
                <a:buNone/>
              </a:pPr>
              <a:t>8</a:t>
            </a:fld>
            <a:endParaRPr lang="en-US" altLang="en-US" sz="1200" dirty="0">
              <a:latin typeface="Garamond" panose="02020404030301010803" pitchFamily="18" charset="0"/>
            </a:endParaRPr>
          </a:p>
        </p:txBody>
      </p:sp>
      <p:sp>
        <p:nvSpPr>
          <p:cNvPr id="9219" name="Rectangle 2"/>
          <p:cNvSpPr>
            <a:spLocks noGrp="1" noChangeArrowheads="1"/>
          </p:cNvSpPr>
          <p:nvPr>
            <p:ph type="body" idx="1"/>
          </p:nvPr>
        </p:nvSpPr>
        <p:spPr>
          <a:xfrm>
            <a:off x="990600" y="1219200"/>
            <a:ext cx="7848600" cy="2784423"/>
          </a:xfrm>
          <a:noFill/>
          <a:extLst>
            <a:ext uri="{91240B29-F687-4F45-9708-019B960494DF}">
              <a14:hiddenLine xmlns:a14="http://schemas.microsoft.com/office/drawing/2010/main" w="25400">
                <a:solidFill>
                  <a:schemeClr val="tx1"/>
                </a:solidFill>
                <a:miter lim="800000"/>
                <a:headEnd/>
                <a:tailEnd/>
              </a14:hiddenLine>
            </a:ext>
          </a:extLst>
        </p:spPr>
        <p:txBody>
          <a:bodyPr lIns="63588" tIns="25435" rIns="63588" bIns="25435">
            <a:spAutoFit/>
          </a:bodyPr>
          <a:lstStyle/>
          <a:p>
            <a:pPr marL="228600" indent="-228600" eaLnBrk="1" hangingPunct="1">
              <a:lnSpc>
                <a:spcPct val="87000"/>
              </a:lnSpc>
              <a:spcBef>
                <a:spcPct val="43000"/>
              </a:spcBef>
              <a:spcAft>
                <a:spcPts val="1200"/>
              </a:spcAft>
            </a:pPr>
            <a:r>
              <a:rPr lang="en-US" altLang="es-CL" sz="2000" dirty="0"/>
              <a:t>Un </a:t>
            </a:r>
            <a:r>
              <a:rPr lang="en-US" altLang="es-CL" sz="2000" dirty="0" err="1"/>
              <a:t>enfoque</a:t>
            </a:r>
            <a:r>
              <a:rPr lang="en-US" altLang="es-CL" sz="2000" dirty="0"/>
              <a:t> de CDPS </a:t>
            </a:r>
            <a:r>
              <a:rPr lang="en-US" altLang="es-CL" sz="2000" dirty="0" err="1"/>
              <a:t>basado</a:t>
            </a:r>
            <a:r>
              <a:rPr lang="en-US" altLang="es-CL" sz="2000" dirty="0"/>
              <a:t> </a:t>
            </a:r>
            <a:r>
              <a:rPr lang="en-US" altLang="es-CL" sz="2000" dirty="0" err="1"/>
              <a:t>en</a:t>
            </a:r>
            <a:r>
              <a:rPr lang="en-US" altLang="es-CL" sz="2000" dirty="0"/>
              <a:t> la </a:t>
            </a:r>
            <a:r>
              <a:rPr lang="en-US" altLang="es-CL" sz="2000" dirty="0" err="1"/>
              <a:t>distribución</a:t>
            </a:r>
            <a:r>
              <a:rPr lang="en-US" altLang="es-CL" sz="2000" dirty="0"/>
              <a:t> de </a:t>
            </a:r>
            <a:r>
              <a:rPr lang="en-US" altLang="es-CL" sz="2000" dirty="0" err="1"/>
              <a:t>tareas</a:t>
            </a:r>
            <a:endParaRPr lang="en-US" altLang="es-CL" sz="2000" dirty="0"/>
          </a:p>
          <a:p>
            <a:pPr marL="228600" indent="-228600" eaLnBrk="1" hangingPunct="1">
              <a:lnSpc>
                <a:spcPct val="87000"/>
              </a:lnSpc>
              <a:spcBef>
                <a:spcPct val="43000"/>
              </a:spcBef>
              <a:spcAft>
                <a:spcPts val="1200"/>
              </a:spcAft>
            </a:pPr>
            <a:r>
              <a:rPr lang="en-US" altLang="es-CL" sz="2000" dirty="0"/>
              <a:t>La </a:t>
            </a:r>
            <a:r>
              <a:rPr lang="en-US" altLang="es-CL" sz="2000" dirty="0" err="1"/>
              <a:t>distribución</a:t>
            </a:r>
            <a:r>
              <a:rPr lang="en-US" altLang="es-CL" sz="2000" dirty="0"/>
              <a:t> de </a:t>
            </a:r>
            <a:r>
              <a:rPr lang="en-US" altLang="es-CL" sz="2000" dirty="0" err="1"/>
              <a:t>tareas</a:t>
            </a:r>
            <a:r>
              <a:rPr lang="en-US" altLang="es-CL" sz="2000" dirty="0"/>
              <a:t> </a:t>
            </a:r>
            <a:r>
              <a:rPr lang="en-US" altLang="es-CL" sz="2000" dirty="0" err="1"/>
              <a:t>es</a:t>
            </a:r>
            <a:r>
              <a:rPr lang="en-US" altLang="es-CL" sz="2000" dirty="0"/>
              <a:t> vista </a:t>
            </a:r>
            <a:r>
              <a:rPr lang="en-US" altLang="es-CL" sz="2000" dirty="0" err="1"/>
              <a:t>como</a:t>
            </a:r>
            <a:r>
              <a:rPr lang="en-US" altLang="es-CL" sz="2000" dirty="0"/>
              <a:t> un </a:t>
            </a:r>
            <a:r>
              <a:rPr lang="en-US" altLang="es-CL" sz="2000" dirty="0" err="1"/>
              <a:t>tipo</a:t>
            </a:r>
            <a:r>
              <a:rPr lang="en-US" altLang="es-CL" sz="2000" dirty="0"/>
              <a:t> de </a:t>
            </a:r>
            <a:r>
              <a:rPr lang="en-US" altLang="es-CL" sz="2000" dirty="0" err="1"/>
              <a:t>negociación</a:t>
            </a:r>
            <a:r>
              <a:rPr lang="en-US" altLang="es-CL" sz="2000" dirty="0"/>
              <a:t> de un </a:t>
            </a:r>
            <a:r>
              <a:rPr lang="en-US" altLang="es-CL" sz="2000" dirty="0" err="1"/>
              <a:t>contrato</a:t>
            </a:r>
            <a:endParaRPr lang="en-US" altLang="es-CL" sz="2000" dirty="0"/>
          </a:p>
          <a:p>
            <a:pPr marL="228600" indent="-228600" eaLnBrk="1" hangingPunct="1">
              <a:lnSpc>
                <a:spcPct val="87000"/>
              </a:lnSpc>
              <a:spcBef>
                <a:spcPct val="43000"/>
              </a:spcBef>
              <a:spcAft>
                <a:spcPts val="1200"/>
              </a:spcAft>
            </a:pPr>
            <a:r>
              <a:rPr lang="en-US" altLang="es-CL" sz="2000" dirty="0"/>
              <a:t>Un “</a:t>
            </a:r>
            <a:r>
              <a:rPr lang="en-US" altLang="es-CL" sz="2000" dirty="0" err="1"/>
              <a:t>Protocolo</a:t>
            </a:r>
            <a:r>
              <a:rPr lang="en-US" altLang="es-CL" sz="2000" dirty="0"/>
              <a:t>” </a:t>
            </a:r>
            <a:r>
              <a:rPr lang="en-US" altLang="es-CL" sz="2000" dirty="0" err="1"/>
              <a:t>especifica</a:t>
            </a:r>
            <a:r>
              <a:rPr lang="en-US" altLang="es-CL" sz="2000" dirty="0"/>
              <a:t> el </a:t>
            </a:r>
            <a:r>
              <a:rPr lang="en-US" altLang="es-CL" sz="2000" dirty="0" err="1"/>
              <a:t>contenido</a:t>
            </a:r>
            <a:r>
              <a:rPr lang="en-US" altLang="es-CL" sz="2000" dirty="0"/>
              <a:t> de la </a:t>
            </a:r>
            <a:r>
              <a:rPr lang="en-US" altLang="es-CL" sz="2000" dirty="0" err="1"/>
              <a:t>comunicación</a:t>
            </a:r>
            <a:r>
              <a:rPr lang="en-US" altLang="es-CL" sz="2000" dirty="0"/>
              <a:t>, no solo la forma</a:t>
            </a:r>
          </a:p>
          <a:p>
            <a:pPr marL="228600" indent="-228600" eaLnBrk="1" hangingPunct="1">
              <a:lnSpc>
                <a:spcPct val="87000"/>
              </a:lnSpc>
              <a:spcBef>
                <a:spcPct val="43000"/>
              </a:spcBef>
              <a:spcAft>
                <a:spcPts val="1200"/>
              </a:spcAft>
            </a:pPr>
            <a:r>
              <a:rPr lang="en-US" altLang="es-CL" sz="2000" dirty="0" err="1"/>
              <a:t>Transferencia</a:t>
            </a:r>
            <a:r>
              <a:rPr lang="en-US" altLang="es-CL" sz="2000" dirty="0"/>
              <a:t> </a:t>
            </a:r>
            <a:r>
              <a:rPr lang="en-US" altLang="es-CL" sz="2000" dirty="0" err="1"/>
              <a:t>en</a:t>
            </a:r>
            <a:r>
              <a:rPr lang="en-US" altLang="es-CL" sz="2000" dirty="0"/>
              <a:t> dos </a:t>
            </a:r>
            <a:r>
              <a:rPr lang="en-US" altLang="es-CL" sz="2000" dirty="0" err="1"/>
              <a:t>sentidos</a:t>
            </a:r>
            <a:r>
              <a:rPr lang="en-US" altLang="es-CL" sz="2000" dirty="0"/>
              <a:t> de la </a:t>
            </a:r>
            <a:r>
              <a:rPr lang="en-US" altLang="es-CL" sz="2000" dirty="0" err="1"/>
              <a:t>información</a:t>
            </a:r>
            <a:r>
              <a:rPr lang="en-US" altLang="es-CL" sz="2000" dirty="0"/>
              <a:t> </a:t>
            </a:r>
            <a:r>
              <a:rPr lang="en-US" altLang="es-CL" sz="2000" dirty="0" err="1"/>
              <a:t>es</a:t>
            </a:r>
            <a:r>
              <a:rPr lang="en-US" altLang="es-CL" sz="2000" dirty="0"/>
              <a:t> </a:t>
            </a:r>
            <a:r>
              <a:rPr lang="en-US" altLang="es-CL" sz="2000" dirty="0" err="1"/>
              <a:t>una</a:t>
            </a:r>
            <a:r>
              <a:rPr lang="en-US" altLang="es-CL" sz="2000" dirty="0"/>
              <a:t> </a:t>
            </a:r>
            <a:r>
              <a:rPr lang="en-US" altLang="es-CL" sz="2000" dirty="0" err="1"/>
              <a:t>extensión</a:t>
            </a:r>
            <a:r>
              <a:rPr lang="en-US" altLang="es-CL" sz="2000" dirty="0"/>
              <a:t> natural de </a:t>
            </a:r>
            <a:r>
              <a:rPr lang="en-US" altLang="es-CL" sz="2000" dirty="0" err="1"/>
              <a:t>los</a:t>
            </a:r>
            <a:r>
              <a:rPr lang="en-US" altLang="es-CL" sz="2000" dirty="0"/>
              <a:t> </a:t>
            </a:r>
            <a:r>
              <a:rPr lang="en-US" altLang="es-CL" sz="2000" dirty="0" err="1"/>
              <a:t>mecanismos</a:t>
            </a:r>
            <a:r>
              <a:rPr lang="en-US" altLang="es-CL" sz="2000" dirty="0"/>
              <a:t> de </a:t>
            </a:r>
            <a:r>
              <a:rPr lang="en-US" altLang="es-CL" sz="2000" dirty="0" err="1"/>
              <a:t>transferencia</a:t>
            </a:r>
            <a:r>
              <a:rPr lang="en-US" altLang="es-CL" sz="2000" dirty="0"/>
              <a:t> de control</a:t>
            </a:r>
          </a:p>
        </p:txBody>
      </p:sp>
      <p:sp>
        <p:nvSpPr>
          <p:cNvPr id="9220" name="Rectangle 3"/>
          <p:cNvSpPr>
            <a:spLocks noGrp="1" noChangeArrowheads="1"/>
          </p:cNvSpPr>
          <p:nvPr>
            <p:ph type="title"/>
          </p:nvPr>
        </p:nvSpPr>
        <p:spPr/>
        <p:txBody>
          <a:bodyPr/>
          <a:lstStyle/>
          <a:p>
            <a:pPr eaLnBrk="1" hangingPunct="1"/>
            <a:r>
              <a:rPr lang="en-US" altLang="es-CL"/>
              <a:t>La Contract Net</a:t>
            </a: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9978" y="4419600"/>
            <a:ext cx="3380975" cy="1297858"/>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433745F-FC69-4EBB-BF67-7ABF899B4EB4}" type="slidenum">
              <a:rPr lang="en-US" altLang="en-US" sz="1200" smtClean="0">
                <a:latin typeface="Garamond" panose="02020404030301010803" pitchFamily="18" charset="0"/>
              </a:rPr>
              <a:pPr>
                <a:spcBef>
                  <a:spcPct val="0"/>
                </a:spcBef>
                <a:buClrTx/>
                <a:buSzTx/>
                <a:buFontTx/>
                <a:buNone/>
              </a:pPr>
              <a:t>9</a:t>
            </a:fld>
            <a:endParaRPr lang="en-US" altLang="en-US" sz="1200" dirty="0">
              <a:latin typeface="Garamond" panose="02020404030301010803" pitchFamily="18" charset="0"/>
            </a:endParaRPr>
          </a:p>
        </p:txBody>
      </p:sp>
      <p:sp>
        <p:nvSpPr>
          <p:cNvPr id="10243" name="Rectangle 2"/>
          <p:cNvSpPr>
            <a:spLocks noGrp="1" noChangeArrowheads="1"/>
          </p:cNvSpPr>
          <p:nvPr>
            <p:ph type="body" idx="1"/>
          </p:nvPr>
        </p:nvSpPr>
        <p:spPr>
          <a:xfrm>
            <a:off x="609600" y="1905000"/>
            <a:ext cx="7696200" cy="1993437"/>
          </a:xfrm>
          <a:noFill/>
          <a:extLst>
            <a:ext uri="{91240B29-F687-4F45-9708-019B960494DF}">
              <a14:hiddenLine xmlns:a14="http://schemas.microsoft.com/office/drawing/2010/main" w="25400">
                <a:solidFill>
                  <a:schemeClr val="tx1"/>
                </a:solidFill>
                <a:miter lim="800000"/>
                <a:headEnd/>
                <a:tailEnd/>
              </a14:hiddenLine>
            </a:ext>
          </a:extLst>
        </p:spPr>
        <p:txBody>
          <a:bodyPr lIns="63588" tIns="25435" rIns="63588" bIns="25435">
            <a:spAutoFit/>
          </a:bodyPr>
          <a:lstStyle/>
          <a:p>
            <a:pPr marL="228600" indent="-228600" eaLnBrk="1" hangingPunct="1">
              <a:lnSpc>
                <a:spcPct val="88000"/>
              </a:lnSpc>
              <a:spcBef>
                <a:spcPct val="43000"/>
              </a:spcBef>
              <a:spcAft>
                <a:spcPts val="1200"/>
              </a:spcAft>
              <a:buFont typeface="Wingdings" panose="05000000000000000000" pitchFamily="2" charset="2"/>
              <a:buNone/>
            </a:pPr>
            <a:r>
              <a:rPr lang="en-US" altLang="es-CL" sz="2000" dirty="0"/>
              <a:t>1. </a:t>
            </a:r>
            <a:r>
              <a:rPr lang="en-US" altLang="es-CL" sz="2000" dirty="0" err="1"/>
              <a:t>Descomposición</a:t>
            </a:r>
            <a:r>
              <a:rPr lang="en-US" altLang="es-CL" sz="2000" dirty="0"/>
              <a:t> del </a:t>
            </a:r>
            <a:r>
              <a:rPr lang="en-US" altLang="es-CL" sz="2000" dirty="0" err="1"/>
              <a:t>problema</a:t>
            </a:r>
            <a:endParaRPr lang="en-US" altLang="es-CL" sz="2000" dirty="0"/>
          </a:p>
          <a:p>
            <a:pPr marL="228600" indent="-228600" eaLnBrk="1" hangingPunct="1">
              <a:lnSpc>
                <a:spcPct val="88000"/>
              </a:lnSpc>
              <a:spcBef>
                <a:spcPct val="43000"/>
              </a:spcBef>
              <a:spcAft>
                <a:spcPts val="1200"/>
              </a:spcAft>
              <a:buFont typeface="Wingdings" panose="05000000000000000000" pitchFamily="2" charset="2"/>
              <a:buNone/>
            </a:pPr>
            <a:r>
              <a:rPr lang="en-US" altLang="es-CL" sz="2000" dirty="0"/>
              <a:t>2. </a:t>
            </a:r>
            <a:r>
              <a:rPr lang="en-US" altLang="es-CL" sz="2000" dirty="0" err="1"/>
              <a:t>Distribución</a:t>
            </a:r>
            <a:r>
              <a:rPr lang="en-US" altLang="es-CL" sz="2000" dirty="0"/>
              <a:t> de </a:t>
            </a:r>
            <a:r>
              <a:rPr lang="en-US" altLang="es-CL" sz="2000" dirty="0" err="1"/>
              <a:t>subproblemas</a:t>
            </a:r>
            <a:endParaRPr lang="en-US" altLang="es-CL" sz="2000" dirty="0"/>
          </a:p>
          <a:p>
            <a:pPr marL="228600" indent="-228600" eaLnBrk="1" hangingPunct="1">
              <a:lnSpc>
                <a:spcPct val="88000"/>
              </a:lnSpc>
              <a:spcBef>
                <a:spcPct val="43000"/>
              </a:spcBef>
              <a:spcAft>
                <a:spcPts val="1200"/>
              </a:spcAft>
              <a:buFont typeface="Wingdings" panose="05000000000000000000" pitchFamily="2" charset="2"/>
              <a:buNone/>
            </a:pPr>
            <a:r>
              <a:rPr lang="en-US" altLang="es-CL" sz="2000" dirty="0"/>
              <a:t>3. </a:t>
            </a:r>
            <a:r>
              <a:rPr lang="en-US" altLang="es-CL" sz="2000" dirty="0" err="1"/>
              <a:t>Solución</a:t>
            </a:r>
            <a:r>
              <a:rPr lang="en-US" altLang="es-CL" sz="2000" dirty="0"/>
              <a:t> de </a:t>
            </a:r>
            <a:r>
              <a:rPr lang="en-US" altLang="es-CL" sz="2000" dirty="0" err="1"/>
              <a:t>subproblemas</a:t>
            </a:r>
            <a:endParaRPr lang="en-US" altLang="es-CL" sz="2000" dirty="0"/>
          </a:p>
          <a:p>
            <a:pPr marL="228600" indent="-228600" eaLnBrk="1" hangingPunct="1">
              <a:lnSpc>
                <a:spcPct val="88000"/>
              </a:lnSpc>
              <a:spcBef>
                <a:spcPct val="43000"/>
              </a:spcBef>
              <a:spcAft>
                <a:spcPts val="1200"/>
              </a:spcAft>
              <a:buFont typeface="Wingdings" panose="05000000000000000000" pitchFamily="2" charset="2"/>
              <a:buNone/>
            </a:pPr>
            <a:r>
              <a:rPr lang="en-US" altLang="es-CL" sz="2000" dirty="0"/>
              <a:t>4. </a:t>
            </a:r>
            <a:r>
              <a:rPr lang="en-US" altLang="es-CL" sz="2000" dirty="0" err="1"/>
              <a:t>Síntesis</a:t>
            </a:r>
            <a:r>
              <a:rPr lang="en-US" altLang="es-CL" sz="2000" dirty="0"/>
              <a:t> de las </a:t>
            </a:r>
            <a:r>
              <a:rPr lang="en-US" altLang="es-CL" sz="2000" dirty="0" err="1"/>
              <a:t>respuestas</a:t>
            </a:r>
            <a:endParaRPr lang="en-US" altLang="es-CL" sz="2000" dirty="0"/>
          </a:p>
        </p:txBody>
      </p:sp>
      <p:sp>
        <p:nvSpPr>
          <p:cNvPr id="10244" name="Rectangle 4"/>
          <p:cNvSpPr>
            <a:spLocks noGrp="1" noChangeArrowheads="1"/>
          </p:cNvSpPr>
          <p:nvPr>
            <p:ph type="title"/>
          </p:nvPr>
        </p:nvSpPr>
        <p:spPr/>
        <p:txBody>
          <a:bodyPr/>
          <a:lstStyle/>
          <a:p>
            <a:pPr eaLnBrk="1" hangingPunct="1"/>
            <a:r>
              <a:rPr lang="en-US" altLang="es-CL" sz="3800"/>
              <a:t>4 fases para solucionar un problema, visto por la Contract Net</a:t>
            </a: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089" y="2743200"/>
            <a:ext cx="3927321"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161566E-37B5-42A5-8E99-271EDCFDEBC9}" type="slidenum">
              <a:rPr lang="en-US" altLang="en-US" sz="1200" smtClean="0">
                <a:latin typeface="Garamond" panose="02020404030301010803" pitchFamily="18" charset="0"/>
              </a:rPr>
              <a:pPr>
                <a:spcBef>
                  <a:spcPct val="0"/>
                </a:spcBef>
                <a:buClrTx/>
                <a:buSzTx/>
                <a:buFontTx/>
                <a:buNone/>
              </a:pPr>
              <a:t>10</a:t>
            </a:fld>
            <a:endParaRPr lang="en-US" altLang="en-US" sz="1200" dirty="0">
              <a:latin typeface="Garamond" panose="02020404030301010803" pitchFamily="18" charset="0"/>
            </a:endParaRPr>
          </a:p>
        </p:txBody>
      </p:sp>
      <p:sp>
        <p:nvSpPr>
          <p:cNvPr id="11267" name="Rectangle 2"/>
          <p:cNvSpPr>
            <a:spLocks noGrp="1" noChangeArrowheads="1"/>
          </p:cNvSpPr>
          <p:nvPr>
            <p:ph type="title"/>
          </p:nvPr>
        </p:nvSpPr>
        <p:spPr/>
        <p:txBody>
          <a:bodyPr/>
          <a:lstStyle/>
          <a:p>
            <a:pPr eaLnBrk="1" hangingPunct="1"/>
            <a:r>
              <a:rPr lang="en-US" altLang="es-CL"/>
              <a:t>La Contract Net</a:t>
            </a:r>
          </a:p>
        </p:txBody>
      </p:sp>
      <p:sp>
        <p:nvSpPr>
          <p:cNvPr id="11268" name="Rectangle 3"/>
          <p:cNvSpPr>
            <a:spLocks noGrp="1" noChangeArrowheads="1"/>
          </p:cNvSpPr>
          <p:nvPr>
            <p:ph type="body" idx="1"/>
          </p:nvPr>
        </p:nvSpPr>
        <p:spPr>
          <a:xfrm>
            <a:off x="457200" y="1038889"/>
            <a:ext cx="8229600" cy="3761711"/>
          </a:xfrm>
        </p:spPr>
        <p:txBody>
          <a:bodyPr/>
          <a:lstStyle/>
          <a:p>
            <a:pPr eaLnBrk="1" hangingPunct="1">
              <a:lnSpc>
                <a:spcPct val="90000"/>
              </a:lnSpc>
              <a:spcAft>
                <a:spcPts val="1200"/>
              </a:spcAft>
            </a:pPr>
            <a:r>
              <a:rPr lang="en-US" altLang="es-CL" sz="2000" dirty="0"/>
              <a:t>La </a:t>
            </a:r>
            <a:r>
              <a:rPr lang="en-US" altLang="es-CL" sz="2000" dirty="0" err="1"/>
              <a:t>colección</a:t>
            </a:r>
            <a:r>
              <a:rPr lang="en-US" altLang="es-CL" sz="2000" dirty="0"/>
              <a:t> de </a:t>
            </a:r>
            <a:r>
              <a:rPr lang="en-US" altLang="es-CL" sz="2000" dirty="0" err="1"/>
              <a:t>nodos</a:t>
            </a:r>
            <a:r>
              <a:rPr lang="en-US" altLang="es-CL" sz="2000" dirty="0"/>
              <a:t> </a:t>
            </a:r>
            <a:r>
              <a:rPr lang="en-US" altLang="es-CL" sz="2000" dirty="0" err="1"/>
              <a:t>es</a:t>
            </a:r>
            <a:r>
              <a:rPr lang="en-US" altLang="es-CL" sz="2000" dirty="0"/>
              <a:t> la “contract net”</a:t>
            </a:r>
          </a:p>
          <a:p>
            <a:pPr eaLnBrk="1" hangingPunct="1">
              <a:lnSpc>
                <a:spcPct val="90000"/>
              </a:lnSpc>
              <a:spcAft>
                <a:spcPts val="1200"/>
              </a:spcAft>
            </a:pPr>
            <a:r>
              <a:rPr lang="en-US" altLang="es-CL" sz="2000" dirty="0" err="1"/>
              <a:t>Cada</a:t>
            </a:r>
            <a:r>
              <a:rPr lang="en-US" altLang="es-CL" sz="2000" dirty="0"/>
              <a:t> </a:t>
            </a:r>
            <a:r>
              <a:rPr lang="en-US" altLang="es-CL" sz="2000" dirty="0" err="1"/>
              <a:t>nodo</a:t>
            </a:r>
            <a:r>
              <a:rPr lang="en-US" altLang="es-CL" sz="2000" dirty="0"/>
              <a:t> </a:t>
            </a:r>
            <a:r>
              <a:rPr lang="en-US" altLang="es-CL" sz="2000" dirty="0" err="1"/>
              <a:t>en</a:t>
            </a:r>
            <a:r>
              <a:rPr lang="en-US" altLang="es-CL" sz="2000" dirty="0"/>
              <a:t> la red </a:t>
            </a:r>
            <a:r>
              <a:rPr lang="en-US" altLang="es-CL" sz="2000" dirty="0" err="1"/>
              <a:t>puede</a:t>
            </a:r>
            <a:r>
              <a:rPr lang="en-US" altLang="es-CL" sz="2000" dirty="0"/>
              <a:t>, </a:t>
            </a:r>
            <a:r>
              <a:rPr lang="en-US" altLang="es-CL" sz="2000" dirty="0" err="1"/>
              <a:t>en</a:t>
            </a:r>
            <a:r>
              <a:rPr lang="en-US" altLang="es-CL" sz="2000" dirty="0"/>
              <a:t> </a:t>
            </a:r>
            <a:r>
              <a:rPr lang="en-US" altLang="es-CL" sz="2000" dirty="0" err="1"/>
              <a:t>diferentes</a:t>
            </a:r>
            <a:r>
              <a:rPr lang="en-US" altLang="es-CL" sz="2000" dirty="0"/>
              <a:t> </a:t>
            </a:r>
            <a:r>
              <a:rPr lang="en-US" altLang="es-CL" sz="2000" dirty="0" err="1"/>
              <a:t>tiempos</a:t>
            </a:r>
            <a:r>
              <a:rPr lang="en-US" altLang="es-CL" sz="2000" dirty="0"/>
              <a:t> o para </a:t>
            </a:r>
            <a:r>
              <a:rPr lang="en-US" altLang="es-CL" sz="2000" dirty="0" err="1"/>
              <a:t>diferentes</a:t>
            </a:r>
            <a:r>
              <a:rPr lang="en-US" altLang="es-CL" sz="2000" dirty="0"/>
              <a:t> </a:t>
            </a:r>
            <a:r>
              <a:rPr lang="en-US" altLang="es-CL" sz="2000" dirty="0" err="1"/>
              <a:t>tareas</a:t>
            </a:r>
            <a:r>
              <a:rPr lang="en-US" altLang="es-CL" sz="2000" dirty="0"/>
              <a:t>, </a:t>
            </a:r>
            <a:r>
              <a:rPr lang="en-US" altLang="es-CL" sz="2000" dirty="0" err="1"/>
              <a:t>ser</a:t>
            </a:r>
            <a:r>
              <a:rPr lang="en-US" altLang="es-CL" sz="2000" dirty="0"/>
              <a:t> un </a:t>
            </a:r>
            <a:r>
              <a:rPr lang="en-US" altLang="es-CL" sz="2000" dirty="0" err="1"/>
              <a:t>administrador</a:t>
            </a:r>
            <a:r>
              <a:rPr lang="en-US" altLang="es-CL" sz="2000" dirty="0"/>
              <a:t> o </a:t>
            </a:r>
            <a:r>
              <a:rPr lang="en-US" altLang="es-CL" sz="2000" dirty="0" err="1"/>
              <a:t>contratante</a:t>
            </a:r>
            <a:endParaRPr lang="en-US" altLang="es-CL" sz="2000" dirty="0"/>
          </a:p>
          <a:p>
            <a:pPr eaLnBrk="1" hangingPunct="1">
              <a:lnSpc>
                <a:spcPct val="90000"/>
              </a:lnSpc>
              <a:spcAft>
                <a:spcPts val="1200"/>
              </a:spcAft>
            </a:pPr>
            <a:r>
              <a:rPr lang="en-US" altLang="es-CL" sz="2000" dirty="0" err="1"/>
              <a:t>Cuando</a:t>
            </a:r>
            <a:r>
              <a:rPr lang="en-US" altLang="es-CL" sz="2000" dirty="0"/>
              <a:t> un </a:t>
            </a:r>
            <a:r>
              <a:rPr lang="en-US" altLang="es-CL" sz="2000" dirty="0" err="1"/>
              <a:t>nodo</a:t>
            </a:r>
            <a:r>
              <a:rPr lang="en-US" altLang="es-CL" sz="2000" dirty="0"/>
              <a:t> </a:t>
            </a:r>
            <a:r>
              <a:rPr lang="en-US" altLang="es-CL" sz="2000" dirty="0" err="1"/>
              <a:t>recibe</a:t>
            </a:r>
            <a:r>
              <a:rPr lang="en-US" altLang="es-CL" sz="2000" dirty="0"/>
              <a:t> </a:t>
            </a:r>
            <a:r>
              <a:rPr lang="en-US" altLang="es-CL" sz="2000" dirty="0" err="1"/>
              <a:t>una</a:t>
            </a:r>
            <a:r>
              <a:rPr lang="en-US" altLang="es-CL" sz="2000" dirty="0"/>
              <a:t> </a:t>
            </a:r>
            <a:r>
              <a:rPr lang="en-US" altLang="es-CL" sz="2000" dirty="0" err="1"/>
              <a:t>tarea</a:t>
            </a:r>
            <a:r>
              <a:rPr lang="en-US" altLang="es-CL" sz="2000" dirty="0"/>
              <a:t> </a:t>
            </a:r>
            <a:r>
              <a:rPr lang="en-US" altLang="es-CL" sz="2000" dirty="0" err="1"/>
              <a:t>compuesta</a:t>
            </a:r>
            <a:r>
              <a:rPr lang="en-US" altLang="es-CL" sz="2000" dirty="0"/>
              <a:t> (o </a:t>
            </a:r>
            <a:r>
              <a:rPr lang="en-US" altLang="es-CL" sz="2000" dirty="0" err="1"/>
              <a:t>por</a:t>
            </a:r>
            <a:r>
              <a:rPr lang="en-US" altLang="es-CL" sz="2000" dirty="0"/>
              <a:t> </a:t>
            </a:r>
            <a:r>
              <a:rPr lang="en-US" altLang="es-CL" sz="2000" dirty="0" err="1"/>
              <a:t>cualquier</a:t>
            </a:r>
            <a:r>
              <a:rPr lang="en-US" altLang="es-CL" sz="2000" dirty="0"/>
              <a:t> </a:t>
            </a:r>
            <a:r>
              <a:rPr lang="en-US" altLang="es-CL" sz="2000" dirty="0" err="1"/>
              <a:t>razón</a:t>
            </a:r>
            <a:r>
              <a:rPr lang="en-US" altLang="es-CL" sz="2000" dirty="0"/>
              <a:t> no </a:t>
            </a:r>
            <a:r>
              <a:rPr lang="en-US" altLang="es-CL" sz="2000" dirty="0" err="1"/>
              <a:t>puede</a:t>
            </a:r>
            <a:r>
              <a:rPr lang="en-US" altLang="es-CL" sz="2000" dirty="0"/>
              <a:t> resolver la actual </a:t>
            </a:r>
            <a:r>
              <a:rPr lang="en-US" altLang="es-CL" sz="2000" dirty="0" err="1"/>
              <a:t>tarea</a:t>
            </a:r>
            <a:r>
              <a:rPr lang="en-US" altLang="es-CL" sz="2000" dirty="0"/>
              <a:t>):</a:t>
            </a:r>
          </a:p>
          <a:p>
            <a:pPr lvl="1" eaLnBrk="1" hangingPunct="1">
              <a:lnSpc>
                <a:spcPct val="90000"/>
              </a:lnSpc>
              <a:spcAft>
                <a:spcPts val="1200"/>
              </a:spcAft>
            </a:pPr>
            <a:r>
              <a:rPr lang="en-US" altLang="es-CL" sz="1600" dirty="0"/>
              <a:t>La </a:t>
            </a:r>
            <a:r>
              <a:rPr lang="en-US" altLang="es-CL" sz="1600" dirty="0" err="1"/>
              <a:t>descompone</a:t>
            </a:r>
            <a:r>
              <a:rPr lang="en-US" altLang="es-CL" sz="1600" dirty="0"/>
              <a:t> </a:t>
            </a:r>
            <a:r>
              <a:rPr lang="en-US" altLang="es-CL" sz="1600" dirty="0" err="1"/>
              <a:t>en</a:t>
            </a:r>
            <a:r>
              <a:rPr lang="en-US" altLang="es-CL" sz="1600" dirty="0"/>
              <a:t> </a:t>
            </a:r>
            <a:r>
              <a:rPr lang="en-US" altLang="es-CL" sz="1600" dirty="0" err="1"/>
              <a:t>subtareas</a:t>
            </a:r>
            <a:r>
              <a:rPr lang="en-US" altLang="es-CL" sz="1600" dirty="0"/>
              <a:t> (</a:t>
            </a:r>
            <a:r>
              <a:rPr lang="en-US" altLang="es-CL" sz="1600" dirty="0" err="1"/>
              <a:t>si</a:t>
            </a:r>
            <a:r>
              <a:rPr lang="en-US" altLang="es-CL" sz="1600" dirty="0"/>
              <a:t> </a:t>
            </a:r>
            <a:r>
              <a:rPr lang="en-US" altLang="es-CL" sz="1600" dirty="0" err="1"/>
              <a:t>es</a:t>
            </a:r>
            <a:r>
              <a:rPr lang="en-US" altLang="es-CL" sz="1600" dirty="0"/>
              <a:t> </a:t>
            </a:r>
            <a:r>
              <a:rPr lang="en-US" altLang="es-CL" sz="1600" dirty="0" err="1"/>
              <a:t>posible</a:t>
            </a:r>
            <a:r>
              <a:rPr lang="en-US" altLang="es-CL" sz="1600" dirty="0"/>
              <a:t>) y </a:t>
            </a:r>
          </a:p>
          <a:p>
            <a:pPr lvl="1" eaLnBrk="1" hangingPunct="1">
              <a:lnSpc>
                <a:spcPct val="90000"/>
              </a:lnSpc>
              <a:spcAft>
                <a:spcPts val="1200"/>
              </a:spcAft>
            </a:pPr>
            <a:r>
              <a:rPr lang="en-US" altLang="es-CL" sz="1600" dirty="0"/>
              <a:t>Las </a:t>
            </a:r>
            <a:r>
              <a:rPr lang="en-US" altLang="es-CL" sz="1600" dirty="0" err="1"/>
              <a:t>anuncia</a:t>
            </a:r>
            <a:r>
              <a:rPr lang="en-US" altLang="es-CL" sz="1600" dirty="0"/>
              <a:t> (</a:t>
            </a:r>
            <a:r>
              <a:rPr lang="en-US" altLang="es-CL" sz="1600" dirty="0" err="1"/>
              <a:t>actuando</a:t>
            </a:r>
            <a:r>
              <a:rPr lang="en-US" altLang="es-CL" sz="1600" dirty="0"/>
              <a:t> </a:t>
            </a:r>
            <a:r>
              <a:rPr lang="en-US" altLang="es-CL" sz="1600" dirty="0" err="1"/>
              <a:t>como</a:t>
            </a:r>
            <a:r>
              <a:rPr lang="en-US" altLang="es-CL" sz="1600" dirty="0"/>
              <a:t> un </a:t>
            </a:r>
            <a:r>
              <a:rPr lang="en-US" altLang="es-CL" sz="1600" dirty="0" err="1"/>
              <a:t>adm.</a:t>
            </a:r>
            <a:r>
              <a:rPr lang="en-US" altLang="es-CL" sz="1600" dirty="0"/>
              <a:t>)</a:t>
            </a:r>
          </a:p>
          <a:p>
            <a:pPr lvl="1" eaLnBrk="1" hangingPunct="1">
              <a:lnSpc>
                <a:spcPct val="90000"/>
              </a:lnSpc>
              <a:spcAft>
                <a:spcPts val="1200"/>
              </a:spcAft>
            </a:pPr>
            <a:r>
              <a:rPr lang="en-US" altLang="es-CL" sz="1600" dirty="0" err="1"/>
              <a:t>Recibe</a:t>
            </a:r>
            <a:r>
              <a:rPr lang="en-US" altLang="es-CL" sz="1600" dirty="0"/>
              <a:t> </a:t>
            </a:r>
            <a:r>
              <a:rPr lang="en-US" altLang="es-CL" sz="1600" dirty="0" err="1"/>
              <a:t>ofertas</a:t>
            </a:r>
            <a:r>
              <a:rPr lang="en-US" altLang="es-CL" sz="1600" dirty="0"/>
              <a:t> de </a:t>
            </a:r>
            <a:r>
              <a:rPr lang="en-US" altLang="es-CL" sz="1600" dirty="0" err="1"/>
              <a:t>potenciales</a:t>
            </a:r>
            <a:r>
              <a:rPr lang="en-US" altLang="es-CL" sz="1600" dirty="0"/>
              <a:t> </a:t>
            </a:r>
            <a:r>
              <a:rPr lang="en-US" altLang="es-CL" sz="1600" dirty="0" err="1"/>
              <a:t>contratantes</a:t>
            </a:r>
            <a:r>
              <a:rPr lang="en-US" altLang="es-CL" sz="1600" dirty="0"/>
              <a:t> y </a:t>
            </a:r>
          </a:p>
          <a:p>
            <a:pPr lvl="1" eaLnBrk="1" hangingPunct="1">
              <a:lnSpc>
                <a:spcPct val="90000"/>
              </a:lnSpc>
              <a:spcAft>
                <a:spcPts val="1200"/>
              </a:spcAft>
            </a:pPr>
            <a:r>
              <a:rPr lang="en-US" altLang="es-CL" sz="1600" dirty="0" err="1"/>
              <a:t>Asigna</a:t>
            </a:r>
            <a:r>
              <a:rPr lang="en-US" altLang="es-CL" sz="1600" dirty="0"/>
              <a:t> la </a:t>
            </a:r>
            <a:r>
              <a:rPr lang="en-US" altLang="es-CL" sz="1600" dirty="0" err="1"/>
              <a:t>tarea</a:t>
            </a:r>
            <a:endParaRPr lang="en-US" altLang="es-CL" sz="1600" dirty="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3429000"/>
            <a:ext cx="3154711" cy="2448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940EA96-53F7-4FFC-A4C4-9DDD6B913F02}" type="slidenum">
              <a:rPr lang="en-US" altLang="en-US" sz="1200" smtClean="0">
                <a:latin typeface="Garamond" panose="02020404030301010803" pitchFamily="18" charset="0"/>
              </a:rPr>
              <a:pPr>
                <a:spcBef>
                  <a:spcPct val="0"/>
                </a:spcBef>
                <a:buClrTx/>
                <a:buSzTx/>
                <a:buFontTx/>
                <a:buNone/>
              </a:pPr>
              <a:t>11</a:t>
            </a:fld>
            <a:endParaRPr lang="en-US" altLang="en-US" sz="1200" dirty="0">
              <a:latin typeface="Garamond" panose="02020404030301010803" pitchFamily="18" charset="0"/>
            </a:endParaRPr>
          </a:p>
        </p:txBody>
      </p:sp>
      <p:sp>
        <p:nvSpPr>
          <p:cNvPr id="12291" name="Rectangle 2"/>
          <p:cNvSpPr>
            <a:spLocks noGrp="1" noChangeArrowheads="1"/>
          </p:cNvSpPr>
          <p:nvPr>
            <p:ph type="title"/>
          </p:nvPr>
        </p:nvSpPr>
        <p:spPr/>
        <p:txBody>
          <a:bodyPr/>
          <a:lstStyle/>
          <a:p>
            <a:pPr eaLnBrk="1" hangingPunct="1"/>
            <a:r>
              <a:rPr lang="en-US" altLang="es-CL"/>
              <a:t>La Contract Net</a:t>
            </a:r>
          </a:p>
        </p:txBody>
      </p:sp>
      <p:sp>
        <p:nvSpPr>
          <p:cNvPr id="12292" name="Rectangle 3"/>
          <p:cNvSpPr>
            <a:spLocks noGrp="1" noChangeArrowheads="1"/>
          </p:cNvSpPr>
          <p:nvPr>
            <p:ph type="body" idx="1"/>
          </p:nvPr>
        </p:nvSpPr>
        <p:spPr>
          <a:xfrm>
            <a:off x="428263" y="1219200"/>
            <a:ext cx="8229600" cy="2362200"/>
          </a:xfrm>
        </p:spPr>
        <p:txBody>
          <a:bodyPr/>
          <a:lstStyle/>
          <a:p>
            <a:pPr marL="571500" indent="-571500" eaLnBrk="1" hangingPunct="1"/>
            <a:r>
              <a:rPr lang="en-US" altLang="es-CL" sz="2000" dirty="0" err="1"/>
              <a:t>Protocolo</a:t>
            </a:r>
            <a:r>
              <a:rPr lang="en-US" altLang="es-CL" sz="2000" dirty="0"/>
              <a:t> para </a:t>
            </a:r>
            <a:r>
              <a:rPr lang="en-US" altLang="es-CL" sz="2000" dirty="0" err="1"/>
              <a:t>compartir</a:t>
            </a:r>
            <a:r>
              <a:rPr lang="en-US" altLang="es-CL" sz="2000" dirty="0"/>
              <a:t> y </a:t>
            </a:r>
            <a:r>
              <a:rPr lang="en-US" altLang="es-CL" sz="2000" dirty="0" err="1"/>
              <a:t>asignar</a:t>
            </a:r>
            <a:r>
              <a:rPr lang="en-US" altLang="es-CL" sz="2000" dirty="0"/>
              <a:t> </a:t>
            </a:r>
            <a:r>
              <a:rPr lang="en-US" altLang="es-CL" sz="2000" dirty="0" err="1"/>
              <a:t>tareas</a:t>
            </a:r>
            <a:r>
              <a:rPr lang="en-US" altLang="es-CL" sz="2000" dirty="0"/>
              <a:t> </a:t>
            </a:r>
            <a:r>
              <a:rPr lang="en-US" altLang="es-CL" sz="2000" dirty="0" err="1"/>
              <a:t>en</a:t>
            </a:r>
            <a:r>
              <a:rPr lang="en-US" altLang="es-CL" sz="2000" dirty="0"/>
              <a:t> la </a:t>
            </a:r>
            <a:r>
              <a:rPr lang="en-US" altLang="es-CL" sz="2000" i="1" dirty="0">
                <a:solidFill>
                  <a:srgbClr val="003399"/>
                </a:solidFill>
              </a:rPr>
              <a:t>Contract Net</a:t>
            </a:r>
            <a:r>
              <a:rPr lang="en-US" altLang="es-CL" sz="2000" dirty="0"/>
              <a:t>:</a:t>
            </a:r>
          </a:p>
          <a:p>
            <a:pPr marL="839788" lvl="1" indent="-495300" eaLnBrk="1" hangingPunct="1">
              <a:buFont typeface="Wingdings" panose="05000000000000000000" pitchFamily="2" charset="2"/>
              <a:buAutoNum type="arabicPeriod"/>
            </a:pPr>
            <a:r>
              <a:rPr lang="en-US" altLang="es-CL" sz="2000" dirty="0" err="1"/>
              <a:t>Reconocimiento</a:t>
            </a:r>
            <a:endParaRPr lang="en-US" altLang="es-CL" sz="2000" dirty="0"/>
          </a:p>
          <a:p>
            <a:pPr marL="839788" lvl="1" indent="-495300" eaLnBrk="1" hangingPunct="1">
              <a:buFont typeface="Wingdings" panose="05000000000000000000" pitchFamily="2" charset="2"/>
              <a:buAutoNum type="arabicPeriod"/>
            </a:pPr>
            <a:r>
              <a:rPr lang="en-US" altLang="es-CL" sz="2000" dirty="0" err="1"/>
              <a:t>Anuncio</a:t>
            </a:r>
            <a:endParaRPr lang="en-US" altLang="es-CL" sz="2000" dirty="0"/>
          </a:p>
          <a:p>
            <a:pPr marL="839788" lvl="1" indent="-495300" eaLnBrk="1" hangingPunct="1">
              <a:buFont typeface="Wingdings" panose="05000000000000000000" pitchFamily="2" charset="2"/>
              <a:buAutoNum type="arabicPeriod"/>
            </a:pPr>
            <a:r>
              <a:rPr lang="en-US" altLang="es-CL" sz="2000" dirty="0" err="1"/>
              <a:t>Proceso</a:t>
            </a:r>
            <a:r>
              <a:rPr lang="en-US" altLang="es-CL" sz="2000" dirty="0"/>
              <a:t> de </a:t>
            </a:r>
            <a:r>
              <a:rPr lang="en-US" altLang="es-CL" sz="2000" dirty="0" err="1"/>
              <a:t>ofertas</a:t>
            </a:r>
            <a:endParaRPr lang="en-US" altLang="es-CL" sz="2000" dirty="0"/>
          </a:p>
          <a:p>
            <a:pPr marL="839788" lvl="1" indent="-495300" eaLnBrk="1" hangingPunct="1">
              <a:buFont typeface="Wingdings" panose="05000000000000000000" pitchFamily="2" charset="2"/>
              <a:buAutoNum type="arabicPeriod"/>
            </a:pPr>
            <a:r>
              <a:rPr lang="en-US" altLang="es-CL" sz="2000" dirty="0" err="1"/>
              <a:t>Asignación</a:t>
            </a:r>
            <a:endParaRPr lang="en-US" altLang="es-CL" sz="2000" dirty="0"/>
          </a:p>
          <a:p>
            <a:pPr marL="839788" lvl="1" indent="-495300" eaLnBrk="1" hangingPunct="1">
              <a:buFont typeface="Wingdings" panose="05000000000000000000" pitchFamily="2" charset="2"/>
              <a:buAutoNum type="arabicPeriod"/>
            </a:pPr>
            <a:r>
              <a:rPr lang="en-US" altLang="es-CL" sz="2000" dirty="0" err="1"/>
              <a:t>Realizar</a:t>
            </a:r>
            <a:r>
              <a:rPr lang="en-US" altLang="es-CL" sz="2000" dirty="0"/>
              <a:t> las </a:t>
            </a:r>
            <a:r>
              <a:rPr lang="en-US" altLang="es-CL" sz="2000" dirty="0" err="1"/>
              <a:t>tareas</a:t>
            </a:r>
            <a:endParaRPr lang="en-US" altLang="es-CL" sz="2000" dirty="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2471185"/>
            <a:ext cx="4619263" cy="3585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699F173-3EC6-4534-8C70-4964DA810C70}" type="slidenum">
              <a:rPr lang="en-US" altLang="en-US" sz="1200" smtClean="0">
                <a:latin typeface="Garamond" panose="02020404030301010803" pitchFamily="18" charset="0"/>
              </a:rPr>
              <a:pPr>
                <a:spcBef>
                  <a:spcPct val="0"/>
                </a:spcBef>
                <a:buClrTx/>
                <a:buSzTx/>
                <a:buFontTx/>
                <a:buNone/>
              </a:pPr>
              <a:t>12</a:t>
            </a:fld>
            <a:endParaRPr lang="en-US" altLang="en-US" sz="1200" dirty="0">
              <a:latin typeface="Garamond" panose="02020404030301010803" pitchFamily="18" charset="0"/>
            </a:endParaRPr>
          </a:p>
        </p:txBody>
      </p:sp>
      <p:sp>
        <p:nvSpPr>
          <p:cNvPr id="13315" name="Rectangle 2"/>
          <p:cNvSpPr>
            <a:spLocks noGrp="1" noChangeArrowheads="1"/>
          </p:cNvSpPr>
          <p:nvPr>
            <p:ph type="title"/>
          </p:nvPr>
        </p:nvSpPr>
        <p:spPr/>
        <p:txBody>
          <a:bodyPr/>
          <a:lstStyle/>
          <a:p>
            <a:pPr eaLnBrk="1" hangingPunct="1"/>
            <a:r>
              <a:rPr lang="en-US" altLang="es-CL"/>
              <a:t>La Contract Net</a:t>
            </a:r>
          </a:p>
        </p:txBody>
      </p:sp>
      <p:pic>
        <p:nvPicPr>
          <p:cNvPr id="1331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14400"/>
            <a:ext cx="6629400" cy="514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58F1B057-B26B-466A-9CD0-4FF9F8AFE622}" type="slidenum">
              <a:rPr lang="en-US" altLang="en-US" smtClean="0"/>
              <a:pPr>
                <a:defRPr/>
              </a:pPr>
              <a:t>13</a:t>
            </a:fld>
            <a:endParaRPr lang="en-US" altLang="en-US" dirty="0"/>
          </a:p>
        </p:txBody>
      </p:sp>
      <p:sp>
        <p:nvSpPr>
          <p:cNvPr id="23555" name="Rectangle 2"/>
          <p:cNvSpPr>
            <a:spLocks noGrp="1" noChangeArrowheads="1"/>
          </p:cNvSpPr>
          <p:nvPr>
            <p:ph type="title"/>
          </p:nvPr>
        </p:nvSpPr>
        <p:spPr/>
        <p:txBody>
          <a:bodyPr/>
          <a:lstStyle/>
          <a:p>
            <a:pPr eaLnBrk="1" hangingPunct="1"/>
            <a:r>
              <a:rPr lang="en-US" altLang="en-US"/>
              <a:t>Reconocimiento</a:t>
            </a:r>
          </a:p>
        </p:txBody>
      </p:sp>
      <p:sp>
        <p:nvSpPr>
          <p:cNvPr id="23556" name="Rectangle 3"/>
          <p:cNvSpPr>
            <a:spLocks noGrp="1" noChangeArrowheads="1"/>
          </p:cNvSpPr>
          <p:nvPr>
            <p:ph type="body" idx="1"/>
          </p:nvPr>
        </p:nvSpPr>
        <p:spPr>
          <a:xfrm>
            <a:off x="457200" y="1143000"/>
            <a:ext cx="8229600" cy="3124200"/>
          </a:xfrm>
        </p:spPr>
        <p:txBody>
          <a:bodyPr/>
          <a:lstStyle/>
          <a:p>
            <a:pPr eaLnBrk="1" hangingPunct="1">
              <a:spcAft>
                <a:spcPts val="1200"/>
              </a:spcAft>
            </a:pPr>
            <a:r>
              <a:rPr lang="en-US" altLang="en-US" sz="2000" dirty="0" err="1"/>
              <a:t>En</a:t>
            </a:r>
            <a:r>
              <a:rPr lang="en-US" altLang="en-US" sz="2000" dirty="0"/>
              <a:t> </a:t>
            </a:r>
            <a:r>
              <a:rPr lang="en-US" altLang="en-US" sz="2000" dirty="0" err="1"/>
              <a:t>esta</a:t>
            </a:r>
            <a:r>
              <a:rPr lang="en-US" altLang="en-US" sz="2000" dirty="0"/>
              <a:t> </a:t>
            </a:r>
            <a:r>
              <a:rPr lang="en-US" altLang="en-US" sz="2000" dirty="0" err="1"/>
              <a:t>etapa</a:t>
            </a:r>
            <a:r>
              <a:rPr lang="en-US" altLang="en-US" sz="2000" dirty="0"/>
              <a:t>, un </a:t>
            </a:r>
            <a:r>
              <a:rPr lang="en-US" altLang="en-US" sz="2000" dirty="0" err="1"/>
              <a:t>agente</a:t>
            </a:r>
            <a:r>
              <a:rPr lang="en-US" altLang="en-US" sz="2000" dirty="0"/>
              <a:t> </a:t>
            </a:r>
            <a:r>
              <a:rPr lang="en-US" altLang="en-US" sz="2000" dirty="0" err="1"/>
              <a:t>reconoce</a:t>
            </a:r>
            <a:r>
              <a:rPr lang="en-US" altLang="en-US" sz="2000" dirty="0"/>
              <a:t> que </a:t>
            </a:r>
            <a:r>
              <a:rPr lang="en-US" altLang="en-US" sz="2000" dirty="0" err="1"/>
              <a:t>necesita</a:t>
            </a:r>
            <a:r>
              <a:rPr lang="en-US" altLang="en-US" sz="2000" dirty="0"/>
              <a:t> </a:t>
            </a:r>
            <a:r>
              <a:rPr lang="en-US" altLang="en-US" sz="2000" dirty="0" err="1"/>
              <a:t>ayuda</a:t>
            </a:r>
            <a:r>
              <a:rPr lang="en-US" altLang="en-US" sz="2000" dirty="0"/>
              <a:t> para resolver un </a:t>
            </a:r>
            <a:r>
              <a:rPr lang="en-US" altLang="en-US" sz="2000" dirty="0" err="1"/>
              <a:t>problema</a:t>
            </a:r>
            <a:r>
              <a:rPr lang="en-US" altLang="en-US" sz="2000" dirty="0"/>
              <a:t>.</a:t>
            </a:r>
            <a:br>
              <a:rPr lang="en-US" altLang="en-US" sz="2000" dirty="0"/>
            </a:br>
            <a:endParaRPr lang="en-US" altLang="en-US" sz="2000" dirty="0"/>
          </a:p>
          <a:p>
            <a:pPr eaLnBrk="1" hangingPunct="1">
              <a:spcAft>
                <a:spcPts val="1200"/>
              </a:spcAft>
            </a:pPr>
            <a:r>
              <a:rPr lang="en-US" altLang="en-US" sz="2000" dirty="0"/>
              <a:t>El </a:t>
            </a:r>
            <a:r>
              <a:rPr lang="en-US" altLang="en-US" sz="2000" dirty="0" err="1"/>
              <a:t>agente</a:t>
            </a:r>
            <a:r>
              <a:rPr lang="en-US" altLang="en-US" sz="2000" dirty="0"/>
              <a:t> </a:t>
            </a:r>
            <a:r>
              <a:rPr lang="en-US" altLang="en-US" sz="2000" dirty="0" err="1"/>
              <a:t>tiene</a:t>
            </a:r>
            <a:r>
              <a:rPr lang="en-US" altLang="en-US" sz="2000" dirty="0"/>
              <a:t> </a:t>
            </a:r>
            <a:r>
              <a:rPr lang="en-US" altLang="en-US" sz="2000" dirty="0" err="1"/>
              <a:t>una</a:t>
            </a:r>
            <a:r>
              <a:rPr lang="en-US" altLang="en-US" sz="2000" dirty="0"/>
              <a:t> meta, y …</a:t>
            </a:r>
          </a:p>
          <a:p>
            <a:pPr lvl="1" eaLnBrk="1" hangingPunct="1">
              <a:spcAft>
                <a:spcPts val="1200"/>
              </a:spcAft>
            </a:pPr>
            <a:r>
              <a:rPr lang="en-US" altLang="en-US" sz="2000" dirty="0"/>
              <a:t>Se da </a:t>
            </a:r>
            <a:r>
              <a:rPr lang="en-US" altLang="en-US" sz="2000" dirty="0" err="1"/>
              <a:t>cuenta</a:t>
            </a:r>
            <a:r>
              <a:rPr lang="en-US" altLang="en-US" sz="2000" dirty="0"/>
              <a:t> que no </a:t>
            </a:r>
            <a:r>
              <a:rPr lang="en-US" altLang="en-US" sz="2000" dirty="0" err="1"/>
              <a:t>puede</a:t>
            </a:r>
            <a:r>
              <a:rPr lang="en-US" altLang="en-US" sz="2000" dirty="0"/>
              <a:t> </a:t>
            </a:r>
            <a:r>
              <a:rPr lang="en-US" altLang="en-US" sz="2000" dirty="0" err="1"/>
              <a:t>lograr</a:t>
            </a:r>
            <a:r>
              <a:rPr lang="en-US" altLang="en-US" sz="2000" dirty="0"/>
              <a:t> la meta solo </a:t>
            </a:r>
            <a:r>
              <a:rPr lang="en-US" altLang="en-US" sz="2000" dirty="0" err="1"/>
              <a:t>por</a:t>
            </a:r>
            <a:r>
              <a:rPr lang="en-US" altLang="en-US" sz="2000" dirty="0"/>
              <a:t> </a:t>
            </a:r>
            <a:r>
              <a:rPr lang="en-US" altLang="en-US" sz="2000" dirty="0" err="1"/>
              <a:t>si</a:t>
            </a:r>
            <a:r>
              <a:rPr lang="en-US" altLang="en-US" sz="2000" dirty="0"/>
              <a:t> </a:t>
            </a:r>
            <a:r>
              <a:rPr lang="en-US" altLang="en-US" sz="2000" dirty="0" err="1"/>
              <a:t>mismo</a:t>
            </a:r>
            <a:r>
              <a:rPr lang="en-US" altLang="en-US" sz="2000" dirty="0"/>
              <a:t> — no </a:t>
            </a:r>
            <a:r>
              <a:rPr lang="en-US" altLang="en-US" sz="2000" dirty="0" err="1"/>
              <a:t>tiene</a:t>
            </a:r>
            <a:r>
              <a:rPr lang="en-US" altLang="en-US" sz="2000" dirty="0"/>
              <a:t> la </a:t>
            </a:r>
            <a:r>
              <a:rPr lang="en-US" altLang="en-US" sz="2000" dirty="0" err="1"/>
              <a:t>capacidad</a:t>
            </a:r>
            <a:endParaRPr lang="en-US" altLang="en-US" sz="2000" dirty="0"/>
          </a:p>
          <a:p>
            <a:pPr lvl="1" eaLnBrk="1" hangingPunct="1">
              <a:spcAft>
                <a:spcPts val="1200"/>
              </a:spcAft>
            </a:pPr>
            <a:r>
              <a:rPr lang="en-US" altLang="en-US" sz="2000" dirty="0"/>
              <a:t>Se da </a:t>
            </a:r>
            <a:r>
              <a:rPr lang="en-US" altLang="en-US" sz="2000" dirty="0" err="1"/>
              <a:t>cuenta</a:t>
            </a:r>
            <a:r>
              <a:rPr lang="en-US" altLang="en-US" sz="2000" dirty="0"/>
              <a:t> que </a:t>
            </a:r>
            <a:r>
              <a:rPr lang="en-US" altLang="en-US" sz="2000" dirty="0" err="1"/>
              <a:t>preferiría</a:t>
            </a:r>
            <a:r>
              <a:rPr lang="en-US" altLang="en-US" sz="2000" dirty="0"/>
              <a:t> no </a:t>
            </a:r>
            <a:r>
              <a:rPr lang="en-US" altLang="en-US" sz="2000" dirty="0" err="1"/>
              <a:t>lograr</a:t>
            </a:r>
            <a:r>
              <a:rPr lang="en-US" altLang="en-US" sz="2000" dirty="0"/>
              <a:t> la meta solo </a:t>
            </a:r>
            <a:r>
              <a:rPr lang="en-US" altLang="en-US" sz="2000" dirty="0" err="1"/>
              <a:t>por</a:t>
            </a:r>
            <a:r>
              <a:rPr lang="en-US" altLang="en-US" sz="2000" dirty="0"/>
              <a:t> </a:t>
            </a:r>
            <a:r>
              <a:rPr lang="en-US" altLang="en-US" sz="2000" dirty="0" err="1"/>
              <a:t>si</a:t>
            </a:r>
            <a:r>
              <a:rPr lang="en-US" altLang="en-US" sz="2000" dirty="0"/>
              <a:t> </a:t>
            </a:r>
            <a:r>
              <a:rPr lang="en-US" altLang="en-US" sz="2000" dirty="0" err="1"/>
              <a:t>mismo</a:t>
            </a:r>
            <a:r>
              <a:rPr lang="en-US" altLang="en-US" sz="2000" dirty="0"/>
              <a:t> (</a:t>
            </a:r>
            <a:r>
              <a:rPr lang="en-US" altLang="en-US" sz="2000" dirty="0" err="1"/>
              <a:t>típicamente</a:t>
            </a:r>
            <a:r>
              <a:rPr lang="en-US" altLang="en-US" sz="2000" dirty="0"/>
              <a:t> </a:t>
            </a:r>
            <a:r>
              <a:rPr lang="en-US" altLang="en-US" sz="2000" dirty="0" err="1"/>
              <a:t>porque</a:t>
            </a:r>
            <a:r>
              <a:rPr lang="en-US" altLang="en-US" sz="2000" dirty="0"/>
              <a:t> la </a:t>
            </a:r>
            <a:r>
              <a:rPr lang="en-US" altLang="en-US" sz="2000" dirty="0" err="1"/>
              <a:t>solución</a:t>
            </a:r>
            <a:r>
              <a:rPr lang="en-US" altLang="en-US" sz="2000" dirty="0"/>
              <a:t> </a:t>
            </a:r>
            <a:r>
              <a:rPr lang="en-US" altLang="en-US" sz="2000" dirty="0" err="1"/>
              <a:t>puede</a:t>
            </a:r>
            <a:r>
              <a:rPr lang="en-US" altLang="en-US" sz="2000" dirty="0"/>
              <a:t> </a:t>
            </a:r>
            <a:r>
              <a:rPr lang="en-US" altLang="en-US" sz="2000" dirty="0" err="1"/>
              <a:t>ser</a:t>
            </a:r>
            <a:r>
              <a:rPr lang="en-US" altLang="en-US" sz="2000" dirty="0"/>
              <a:t> de </a:t>
            </a:r>
            <a:r>
              <a:rPr lang="en-US" altLang="en-US" sz="2000" dirty="0" err="1"/>
              <a:t>baja</a:t>
            </a:r>
            <a:r>
              <a:rPr lang="en-US" altLang="en-US" sz="2000" dirty="0"/>
              <a:t> </a:t>
            </a:r>
            <a:r>
              <a:rPr lang="en-US" altLang="en-US" sz="2000" dirty="0" err="1"/>
              <a:t>calidad</a:t>
            </a:r>
            <a:r>
              <a:rPr lang="en-US" altLang="en-US" sz="2000" dirty="0"/>
              <a:t>, </a:t>
            </a:r>
            <a:r>
              <a:rPr lang="en-US" altLang="en-US" sz="2000" dirty="0" err="1"/>
              <a:t>fecha</a:t>
            </a:r>
            <a:r>
              <a:rPr lang="en-US" altLang="en-US" sz="2000" dirty="0"/>
              <a:t> de </a:t>
            </a:r>
            <a:r>
              <a:rPr lang="en-US" altLang="en-US" sz="2000" dirty="0" err="1"/>
              <a:t>término</a:t>
            </a:r>
            <a:r>
              <a:rPr lang="en-US" altLang="en-US" sz="2000" dirty="0"/>
              <a:t> no se </a:t>
            </a:r>
            <a:r>
              <a:rPr lang="en-US" altLang="en-US" sz="2000" dirty="0" err="1"/>
              <a:t>puede</a:t>
            </a:r>
            <a:r>
              <a:rPr lang="en-US" altLang="en-US" sz="2000" dirty="0"/>
              <a:t> </a:t>
            </a:r>
            <a:r>
              <a:rPr lang="en-US" altLang="en-US" sz="2000" dirty="0" err="1"/>
              <a:t>alcanzar</a:t>
            </a:r>
            <a:r>
              <a:rPr lang="en-US" altLang="en-US" sz="2000" dirty="0"/>
              <a:t>, etc.)</a:t>
            </a:r>
          </a:p>
        </p:txBody>
      </p:sp>
      <p:pic>
        <p:nvPicPr>
          <p:cNvPr id="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52161" b="52028"/>
          <a:stretch/>
        </p:blipFill>
        <p:spPr bwMode="auto">
          <a:xfrm>
            <a:off x="5867400" y="4396599"/>
            <a:ext cx="2667000" cy="2075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2560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55D56AE2-D086-46F5-B2B3-20C8F6E0B7E4}" type="slidenum">
              <a:rPr lang="en-US" altLang="en-US" smtClean="0"/>
              <a:pPr>
                <a:defRPr/>
              </a:pPr>
              <a:t>14</a:t>
            </a:fld>
            <a:endParaRPr lang="en-US" altLang="en-US" dirty="0"/>
          </a:p>
        </p:txBody>
      </p:sp>
      <p:sp>
        <p:nvSpPr>
          <p:cNvPr id="24579" name="Rectangle 2"/>
          <p:cNvSpPr>
            <a:spLocks noGrp="1" noChangeArrowheads="1"/>
          </p:cNvSpPr>
          <p:nvPr>
            <p:ph type="title"/>
          </p:nvPr>
        </p:nvSpPr>
        <p:spPr/>
        <p:txBody>
          <a:bodyPr/>
          <a:lstStyle/>
          <a:p>
            <a:pPr eaLnBrk="1" hangingPunct="1"/>
            <a:r>
              <a:rPr lang="en-US" altLang="en-US"/>
              <a:t>Anuncio</a:t>
            </a:r>
          </a:p>
        </p:txBody>
      </p:sp>
      <p:sp>
        <p:nvSpPr>
          <p:cNvPr id="24580" name="Rectangle 3"/>
          <p:cNvSpPr>
            <a:spLocks noGrp="1" noChangeArrowheads="1"/>
          </p:cNvSpPr>
          <p:nvPr>
            <p:ph type="body" idx="1"/>
          </p:nvPr>
        </p:nvSpPr>
        <p:spPr>
          <a:xfrm>
            <a:off x="457200" y="990600"/>
            <a:ext cx="8229600" cy="5257800"/>
          </a:xfrm>
        </p:spPr>
        <p:txBody>
          <a:bodyPr/>
          <a:lstStyle/>
          <a:p>
            <a:pPr eaLnBrk="1" hangingPunct="1">
              <a:spcAft>
                <a:spcPts val="1200"/>
              </a:spcAft>
            </a:pPr>
            <a:r>
              <a:rPr lang="en-US" altLang="en-US" sz="2000" dirty="0" err="1"/>
              <a:t>En</a:t>
            </a:r>
            <a:r>
              <a:rPr lang="en-US" altLang="en-US" sz="2000" dirty="0"/>
              <a:t> </a:t>
            </a:r>
            <a:r>
              <a:rPr lang="en-US" altLang="en-US" sz="2000" dirty="0" err="1"/>
              <a:t>esta</a:t>
            </a:r>
            <a:r>
              <a:rPr lang="en-US" altLang="en-US" sz="2000" dirty="0"/>
              <a:t> </a:t>
            </a:r>
            <a:r>
              <a:rPr lang="en-US" altLang="en-US" sz="2000" dirty="0" err="1"/>
              <a:t>etapa</a:t>
            </a:r>
            <a:r>
              <a:rPr lang="en-US" altLang="en-US" sz="2000" dirty="0"/>
              <a:t>, el </a:t>
            </a:r>
            <a:r>
              <a:rPr lang="en-US" altLang="en-US" sz="2000" dirty="0" err="1"/>
              <a:t>agente</a:t>
            </a:r>
            <a:r>
              <a:rPr lang="en-US" altLang="en-US" sz="2000" dirty="0"/>
              <a:t> con la </a:t>
            </a:r>
            <a:r>
              <a:rPr lang="en-US" altLang="en-US" sz="2000" dirty="0" err="1"/>
              <a:t>tarea</a:t>
            </a:r>
            <a:r>
              <a:rPr lang="en-US" altLang="en-US" sz="2000" dirty="0"/>
              <a:t> </a:t>
            </a:r>
            <a:r>
              <a:rPr lang="en-US" altLang="en-US" sz="2000" dirty="0" err="1"/>
              <a:t>manda</a:t>
            </a:r>
            <a:r>
              <a:rPr lang="en-US" altLang="en-US" sz="2000" dirty="0"/>
              <a:t> </a:t>
            </a:r>
            <a:r>
              <a:rPr lang="en-US" altLang="en-US" sz="2000" i="1" dirty="0" err="1">
                <a:solidFill>
                  <a:srgbClr val="003399"/>
                </a:solidFill>
              </a:rPr>
              <a:t>anuncios</a:t>
            </a:r>
            <a:r>
              <a:rPr lang="en-US" altLang="en-US" sz="2000" dirty="0"/>
              <a:t> de la </a:t>
            </a:r>
            <a:r>
              <a:rPr lang="en-US" altLang="en-US" sz="2000" dirty="0" err="1"/>
              <a:t>tarea</a:t>
            </a:r>
            <a:r>
              <a:rPr lang="en-US" altLang="en-US" sz="2000" dirty="0"/>
              <a:t> </a:t>
            </a:r>
            <a:r>
              <a:rPr lang="en-US" altLang="en-US" sz="2000" dirty="0" err="1"/>
              <a:t>incluyendo</a:t>
            </a:r>
            <a:r>
              <a:rPr lang="en-US" altLang="en-US" sz="2000" dirty="0"/>
              <a:t> </a:t>
            </a:r>
            <a:r>
              <a:rPr lang="en-US" altLang="en-US" sz="2000" dirty="0" err="1"/>
              <a:t>una</a:t>
            </a:r>
            <a:r>
              <a:rPr lang="en-US" altLang="en-US" sz="2000" dirty="0"/>
              <a:t> </a:t>
            </a:r>
            <a:r>
              <a:rPr lang="en-US" altLang="en-US" sz="2000" i="1" dirty="0" err="1">
                <a:solidFill>
                  <a:srgbClr val="003399"/>
                </a:solidFill>
              </a:rPr>
              <a:t>especificación</a:t>
            </a:r>
            <a:r>
              <a:rPr lang="en-US" altLang="en-US" sz="2000" i="1" dirty="0"/>
              <a:t> </a:t>
            </a:r>
            <a:r>
              <a:rPr lang="en-US" altLang="en-US" sz="2000" dirty="0"/>
              <a:t>de la </a:t>
            </a:r>
            <a:r>
              <a:rPr lang="en-US" altLang="en-US" sz="2000" dirty="0" err="1"/>
              <a:t>tarea</a:t>
            </a:r>
            <a:r>
              <a:rPr lang="en-US" altLang="en-US" sz="2000" dirty="0"/>
              <a:t> a </a:t>
            </a:r>
            <a:r>
              <a:rPr lang="en-US" altLang="en-US" sz="2000" dirty="0" err="1"/>
              <a:t>ser</a:t>
            </a:r>
            <a:r>
              <a:rPr lang="en-US" altLang="en-US" sz="2000" dirty="0"/>
              <a:t> </a:t>
            </a:r>
            <a:r>
              <a:rPr lang="en-US" altLang="en-US" sz="2000" dirty="0" err="1"/>
              <a:t>ejecutada</a:t>
            </a:r>
            <a:endParaRPr lang="en-US" altLang="en-US" sz="2000" dirty="0"/>
          </a:p>
          <a:p>
            <a:pPr eaLnBrk="1" hangingPunct="1">
              <a:spcAft>
                <a:spcPts val="1200"/>
              </a:spcAft>
            </a:pPr>
            <a:r>
              <a:rPr lang="en-US" altLang="en-US" sz="2000" dirty="0"/>
              <a:t>La </a:t>
            </a:r>
            <a:r>
              <a:rPr lang="en-US" altLang="en-US" sz="2000" dirty="0" err="1"/>
              <a:t>especificación</a:t>
            </a:r>
            <a:r>
              <a:rPr lang="en-US" altLang="en-US" sz="2000" dirty="0"/>
              <a:t> </a:t>
            </a:r>
            <a:r>
              <a:rPr lang="en-US" altLang="en-US" sz="2000" dirty="0" err="1"/>
              <a:t>debe</a:t>
            </a:r>
            <a:r>
              <a:rPr lang="en-US" altLang="en-US" sz="2000" dirty="0"/>
              <a:t> </a:t>
            </a:r>
            <a:r>
              <a:rPr lang="en-US" altLang="en-US" sz="2000" dirty="0" err="1"/>
              <a:t>contener</a:t>
            </a:r>
            <a:r>
              <a:rPr lang="en-US" altLang="en-US" sz="2000" dirty="0"/>
              <a:t>:</a:t>
            </a:r>
          </a:p>
          <a:p>
            <a:pPr lvl="1" eaLnBrk="1" hangingPunct="1">
              <a:spcAft>
                <a:spcPts val="1200"/>
              </a:spcAft>
            </a:pPr>
            <a:r>
              <a:rPr lang="en-US" altLang="en-US" sz="2000" dirty="0" err="1"/>
              <a:t>descripción</a:t>
            </a:r>
            <a:r>
              <a:rPr lang="en-US" altLang="en-US" sz="2000" dirty="0"/>
              <a:t> de la </a:t>
            </a:r>
            <a:r>
              <a:rPr lang="en-US" altLang="en-US" sz="2000" dirty="0" err="1"/>
              <a:t>tarea</a:t>
            </a:r>
            <a:endParaRPr lang="en-US" altLang="en-US" sz="2000" dirty="0"/>
          </a:p>
          <a:p>
            <a:pPr lvl="1" eaLnBrk="1" hangingPunct="1">
              <a:spcAft>
                <a:spcPts val="1200"/>
              </a:spcAft>
            </a:pPr>
            <a:r>
              <a:rPr lang="en-US" altLang="en-US" sz="2000" dirty="0" err="1"/>
              <a:t>cualquier</a:t>
            </a:r>
            <a:r>
              <a:rPr lang="en-US" altLang="en-US" sz="2000" dirty="0"/>
              <a:t> </a:t>
            </a:r>
            <a:r>
              <a:rPr lang="en-US" altLang="en-US" sz="2000" dirty="0" err="1"/>
              <a:t>restricción</a:t>
            </a:r>
            <a:r>
              <a:rPr lang="en-US" altLang="en-US" sz="2000" dirty="0"/>
              <a:t> (</a:t>
            </a:r>
            <a:r>
              <a:rPr lang="en-US" altLang="en-US" sz="2000" dirty="0" err="1"/>
              <a:t>fechas</a:t>
            </a:r>
            <a:r>
              <a:rPr lang="en-US" altLang="en-US" sz="2000" dirty="0"/>
              <a:t> </a:t>
            </a:r>
            <a:r>
              <a:rPr lang="en-US" altLang="en-US" sz="2000" dirty="0" err="1"/>
              <a:t>límite</a:t>
            </a:r>
            <a:r>
              <a:rPr lang="en-US" altLang="en-US" sz="2000" dirty="0"/>
              <a:t>, </a:t>
            </a:r>
            <a:r>
              <a:rPr lang="en-US" altLang="en-US" sz="2000" dirty="0" err="1"/>
              <a:t>calidad</a:t>
            </a:r>
            <a:r>
              <a:rPr lang="en-US" altLang="en-US" sz="2000" dirty="0"/>
              <a:t>)</a:t>
            </a:r>
          </a:p>
          <a:p>
            <a:pPr lvl="1" eaLnBrk="1" hangingPunct="1">
              <a:spcAft>
                <a:spcPts val="1200"/>
              </a:spcAft>
            </a:pPr>
            <a:r>
              <a:rPr lang="en-US" altLang="en-US" sz="2000" dirty="0"/>
              <a:t>meta-</a:t>
            </a:r>
            <a:r>
              <a:rPr lang="en-US" altLang="en-US" sz="2000" dirty="0" err="1"/>
              <a:t>información</a:t>
            </a:r>
            <a:r>
              <a:rPr lang="en-US" altLang="en-US" sz="2000" dirty="0"/>
              <a:t> de la </a:t>
            </a:r>
            <a:r>
              <a:rPr lang="en-US" altLang="en-US" sz="2000" dirty="0" err="1"/>
              <a:t>tarea</a:t>
            </a:r>
            <a:r>
              <a:rPr lang="en-US" altLang="en-US" sz="2000" dirty="0"/>
              <a:t> (“</a:t>
            </a:r>
            <a:r>
              <a:rPr lang="en-US" altLang="en-US" sz="2000" dirty="0" err="1"/>
              <a:t>ofertas</a:t>
            </a:r>
            <a:r>
              <a:rPr lang="en-US" altLang="en-US" sz="2000" dirty="0"/>
              <a:t> </a:t>
            </a:r>
            <a:r>
              <a:rPr lang="en-US" altLang="en-US" sz="2000" dirty="0" err="1"/>
              <a:t>deben</a:t>
            </a:r>
            <a:r>
              <a:rPr lang="en-US" altLang="en-US" sz="2000" dirty="0"/>
              <a:t> </a:t>
            </a:r>
            <a:r>
              <a:rPr lang="en-US" altLang="en-US" sz="2000" dirty="0" err="1"/>
              <a:t>ser</a:t>
            </a:r>
            <a:r>
              <a:rPr lang="en-US" altLang="en-US" sz="2000" dirty="0"/>
              <a:t> </a:t>
            </a:r>
            <a:r>
              <a:rPr lang="en-US" altLang="en-US" sz="2000" dirty="0" err="1"/>
              <a:t>enviadas</a:t>
            </a:r>
            <a:r>
              <a:rPr lang="en-US" altLang="en-US" sz="2000" dirty="0"/>
              <a:t> el …”)</a:t>
            </a:r>
          </a:p>
          <a:p>
            <a:pPr eaLnBrk="1" hangingPunct="1">
              <a:spcAft>
                <a:spcPts val="1200"/>
              </a:spcAft>
            </a:pPr>
            <a:r>
              <a:rPr lang="en-US" altLang="en-US" sz="2000" dirty="0"/>
              <a:t>El </a:t>
            </a:r>
            <a:r>
              <a:rPr lang="en-US" altLang="en-US" sz="2000" dirty="0" err="1"/>
              <a:t>anuncio</a:t>
            </a:r>
            <a:r>
              <a:rPr lang="en-US" altLang="en-US" sz="2000" dirty="0"/>
              <a:t> </a:t>
            </a:r>
            <a:r>
              <a:rPr lang="en-US" altLang="en-US" sz="2000" dirty="0" err="1"/>
              <a:t>es</a:t>
            </a:r>
            <a:r>
              <a:rPr lang="en-US" altLang="en-US" sz="2000" dirty="0"/>
              <a:t> </a:t>
            </a:r>
            <a:r>
              <a:rPr lang="en-US" altLang="en-US" sz="2000" dirty="0" err="1"/>
              <a:t>difundido</a:t>
            </a:r>
            <a:r>
              <a:rPr lang="en-US" altLang="en-US" sz="2000" dirty="0"/>
              <a:t> (</a:t>
            </a:r>
            <a:r>
              <a:rPr lang="en-US" altLang="en-US" sz="2000" i="1" dirty="0">
                <a:solidFill>
                  <a:srgbClr val="003399"/>
                </a:solidFill>
              </a:rPr>
              <a:t>broadcast</a:t>
            </a:r>
            <a:r>
              <a:rPr lang="en-US" altLang="en-US" sz="2000" dirty="0"/>
              <a:t>)</a:t>
            </a:r>
          </a:p>
        </p:txBody>
      </p:sp>
      <p:pic>
        <p:nvPicPr>
          <p:cNvPr id="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49488" b="52028"/>
          <a:stretch/>
        </p:blipFill>
        <p:spPr bwMode="auto">
          <a:xfrm>
            <a:off x="5562600" y="4052094"/>
            <a:ext cx="2590800" cy="1909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1994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1B26B17A-5CD0-4F95-BCE8-C54E998DF902}" type="slidenum">
              <a:rPr lang="en-US" altLang="en-US" smtClean="0"/>
              <a:pPr>
                <a:defRPr/>
              </a:pPr>
              <a:t>15</a:t>
            </a:fld>
            <a:endParaRPr lang="en-US" altLang="en-US" dirty="0"/>
          </a:p>
        </p:txBody>
      </p:sp>
      <p:sp>
        <p:nvSpPr>
          <p:cNvPr id="25603" name="Rectangle 2"/>
          <p:cNvSpPr>
            <a:spLocks noGrp="1" noChangeArrowheads="1"/>
          </p:cNvSpPr>
          <p:nvPr>
            <p:ph type="title"/>
          </p:nvPr>
        </p:nvSpPr>
        <p:spPr/>
        <p:txBody>
          <a:bodyPr/>
          <a:lstStyle/>
          <a:p>
            <a:pPr eaLnBrk="1" hangingPunct="1"/>
            <a:r>
              <a:rPr lang="en-US" altLang="en-US"/>
              <a:t>Ofertas</a:t>
            </a:r>
          </a:p>
        </p:txBody>
      </p:sp>
      <p:sp>
        <p:nvSpPr>
          <p:cNvPr id="25604" name="Rectangle 3"/>
          <p:cNvSpPr>
            <a:spLocks noGrp="1" noChangeArrowheads="1"/>
          </p:cNvSpPr>
          <p:nvPr>
            <p:ph type="body" idx="1"/>
          </p:nvPr>
        </p:nvSpPr>
        <p:spPr>
          <a:xfrm>
            <a:off x="457200" y="1295401"/>
            <a:ext cx="8229600" cy="3200400"/>
          </a:xfrm>
        </p:spPr>
        <p:txBody>
          <a:bodyPr/>
          <a:lstStyle/>
          <a:p>
            <a:pPr eaLnBrk="1" hangingPunct="1">
              <a:spcAft>
                <a:spcPts val="1200"/>
              </a:spcAft>
            </a:pPr>
            <a:r>
              <a:rPr lang="en-US" altLang="en-US" sz="2000" dirty="0"/>
              <a:t>Los </a:t>
            </a:r>
            <a:r>
              <a:rPr lang="en-US" altLang="en-US" sz="2000" dirty="0" err="1"/>
              <a:t>agentes</a:t>
            </a:r>
            <a:r>
              <a:rPr lang="en-US" altLang="en-US" sz="2000" dirty="0"/>
              <a:t> que </a:t>
            </a:r>
            <a:r>
              <a:rPr lang="en-US" altLang="en-US" sz="2000" dirty="0" err="1"/>
              <a:t>reciben</a:t>
            </a:r>
            <a:r>
              <a:rPr lang="en-US" altLang="en-US" sz="2000" dirty="0"/>
              <a:t> el </a:t>
            </a:r>
            <a:r>
              <a:rPr lang="en-US" altLang="en-US" sz="2000" dirty="0" err="1"/>
              <a:t>anuncio</a:t>
            </a:r>
            <a:r>
              <a:rPr lang="en-US" altLang="en-US" sz="2000" dirty="0"/>
              <a:t> </a:t>
            </a:r>
            <a:r>
              <a:rPr lang="en-US" altLang="en-US" sz="2000" dirty="0" err="1"/>
              <a:t>deciden</a:t>
            </a:r>
            <a:r>
              <a:rPr lang="en-US" altLang="en-US" sz="2000" dirty="0"/>
              <a:t> </a:t>
            </a:r>
            <a:r>
              <a:rPr lang="en-US" altLang="en-US" sz="2000" dirty="0" err="1"/>
              <a:t>ellos</a:t>
            </a:r>
            <a:r>
              <a:rPr lang="en-US" altLang="en-US" sz="2000" dirty="0"/>
              <a:t> </a:t>
            </a:r>
            <a:r>
              <a:rPr lang="en-US" altLang="en-US" sz="2000" dirty="0" err="1"/>
              <a:t>mismos</a:t>
            </a:r>
            <a:r>
              <a:rPr lang="en-US" altLang="en-US" sz="2000" dirty="0"/>
              <a:t> </a:t>
            </a:r>
            <a:r>
              <a:rPr lang="en-US" altLang="en-US" sz="2000" dirty="0" err="1"/>
              <a:t>si</a:t>
            </a:r>
            <a:r>
              <a:rPr lang="en-US" altLang="en-US" sz="2000" dirty="0"/>
              <a:t> </a:t>
            </a:r>
            <a:r>
              <a:rPr lang="en-US" altLang="en-US" sz="2000" dirty="0" err="1"/>
              <a:t>desean</a:t>
            </a:r>
            <a:r>
              <a:rPr lang="en-US" altLang="en-US" sz="2000" dirty="0"/>
              <a:t> </a:t>
            </a:r>
            <a:r>
              <a:rPr lang="en-US" altLang="en-US" sz="2000" dirty="0" err="1"/>
              <a:t>enviar</a:t>
            </a:r>
            <a:r>
              <a:rPr lang="en-US" altLang="en-US" sz="2000" dirty="0"/>
              <a:t> </a:t>
            </a:r>
            <a:r>
              <a:rPr lang="en-US" altLang="en-US" sz="2000" dirty="0" err="1"/>
              <a:t>ofertas</a:t>
            </a:r>
            <a:endParaRPr lang="en-US" altLang="en-US" sz="2000" dirty="0"/>
          </a:p>
          <a:p>
            <a:pPr eaLnBrk="1" hangingPunct="1">
              <a:spcAft>
                <a:spcPts val="1200"/>
              </a:spcAft>
            </a:pPr>
            <a:r>
              <a:rPr lang="en-US" altLang="en-US" sz="2000" dirty="0" err="1"/>
              <a:t>Factores</a:t>
            </a:r>
            <a:r>
              <a:rPr lang="en-US" altLang="en-US" sz="2000" dirty="0"/>
              <a:t>:</a:t>
            </a:r>
          </a:p>
          <a:p>
            <a:pPr lvl="1" eaLnBrk="1" hangingPunct="1">
              <a:spcAft>
                <a:spcPts val="1200"/>
              </a:spcAft>
            </a:pPr>
            <a:r>
              <a:rPr lang="en-US" altLang="en-US" sz="2000" dirty="0"/>
              <a:t>El </a:t>
            </a:r>
            <a:r>
              <a:rPr lang="en-US" altLang="en-US" sz="2000" dirty="0" err="1"/>
              <a:t>agente</a:t>
            </a:r>
            <a:r>
              <a:rPr lang="en-US" altLang="en-US" sz="2000" dirty="0"/>
              <a:t> </a:t>
            </a:r>
            <a:r>
              <a:rPr lang="en-US" altLang="en-US" sz="2000" dirty="0" err="1"/>
              <a:t>debe</a:t>
            </a:r>
            <a:r>
              <a:rPr lang="en-US" altLang="en-US" sz="2000" dirty="0"/>
              <a:t> </a:t>
            </a:r>
            <a:r>
              <a:rPr lang="en-US" altLang="en-US" sz="2000" dirty="0" err="1"/>
              <a:t>decidir</a:t>
            </a:r>
            <a:r>
              <a:rPr lang="en-US" altLang="en-US" sz="2000" dirty="0"/>
              <a:t> </a:t>
            </a:r>
            <a:r>
              <a:rPr lang="en-US" altLang="en-US" sz="2000" dirty="0" err="1"/>
              <a:t>si</a:t>
            </a:r>
            <a:r>
              <a:rPr lang="en-US" altLang="en-US" sz="2000" dirty="0"/>
              <a:t> </a:t>
            </a:r>
            <a:r>
              <a:rPr lang="en-US" altLang="en-US" sz="2000" dirty="0" err="1"/>
              <a:t>es</a:t>
            </a:r>
            <a:r>
              <a:rPr lang="en-US" altLang="en-US" sz="2000" dirty="0"/>
              <a:t> </a:t>
            </a:r>
            <a:r>
              <a:rPr lang="en-US" altLang="en-US" sz="2000" dirty="0" err="1"/>
              <a:t>capaz</a:t>
            </a:r>
            <a:r>
              <a:rPr lang="en-US" altLang="en-US" sz="2000" dirty="0"/>
              <a:t> de </a:t>
            </a:r>
            <a:r>
              <a:rPr lang="en-US" altLang="en-US" sz="2000" dirty="0" err="1"/>
              <a:t>realizar</a:t>
            </a:r>
            <a:r>
              <a:rPr lang="en-US" altLang="en-US" sz="2000" dirty="0"/>
              <a:t> la </a:t>
            </a:r>
            <a:r>
              <a:rPr lang="en-US" altLang="en-US" sz="2000" dirty="0" err="1"/>
              <a:t>tarea</a:t>
            </a:r>
            <a:endParaRPr lang="en-US" altLang="en-US" sz="2000" dirty="0"/>
          </a:p>
          <a:p>
            <a:pPr lvl="1" eaLnBrk="1" hangingPunct="1">
              <a:spcAft>
                <a:spcPts val="1200"/>
              </a:spcAft>
            </a:pPr>
            <a:r>
              <a:rPr lang="en-US" altLang="en-US" sz="2000" dirty="0"/>
              <a:t>El </a:t>
            </a:r>
            <a:r>
              <a:rPr lang="en-US" altLang="en-US" sz="2000" dirty="0" err="1"/>
              <a:t>agente</a:t>
            </a:r>
            <a:r>
              <a:rPr lang="en-US" altLang="en-US" sz="2000" dirty="0"/>
              <a:t> </a:t>
            </a:r>
            <a:r>
              <a:rPr lang="en-US" altLang="en-US" sz="2000" dirty="0" err="1"/>
              <a:t>debe</a:t>
            </a:r>
            <a:r>
              <a:rPr lang="en-US" altLang="en-US" sz="2000" dirty="0"/>
              <a:t> </a:t>
            </a:r>
            <a:r>
              <a:rPr lang="en-US" altLang="en-US" sz="2000" dirty="0" err="1"/>
              <a:t>determinar</a:t>
            </a:r>
            <a:r>
              <a:rPr lang="en-US" altLang="en-US" sz="2000" dirty="0"/>
              <a:t> las </a:t>
            </a:r>
            <a:r>
              <a:rPr lang="en-US" altLang="en-US" sz="2000" dirty="0" err="1"/>
              <a:t>restricciones</a:t>
            </a:r>
            <a:r>
              <a:rPr lang="en-US" altLang="en-US" sz="2000" dirty="0"/>
              <a:t> de </a:t>
            </a:r>
            <a:r>
              <a:rPr lang="en-US" altLang="en-US" sz="2000" dirty="0" err="1"/>
              <a:t>calidad</a:t>
            </a:r>
            <a:r>
              <a:rPr lang="en-US" altLang="en-US" sz="2000" dirty="0"/>
              <a:t> e </a:t>
            </a:r>
            <a:r>
              <a:rPr lang="en-US" altLang="en-US" sz="2000" dirty="0" err="1"/>
              <a:t>información</a:t>
            </a:r>
            <a:r>
              <a:rPr lang="en-US" altLang="en-US" sz="2000" dirty="0"/>
              <a:t> de </a:t>
            </a:r>
            <a:r>
              <a:rPr lang="en-US" altLang="en-US" sz="2000" dirty="0" err="1"/>
              <a:t>precio</a:t>
            </a:r>
            <a:r>
              <a:rPr lang="en-US" altLang="en-US" sz="2000" dirty="0"/>
              <a:t> (</a:t>
            </a:r>
            <a:r>
              <a:rPr lang="en-US" altLang="en-US" sz="2000" dirty="0" err="1"/>
              <a:t>si</a:t>
            </a:r>
            <a:r>
              <a:rPr lang="en-US" altLang="en-US" sz="2000" dirty="0"/>
              <a:t> </a:t>
            </a:r>
            <a:r>
              <a:rPr lang="en-US" altLang="en-US" sz="2000" dirty="0" err="1"/>
              <a:t>es</a:t>
            </a:r>
            <a:r>
              <a:rPr lang="en-US" altLang="en-US" sz="2000" dirty="0"/>
              <a:t> </a:t>
            </a:r>
            <a:r>
              <a:rPr lang="en-US" altLang="en-US" sz="2000" dirty="0" err="1"/>
              <a:t>relevante</a:t>
            </a:r>
            <a:r>
              <a:rPr lang="en-US" altLang="en-US" sz="2000" dirty="0"/>
              <a:t>)</a:t>
            </a:r>
          </a:p>
          <a:p>
            <a:pPr eaLnBrk="1" hangingPunct="1">
              <a:spcAft>
                <a:spcPts val="1200"/>
              </a:spcAft>
            </a:pPr>
            <a:r>
              <a:rPr lang="en-US" altLang="en-US" sz="2000" dirty="0"/>
              <a:t>Si </a:t>
            </a:r>
            <a:r>
              <a:rPr lang="en-US" altLang="en-US" sz="2000" dirty="0" err="1"/>
              <a:t>deciden</a:t>
            </a:r>
            <a:r>
              <a:rPr lang="en-US" altLang="en-US" sz="2000" dirty="0"/>
              <a:t> </a:t>
            </a:r>
            <a:r>
              <a:rPr lang="en-US" altLang="en-US" sz="2000" dirty="0" err="1"/>
              <a:t>ofertar</a:t>
            </a:r>
            <a:r>
              <a:rPr lang="en-US" altLang="en-US" sz="2000" dirty="0"/>
              <a:t>, </a:t>
            </a:r>
            <a:r>
              <a:rPr lang="en-US" altLang="en-US" sz="2000" dirty="0" err="1"/>
              <a:t>envían</a:t>
            </a:r>
            <a:r>
              <a:rPr lang="en-US" altLang="en-US" sz="2000" dirty="0"/>
              <a:t> </a:t>
            </a:r>
            <a:r>
              <a:rPr lang="en-US" altLang="en-US" sz="2000" dirty="0" err="1"/>
              <a:t>una</a:t>
            </a:r>
            <a:r>
              <a:rPr lang="en-US" altLang="en-US" sz="2000" dirty="0"/>
              <a:t> </a:t>
            </a:r>
            <a:r>
              <a:rPr lang="en-US" altLang="en-US" sz="2000" dirty="0" err="1"/>
              <a:t>oferta</a:t>
            </a:r>
            <a:r>
              <a:rPr lang="en-US" altLang="en-US" sz="2000" dirty="0"/>
              <a:t> (</a:t>
            </a:r>
            <a:r>
              <a:rPr lang="en-US" altLang="en-US" sz="2000" i="1" dirty="0">
                <a:solidFill>
                  <a:srgbClr val="003399"/>
                </a:solidFill>
              </a:rPr>
              <a:t>tender</a:t>
            </a:r>
            <a:r>
              <a:rPr lang="en-US" altLang="en-US" sz="2000" dirty="0"/>
              <a:t>)</a:t>
            </a:r>
          </a:p>
        </p:txBody>
      </p:sp>
      <p:pic>
        <p:nvPicPr>
          <p:cNvPr id="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t="50098" r="53811"/>
          <a:stretch/>
        </p:blipFill>
        <p:spPr bwMode="auto">
          <a:xfrm>
            <a:off x="6019800" y="4114799"/>
            <a:ext cx="2667000" cy="223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956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72F66CAF-E55A-4685-8111-556DFC6B3400}" type="slidenum">
              <a:rPr lang="en-US" altLang="en-US" smtClean="0"/>
              <a:pPr>
                <a:defRPr/>
              </a:pPr>
              <a:t>16</a:t>
            </a:fld>
            <a:endParaRPr lang="en-US" altLang="en-US" dirty="0"/>
          </a:p>
        </p:txBody>
      </p:sp>
      <p:sp>
        <p:nvSpPr>
          <p:cNvPr id="26627" name="Rectangle 2"/>
          <p:cNvSpPr>
            <a:spLocks noGrp="1" noChangeArrowheads="1"/>
          </p:cNvSpPr>
          <p:nvPr>
            <p:ph type="title"/>
          </p:nvPr>
        </p:nvSpPr>
        <p:spPr/>
        <p:txBody>
          <a:bodyPr/>
          <a:lstStyle/>
          <a:p>
            <a:pPr eaLnBrk="1" hangingPunct="1"/>
            <a:r>
              <a:rPr lang="en-US" altLang="en-US"/>
              <a:t>Asignación y Ejecución</a:t>
            </a:r>
          </a:p>
        </p:txBody>
      </p:sp>
      <p:sp>
        <p:nvSpPr>
          <p:cNvPr id="26628" name="Rectangle 3"/>
          <p:cNvSpPr>
            <a:spLocks noGrp="1" noChangeArrowheads="1"/>
          </p:cNvSpPr>
          <p:nvPr>
            <p:ph type="body" idx="1"/>
          </p:nvPr>
        </p:nvSpPr>
        <p:spPr>
          <a:xfrm>
            <a:off x="457200" y="1295401"/>
            <a:ext cx="8229600" cy="2667000"/>
          </a:xfrm>
        </p:spPr>
        <p:txBody>
          <a:bodyPr/>
          <a:lstStyle/>
          <a:p>
            <a:pPr eaLnBrk="1" hangingPunct="1">
              <a:spcAft>
                <a:spcPts val="1200"/>
              </a:spcAft>
            </a:pPr>
            <a:r>
              <a:rPr lang="en-US" altLang="en-US" sz="2000" dirty="0"/>
              <a:t>El </a:t>
            </a:r>
            <a:r>
              <a:rPr lang="en-US" altLang="en-US" sz="2000" dirty="0" err="1"/>
              <a:t>agente</a:t>
            </a:r>
            <a:r>
              <a:rPr lang="en-US" altLang="en-US" sz="2000" dirty="0"/>
              <a:t> que </a:t>
            </a:r>
            <a:r>
              <a:rPr lang="en-US" altLang="en-US" sz="2000" dirty="0" err="1"/>
              <a:t>envió</a:t>
            </a:r>
            <a:r>
              <a:rPr lang="en-US" altLang="en-US" sz="2000" dirty="0"/>
              <a:t> el </a:t>
            </a:r>
            <a:r>
              <a:rPr lang="en-US" altLang="en-US" sz="2000" dirty="0" err="1"/>
              <a:t>anuncio</a:t>
            </a:r>
            <a:r>
              <a:rPr lang="en-US" altLang="en-US" sz="2000" dirty="0"/>
              <a:t> </a:t>
            </a:r>
            <a:r>
              <a:rPr lang="en-US" altLang="en-US" sz="2000" dirty="0" err="1"/>
              <a:t>debe</a:t>
            </a:r>
            <a:r>
              <a:rPr lang="en-US" altLang="en-US" sz="2000" dirty="0"/>
              <a:t> </a:t>
            </a:r>
            <a:r>
              <a:rPr lang="en-US" altLang="en-US" sz="2000" dirty="0" err="1"/>
              <a:t>elegir</a:t>
            </a:r>
            <a:r>
              <a:rPr lang="en-US" altLang="en-US" sz="2000" dirty="0"/>
              <a:t> entre las </a:t>
            </a:r>
            <a:r>
              <a:rPr lang="en-US" altLang="en-US" sz="2000" dirty="0" err="1"/>
              <a:t>ofertas</a:t>
            </a:r>
            <a:r>
              <a:rPr lang="en-US" altLang="en-US" sz="2000" dirty="0"/>
              <a:t> y </a:t>
            </a:r>
            <a:r>
              <a:rPr lang="en-US" altLang="en-US" sz="2000" dirty="0" err="1"/>
              <a:t>decidir</a:t>
            </a:r>
            <a:r>
              <a:rPr lang="en-US" altLang="en-US" sz="2000" dirty="0"/>
              <a:t> a </a:t>
            </a:r>
            <a:r>
              <a:rPr lang="en-US" altLang="en-US" sz="2000" dirty="0" err="1"/>
              <a:t>quién</a:t>
            </a:r>
            <a:r>
              <a:rPr lang="en-US" altLang="en-US" sz="2000" dirty="0"/>
              <a:t> </a:t>
            </a:r>
            <a:r>
              <a:rPr lang="en-US" altLang="en-US" sz="2000" dirty="0" err="1"/>
              <a:t>asignar</a:t>
            </a:r>
            <a:r>
              <a:rPr lang="en-US" altLang="en-US" sz="2000" dirty="0"/>
              <a:t> el </a:t>
            </a:r>
            <a:r>
              <a:rPr lang="en-US" altLang="en-US" sz="2000" dirty="0" err="1"/>
              <a:t>contrato</a:t>
            </a:r>
            <a:endParaRPr lang="en-US" altLang="en-US" sz="2000" dirty="0"/>
          </a:p>
          <a:p>
            <a:pPr eaLnBrk="1" hangingPunct="1">
              <a:spcAft>
                <a:spcPts val="1200"/>
              </a:spcAft>
            </a:pPr>
            <a:r>
              <a:rPr lang="en-US" altLang="en-US" sz="2000" dirty="0"/>
              <a:t>El </a:t>
            </a:r>
            <a:r>
              <a:rPr lang="en-US" altLang="en-US" sz="2000" dirty="0" err="1"/>
              <a:t>resultado</a:t>
            </a:r>
            <a:r>
              <a:rPr lang="en-US" altLang="en-US" sz="2000" dirty="0"/>
              <a:t> de </a:t>
            </a:r>
            <a:r>
              <a:rPr lang="en-US" altLang="en-US" sz="2000" dirty="0" err="1"/>
              <a:t>este</a:t>
            </a:r>
            <a:r>
              <a:rPr lang="en-US" altLang="en-US" sz="2000" dirty="0"/>
              <a:t> </a:t>
            </a:r>
            <a:r>
              <a:rPr lang="en-US" altLang="en-US" sz="2000" dirty="0" err="1"/>
              <a:t>proceso</a:t>
            </a:r>
            <a:r>
              <a:rPr lang="en-US" altLang="en-US" sz="2000" dirty="0"/>
              <a:t> </a:t>
            </a:r>
            <a:r>
              <a:rPr lang="en-US" altLang="en-US" sz="2000" dirty="0" err="1"/>
              <a:t>es</a:t>
            </a:r>
            <a:r>
              <a:rPr lang="en-US" altLang="en-US" sz="2000" dirty="0"/>
              <a:t> </a:t>
            </a:r>
            <a:r>
              <a:rPr lang="en-US" altLang="en-US" sz="2000" dirty="0" err="1"/>
              <a:t>comunicado</a:t>
            </a:r>
            <a:r>
              <a:rPr lang="en-US" altLang="en-US" sz="2000" dirty="0"/>
              <a:t> a </a:t>
            </a:r>
            <a:r>
              <a:rPr lang="en-US" altLang="en-US" sz="2000" dirty="0" err="1"/>
              <a:t>los</a:t>
            </a:r>
            <a:r>
              <a:rPr lang="en-US" altLang="en-US" sz="2000" dirty="0"/>
              <a:t> </a:t>
            </a:r>
            <a:r>
              <a:rPr lang="en-US" altLang="en-US" sz="2000" dirty="0" err="1"/>
              <a:t>agentes</a:t>
            </a:r>
            <a:r>
              <a:rPr lang="en-US" altLang="en-US" sz="2000" dirty="0"/>
              <a:t> que </a:t>
            </a:r>
            <a:r>
              <a:rPr lang="en-US" altLang="en-US" sz="2000" dirty="0" err="1"/>
              <a:t>enviaron</a:t>
            </a:r>
            <a:r>
              <a:rPr lang="en-US" altLang="en-US" sz="2000" dirty="0"/>
              <a:t> </a:t>
            </a:r>
            <a:r>
              <a:rPr lang="en-US" altLang="en-US" sz="2000" dirty="0" err="1"/>
              <a:t>una</a:t>
            </a:r>
            <a:r>
              <a:rPr lang="en-US" altLang="en-US" sz="2000" dirty="0"/>
              <a:t> </a:t>
            </a:r>
            <a:r>
              <a:rPr lang="en-US" altLang="en-US" sz="2000" dirty="0" err="1"/>
              <a:t>oferta</a:t>
            </a:r>
            <a:endParaRPr lang="en-US" altLang="en-US" sz="2000" dirty="0"/>
          </a:p>
          <a:p>
            <a:pPr eaLnBrk="1" hangingPunct="1">
              <a:spcAft>
                <a:spcPts val="1200"/>
              </a:spcAft>
            </a:pPr>
            <a:r>
              <a:rPr lang="en-US" altLang="en-US" sz="2000" dirty="0"/>
              <a:t>El </a:t>
            </a:r>
            <a:r>
              <a:rPr lang="en-US" altLang="en-US" sz="2000" dirty="0" err="1"/>
              <a:t>contratante</a:t>
            </a:r>
            <a:r>
              <a:rPr lang="en-US" altLang="en-US" sz="2000" dirty="0"/>
              <a:t> </a:t>
            </a:r>
            <a:r>
              <a:rPr lang="en-US" altLang="en-US" sz="2000" dirty="0" err="1"/>
              <a:t>exitoso</a:t>
            </a:r>
            <a:r>
              <a:rPr lang="en-US" altLang="en-US" sz="2000" dirty="0"/>
              <a:t> </a:t>
            </a:r>
            <a:r>
              <a:rPr lang="en-US" altLang="en-US" sz="2000" dirty="0" err="1"/>
              <a:t>debe</a:t>
            </a:r>
            <a:r>
              <a:rPr lang="en-US" altLang="en-US" sz="2000" dirty="0"/>
              <a:t> </a:t>
            </a:r>
            <a:r>
              <a:rPr lang="en-US" altLang="en-US" sz="2000" dirty="0" err="1"/>
              <a:t>realizar</a:t>
            </a:r>
            <a:r>
              <a:rPr lang="en-US" altLang="en-US" sz="2000" dirty="0"/>
              <a:t> la </a:t>
            </a:r>
            <a:r>
              <a:rPr lang="en-US" altLang="en-US" sz="2000" dirty="0" err="1"/>
              <a:t>tarea</a:t>
            </a:r>
            <a:endParaRPr lang="en-US" altLang="en-US" sz="2000" dirty="0"/>
          </a:p>
          <a:p>
            <a:pPr eaLnBrk="1" hangingPunct="1">
              <a:spcAft>
                <a:spcPts val="1200"/>
              </a:spcAft>
            </a:pPr>
            <a:r>
              <a:rPr lang="en-US" altLang="en-US" sz="2000" dirty="0" err="1"/>
              <a:t>Puede</a:t>
            </a:r>
            <a:r>
              <a:rPr lang="en-US" altLang="en-US" sz="2000" dirty="0"/>
              <a:t> </a:t>
            </a:r>
            <a:r>
              <a:rPr lang="en-US" altLang="en-US" sz="2000" dirty="0" err="1"/>
              <a:t>involucrar</a:t>
            </a:r>
            <a:r>
              <a:rPr lang="en-US" altLang="en-US" sz="2000" dirty="0"/>
              <a:t> la </a:t>
            </a:r>
            <a:r>
              <a:rPr lang="en-US" altLang="en-US" sz="2000" dirty="0" err="1"/>
              <a:t>generación</a:t>
            </a:r>
            <a:r>
              <a:rPr lang="en-US" altLang="en-US" sz="2000" dirty="0"/>
              <a:t> de </a:t>
            </a:r>
            <a:r>
              <a:rPr lang="en-US" altLang="en-US" sz="2000" dirty="0" err="1"/>
              <a:t>otros</a:t>
            </a:r>
            <a:r>
              <a:rPr lang="en-US" altLang="en-US" sz="2000" dirty="0"/>
              <a:t> </a:t>
            </a:r>
            <a:r>
              <a:rPr lang="en-US" altLang="en-US" sz="2000" dirty="0" err="1"/>
              <a:t>contratos</a:t>
            </a:r>
            <a:r>
              <a:rPr lang="en-US" altLang="en-US" sz="2000" dirty="0"/>
              <a:t>: </a:t>
            </a:r>
            <a:r>
              <a:rPr lang="en-US" altLang="en-US" sz="2000" i="1" dirty="0" err="1">
                <a:solidFill>
                  <a:srgbClr val="003399"/>
                </a:solidFill>
              </a:rPr>
              <a:t>subcontractos</a:t>
            </a:r>
            <a:endParaRPr lang="en-US" altLang="en-US" sz="2000" i="1" dirty="0">
              <a:solidFill>
                <a:srgbClr val="003399"/>
              </a:solidFill>
            </a:endParaRPr>
          </a:p>
        </p:txBody>
      </p:sp>
      <p:pic>
        <p:nvPicPr>
          <p:cNvPr id="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49488" t="50098"/>
          <a:stretch/>
        </p:blipFill>
        <p:spPr bwMode="auto">
          <a:xfrm>
            <a:off x="5943600" y="4191000"/>
            <a:ext cx="2743200" cy="210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9518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905D1E57-0078-4041-B31D-43934792B73C}" type="slidenum">
              <a:rPr lang="en-US" altLang="en-US" smtClean="0"/>
              <a:pPr>
                <a:defRPr/>
              </a:pPr>
              <a:t>17</a:t>
            </a:fld>
            <a:endParaRPr lang="en-US" altLang="en-US" dirty="0"/>
          </a:p>
        </p:txBody>
      </p:sp>
      <p:sp>
        <p:nvSpPr>
          <p:cNvPr id="27651" name="Rectangle 2"/>
          <p:cNvSpPr>
            <a:spLocks noGrp="1" noChangeArrowheads="1"/>
          </p:cNvSpPr>
          <p:nvPr>
            <p:ph type="title"/>
          </p:nvPr>
        </p:nvSpPr>
        <p:spPr/>
        <p:txBody>
          <a:bodyPr/>
          <a:lstStyle/>
          <a:p>
            <a:pPr eaLnBrk="1" hangingPunct="1"/>
            <a:r>
              <a:rPr lang="en-US" altLang="en-US" sz="3800"/>
              <a:t>Problemas para Implementar la Contract Net</a:t>
            </a:r>
          </a:p>
        </p:txBody>
      </p:sp>
      <p:sp>
        <p:nvSpPr>
          <p:cNvPr id="27652" name="Rectangle 3"/>
          <p:cNvSpPr>
            <a:spLocks noGrp="1" noChangeArrowheads="1"/>
          </p:cNvSpPr>
          <p:nvPr>
            <p:ph type="body" idx="1"/>
          </p:nvPr>
        </p:nvSpPr>
        <p:spPr/>
        <p:txBody>
          <a:bodyPr/>
          <a:lstStyle/>
          <a:p>
            <a:pPr eaLnBrk="1" hangingPunct="1">
              <a:spcAft>
                <a:spcPts val="1200"/>
              </a:spcAft>
            </a:pPr>
            <a:r>
              <a:rPr lang="en-US" altLang="en-US" sz="2000" dirty="0" err="1"/>
              <a:t>Cómo</a:t>
            </a:r>
            <a:r>
              <a:rPr lang="en-US" altLang="en-US" sz="2000" dirty="0"/>
              <a:t>…</a:t>
            </a:r>
          </a:p>
          <a:p>
            <a:pPr lvl="1" eaLnBrk="1" hangingPunct="1">
              <a:spcAft>
                <a:spcPts val="1200"/>
              </a:spcAft>
            </a:pPr>
            <a:r>
              <a:rPr lang="en-US" altLang="en-US" sz="2000" dirty="0"/>
              <a:t>…</a:t>
            </a:r>
            <a:r>
              <a:rPr lang="en-US" altLang="en-US" sz="2000" dirty="0" err="1"/>
              <a:t>especificar</a:t>
            </a:r>
            <a:r>
              <a:rPr lang="en-US" altLang="en-US" sz="2000" dirty="0"/>
              <a:t> </a:t>
            </a:r>
            <a:r>
              <a:rPr lang="en-US" altLang="en-US" sz="2000" i="1" dirty="0" err="1">
                <a:solidFill>
                  <a:srgbClr val="003399"/>
                </a:solidFill>
              </a:rPr>
              <a:t>tareas</a:t>
            </a:r>
            <a:r>
              <a:rPr lang="en-US" altLang="en-US" sz="2000" i="1" dirty="0">
                <a:solidFill>
                  <a:srgbClr val="003399"/>
                </a:solidFill>
              </a:rPr>
              <a:t> </a:t>
            </a:r>
            <a:r>
              <a:rPr lang="en-US" altLang="en-US" sz="2000" dirty="0"/>
              <a:t>?</a:t>
            </a:r>
          </a:p>
          <a:p>
            <a:pPr lvl="1" eaLnBrk="1" hangingPunct="1">
              <a:spcAft>
                <a:spcPts val="1200"/>
              </a:spcAft>
            </a:pPr>
            <a:r>
              <a:rPr lang="en-US" altLang="en-US" sz="2000" dirty="0"/>
              <a:t>… </a:t>
            </a:r>
            <a:r>
              <a:rPr lang="en-US" altLang="en-US" sz="2000" dirty="0" err="1"/>
              <a:t>especificar</a:t>
            </a:r>
            <a:r>
              <a:rPr lang="en-US" altLang="en-US" sz="2000" dirty="0"/>
              <a:t> </a:t>
            </a:r>
            <a:r>
              <a:rPr lang="en-US" altLang="en-US" sz="2000" i="1" dirty="0" err="1">
                <a:solidFill>
                  <a:srgbClr val="003399"/>
                </a:solidFill>
              </a:rPr>
              <a:t>calidad</a:t>
            </a:r>
            <a:r>
              <a:rPr lang="en-US" altLang="en-US" sz="2000" i="1" dirty="0">
                <a:solidFill>
                  <a:srgbClr val="003399"/>
                </a:solidFill>
              </a:rPr>
              <a:t> de </a:t>
            </a:r>
            <a:r>
              <a:rPr lang="en-US" altLang="en-US" sz="2000" i="1" dirty="0" err="1">
                <a:solidFill>
                  <a:srgbClr val="003399"/>
                </a:solidFill>
              </a:rPr>
              <a:t>servicio</a:t>
            </a:r>
            <a:r>
              <a:rPr lang="en-US" altLang="en-US" sz="2000" dirty="0"/>
              <a:t>?</a:t>
            </a:r>
          </a:p>
          <a:p>
            <a:pPr lvl="1" eaLnBrk="1" hangingPunct="1">
              <a:spcAft>
                <a:spcPts val="1200"/>
              </a:spcAft>
            </a:pPr>
            <a:r>
              <a:rPr lang="en-US" altLang="en-US" sz="2000" dirty="0"/>
              <a:t>…</a:t>
            </a:r>
            <a:r>
              <a:rPr lang="en-US" altLang="en-US" sz="2000" dirty="0" err="1"/>
              <a:t>seleccionar</a:t>
            </a:r>
            <a:r>
              <a:rPr lang="en-US" altLang="en-US" sz="2000" dirty="0"/>
              <a:t> entre </a:t>
            </a:r>
            <a:r>
              <a:rPr lang="en-US" altLang="en-US" sz="2000" dirty="0" err="1"/>
              <a:t>distintas</a:t>
            </a:r>
            <a:r>
              <a:rPr lang="en-US" altLang="en-US" sz="2000" dirty="0"/>
              <a:t> </a:t>
            </a:r>
            <a:r>
              <a:rPr lang="en-US" altLang="en-US" sz="2000" dirty="0" err="1"/>
              <a:t>ofertas</a:t>
            </a:r>
            <a:r>
              <a:rPr lang="en-US" altLang="en-US" sz="2000" dirty="0"/>
              <a:t> </a:t>
            </a:r>
            <a:r>
              <a:rPr lang="en-US" altLang="en-US" sz="2000" dirty="0" err="1"/>
              <a:t>en</a:t>
            </a:r>
            <a:r>
              <a:rPr lang="en-US" altLang="en-US" sz="2000" dirty="0"/>
              <a:t> </a:t>
            </a:r>
            <a:r>
              <a:rPr lang="en-US" altLang="en-US" sz="2000" dirty="0" err="1"/>
              <a:t>competencia</a:t>
            </a:r>
            <a:r>
              <a:rPr lang="en-US" altLang="en-US" sz="2000" dirty="0"/>
              <a:t>?</a:t>
            </a:r>
          </a:p>
          <a:p>
            <a:pPr lvl="1" eaLnBrk="1" hangingPunct="1">
              <a:spcAft>
                <a:spcPts val="1200"/>
              </a:spcAft>
            </a:pPr>
            <a:r>
              <a:rPr lang="en-US" altLang="en-US" sz="2000" dirty="0"/>
              <a:t>…</a:t>
            </a:r>
            <a:r>
              <a:rPr lang="en-US" altLang="en-US" sz="2000" dirty="0" err="1"/>
              <a:t>diferenciar</a:t>
            </a:r>
            <a:r>
              <a:rPr lang="en-US" altLang="en-US" sz="2000" dirty="0"/>
              <a:t> entre </a:t>
            </a:r>
            <a:r>
              <a:rPr lang="en-US" altLang="en-US" sz="2000" dirty="0" err="1"/>
              <a:t>ofertas</a:t>
            </a:r>
            <a:r>
              <a:rPr lang="en-US" altLang="en-US" sz="2000" dirty="0"/>
              <a:t> </a:t>
            </a:r>
            <a:r>
              <a:rPr lang="en-US" altLang="en-US" sz="2000" dirty="0" err="1"/>
              <a:t>basadas</a:t>
            </a:r>
            <a:r>
              <a:rPr lang="en-US" altLang="en-US" sz="2000" dirty="0"/>
              <a:t> </a:t>
            </a:r>
            <a:r>
              <a:rPr lang="en-US" altLang="en-US" sz="2000" dirty="0" err="1"/>
              <a:t>en</a:t>
            </a:r>
            <a:r>
              <a:rPr lang="en-US" altLang="en-US" sz="2000" dirty="0"/>
              <a:t> </a:t>
            </a:r>
            <a:r>
              <a:rPr lang="en-US" altLang="en-US" sz="2000" dirty="0" err="1"/>
              <a:t>múltiples</a:t>
            </a:r>
            <a:r>
              <a:rPr lang="en-US" altLang="en-US" sz="2000" dirty="0"/>
              <a:t> </a:t>
            </a:r>
            <a:r>
              <a:rPr lang="en-US" altLang="en-US" sz="2000" dirty="0" err="1"/>
              <a:t>criterios</a:t>
            </a:r>
            <a:r>
              <a:rPr lang="en-US" altLang="en-US" sz="2000" dirty="0"/>
              <a:t>?</a:t>
            </a:r>
          </a:p>
        </p:txBody>
      </p:sp>
    </p:spTree>
    <p:extLst>
      <p:ext uri="{BB962C8B-B14F-4D97-AF65-F5344CB8AC3E}">
        <p14:creationId xmlns:p14="http://schemas.microsoft.com/office/powerpoint/2010/main" val="2658091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1810621B-88C3-4D29-8BFC-9DB6F56CF473}" type="slidenum">
              <a:rPr lang="en-US" altLang="en-US" smtClean="0"/>
              <a:pPr>
                <a:defRPr/>
              </a:pPr>
              <a:t>18</a:t>
            </a:fld>
            <a:endParaRPr lang="en-US" altLang="en-US" dirty="0"/>
          </a:p>
        </p:txBody>
      </p:sp>
      <p:sp>
        <p:nvSpPr>
          <p:cNvPr id="29699" name="Rectangle 4"/>
          <p:cNvSpPr>
            <a:spLocks noGrp="1" noChangeArrowheads="1"/>
          </p:cNvSpPr>
          <p:nvPr>
            <p:ph type="title"/>
          </p:nvPr>
        </p:nvSpPr>
        <p:spPr/>
        <p:txBody>
          <a:bodyPr/>
          <a:lstStyle/>
          <a:p>
            <a:pPr eaLnBrk="1" hangingPunct="1"/>
            <a:r>
              <a:rPr lang="en-US" altLang="en-US"/>
              <a:t>Tipos de Mensajes</a:t>
            </a:r>
          </a:p>
        </p:txBody>
      </p:sp>
      <p:sp>
        <p:nvSpPr>
          <p:cNvPr id="29700" name="Rectangle 5"/>
          <p:cNvSpPr>
            <a:spLocks noGrp="1" noChangeArrowheads="1"/>
          </p:cNvSpPr>
          <p:nvPr>
            <p:ph type="body" idx="1"/>
          </p:nvPr>
        </p:nvSpPr>
        <p:spPr>
          <a:xfrm>
            <a:off x="457200" y="1600201"/>
            <a:ext cx="8077200" cy="3276600"/>
          </a:xfrm>
        </p:spPr>
        <p:txBody>
          <a:bodyPr/>
          <a:lstStyle/>
          <a:p>
            <a:pPr eaLnBrk="1" hangingPunct="1"/>
            <a:r>
              <a:rPr lang="en-US" altLang="en-US" sz="2400" dirty="0" err="1"/>
              <a:t>Anuncio</a:t>
            </a:r>
            <a:r>
              <a:rPr lang="en-US" altLang="en-US" sz="2400" dirty="0"/>
              <a:t> de </a:t>
            </a:r>
            <a:r>
              <a:rPr lang="en-US" altLang="en-US" sz="2400" dirty="0" err="1"/>
              <a:t>tareas</a:t>
            </a:r>
            <a:endParaRPr lang="en-US" altLang="en-US" sz="2400" dirty="0"/>
          </a:p>
          <a:p>
            <a:pPr eaLnBrk="1" hangingPunct="1"/>
            <a:r>
              <a:rPr lang="en-US" altLang="en-US" sz="2400" dirty="0" err="1"/>
              <a:t>Ofertas</a:t>
            </a:r>
            <a:endParaRPr lang="en-US" altLang="en-US" sz="2400" dirty="0"/>
          </a:p>
          <a:p>
            <a:pPr eaLnBrk="1" hangingPunct="1"/>
            <a:r>
              <a:rPr lang="en-US" altLang="en-US" sz="2400" dirty="0" err="1"/>
              <a:t>Asignación</a:t>
            </a:r>
            <a:endParaRPr lang="en-US" altLang="en-US" sz="2400" dirty="0"/>
          </a:p>
          <a:p>
            <a:pPr eaLnBrk="1" hangingPunct="1"/>
            <a:r>
              <a:rPr lang="en-US" altLang="en-US" sz="2400" dirty="0" err="1"/>
              <a:t>Reportes</a:t>
            </a:r>
            <a:r>
              <a:rPr lang="en-US" altLang="en-US" sz="2400" dirty="0"/>
              <a:t> </a:t>
            </a:r>
            <a:r>
              <a:rPr lang="en-US" altLang="en-US" sz="2400" dirty="0" err="1"/>
              <a:t>intermedios</a:t>
            </a:r>
            <a:r>
              <a:rPr lang="en-US" altLang="en-US" sz="2400" dirty="0"/>
              <a:t> (</a:t>
            </a:r>
            <a:r>
              <a:rPr lang="en-US" altLang="en-US" sz="2400" dirty="0" err="1"/>
              <a:t>progreso</a:t>
            </a:r>
            <a:r>
              <a:rPr lang="en-US" altLang="en-US" sz="2400" dirty="0"/>
              <a:t> de </a:t>
            </a:r>
            <a:r>
              <a:rPr lang="en-US" altLang="en-US" sz="2400" dirty="0" err="1"/>
              <a:t>tareas</a:t>
            </a:r>
            <a:r>
              <a:rPr lang="en-US" altLang="en-US" sz="2400" dirty="0"/>
              <a:t>)</a:t>
            </a:r>
          </a:p>
          <a:p>
            <a:pPr eaLnBrk="1" hangingPunct="1"/>
            <a:r>
              <a:rPr lang="en-US" altLang="en-US" sz="2400" dirty="0" err="1"/>
              <a:t>Reporte</a:t>
            </a:r>
            <a:r>
              <a:rPr lang="en-US" altLang="en-US" sz="2400" dirty="0"/>
              <a:t> final (</a:t>
            </a:r>
            <a:r>
              <a:rPr lang="en-US" altLang="en-US" sz="2400" dirty="0" err="1"/>
              <a:t>incluyendo</a:t>
            </a:r>
            <a:r>
              <a:rPr lang="en-US" altLang="en-US" sz="2400" dirty="0"/>
              <a:t> </a:t>
            </a:r>
            <a:r>
              <a:rPr lang="en-US" altLang="en-US" sz="2400" dirty="0" err="1"/>
              <a:t>descripción</a:t>
            </a:r>
            <a:r>
              <a:rPr lang="en-US" altLang="en-US" sz="2400" dirty="0"/>
              <a:t> de </a:t>
            </a:r>
            <a:r>
              <a:rPr lang="en-US" altLang="en-US" sz="2400" dirty="0" err="1"/>
              <a:t>resultados</a:t>
            </a:r>
            <a:r>
              <a:rPr lang="en-US" altLang="en-US" sz="2400" dirty="0"/>
              <a:t>)</a:t>
            </a:r>
          </a:p>
          <a:p>
            <a:pPr eaLnBrk="1" hangingPunct="1"/>
            <a:r>
              <a:rPr lang="en-US" altLang="en-US" sz="2400" dirty="0" err="1"/>
              <a:t>Mensaje</a:t>
            </a:r>
            <a:r>
              <a:rPr lang="en-US" altLang="en-US" sz="2400" dirty="0"/>
              <a:t> de </a:t>
            </a:r>
            <a:r>
              <a:rPr lang="en-US" altLang="en-US" sz="2400" dirty="0" err="1"/>
              <a:t>terminación</a:t>
            </a:r>
            <a:r>
              <a:rPr lang="en-US" altLang="en-US" sz="2400" dirty="0"/>
              <a:t> (</a:t>
            </a:r>
            <a:r>
              <a:rPr lang="en-US" altLang="en-US" sz="2400" dirty="0" err="1"/>
              <a:t>si</a:t>
            </a:r>
            <a:r>
              <a:rPr lang="en-US" altLang="en-US" sz="2400" dirty="0"/>
              <a:t> el </a:t>
            </a:r>
            <a:r>
              <a:rPr lang="en-US" altLang="en-US" sz="2400" dirty="0" err="1"/>
              <a:t>administrador</a:t>
            </a:r>
            <a:r>
              <a:rPr lang="en-US" altLang="en-US" sz="2400" dirty="0"/>
              <a:t> decide </a:t>
            </a:r>
            <a:r>
              <a:rPr lang="en-US" altLang="en-US" sz="2400" dirty="0" err="1"/>
              <a:t>terminar</a:t>
            </a:r>
            <a:r>
              <a:rPr lang="en-US" altLang="en-US" sz="2400" dirty="0"/>
              <a:t> un </a:t>
            </a:r>
            <a:r>
              <a:rPr lang="en-US" altLang="en-US" sz="2400" dirty="0" err="1"/>
              <a:t>contrato</a:t>
            </a:r>
            <a:r>
              <a:rPr lang="en-US" altLang="en-US" sz="2400" dirty="0"/>
              <a:t>)</a:t>
            </a: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4530427"/>
            <a:ext cx="2796556" cy="2170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121836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94451E69-B038-4780-BE96-9CFF90A54276}" type="slidenum">
              <a:rPr lang="en-US" altLang="en-US" smtClean="0"/>
              <a:pPr>
                <a:defRPr/>
              </a:pPr>
              <a:t>19</a:t>
            </a:fld>
            <a:endParaRPr lang="en-US" altLang="en-US" dirty="0"/>
          </a:p>
        </p:txBody>
      </p:sp>
      <p:sp>
        <p:nvSpPr>
          <p:cNvPr id="30723" name="Rectangle 4"/>
          <p:cNvSpPr>
            <a:spLocks noGrp="1" noChangeArrowheads="1"/>
          </p:cNvSpPr>
          <p:nvPr>
            <p:ph type="title"/>
          </p:nvPr>
        </p:nvSpPr>
        <p:spPr/>
        <p:txBody>
          <a:bodyPr/>
          <a:lstStyle/>
          <a:p>
            <a:pPr eaLnBrk="1" hangingPunct="1"/>
            <a:r>
              <a:rPr lang="en-US" altLang="en-US"/>
              <a:t>Modificaciones para la Eficiencia</a:t>
            </a:r>
          </a:p>
        </p:txBody>
      </p:sp>
      <p:sp>
        <p:nvSpPr>
          <p:cNvPr id="30724" name="Rectangle 5"/>
          <p:cNvSpPr>
            <a:spLocks noGrp="1" noChangeArrowheads="1"/>
          </p:cNvSpPr>
          <p:nvPr>
            <p:ph type="body" idx="1"/>
          </p:nvPr>
        </p:nvSpPr>
        <p:spPr>
          <a:xfrm>
            <a:off x="457200" y="1295400"/>
            <a:ext cx="8229600" cy="4835525"/>
          </a:xfrm>
        </p:spPr>
        <p:txBody>
          <a:bodyPr/>
          <a:lstStyle/>
          <a:p>
            <a:pPr eaLnBrk="1" hangingPunct="1">
              <a:lnSpc>
                <a:spcPct val="90000"/>
              </a:lnSpc>
            </a:pPr>
            <a:r>
              <a:rPr lang="en-US" altLang="en-US" sz="2400" dirty="0" err="1"/>
              <a:t>Anuncio</a:t>
            </a:r>
            <a:r>
              <a:rPr lang="en-US" altLang="en-US" sz="2400" dirty="0"/>
              <a:t> </a:t>
            </a:r>
            <a:r>
              <a:rPr lang="en-US" altLang="en-US" sz="2400" dirty="0" err="1"/>
              <a:t>selectivo</a:t>
            </a:r>
            <a:r>
              <a:rPr lang="en-US" altLang="en-US" sz="2400" dirty="0"/>
              <a:t>— </a:t>
            </a:r>
            <a:r>
              <a:rPr lang="en-US" altLang="en-US" sz="2400" dirty="0" err="1"/>
              <a:t>cuando</a:t>
            </a:r>
            <a:r>
              <a:rPr lang="en-US" altLang="en-US" sz="2400" dirty="0"/>
              <a:t> la </a:t>
            </a:r>
            <a:r>
              <a:rPr lang="en-US" altLang="en-US" sz="2400" dirty="0" err="1"/>
              <a:t>difusión</a:t>
            </a:r>
            <a:r>
              <a:rPr lang="en-US" altLang="en-US" sz="2400" dirty="0"/>
              <a:t> general no </a:t>
            </a:r>
            <a:r>
              <a:rPr lang="en-US" altLang="en-US" sz="2400" dirty="0" err="1"/>
              <a:t>es</a:t>
            </a:r>
            <a:r>
              <a:rPr lang="en-US" altLang="en-US" sz="2400" dirty="0"/>
              <a:t> </a:t>
            </a:r>
            <a:r>
              <a:rPr lang="en-US" altLang="en-US" sz="2400" dirty="0" err="1"/>
              <a:t>requerida</a:t>
            </a:r>
            <a:endParaRPr lang="en-US" altLang="en-US" sz="2400" dirty="0"/>
          </a:p>
          <a:p>
            <a:pPr eaLnBrk="1" hangingPunct="1">
              <a:lnSpc>
                <a:spcPct val="90000"/>
              </a:lnSpc>
            </a:pPr>
            <a:r>
              <a:rPr lang="en-US" altLang="en-US" sz="2400" dirty="0" err="1"/>
              <a:t>Contratos</a:t>
            </a:r>
            <a:r>
              <a:rPr lang="en-US" altLang="en-US" sz="2400" dirty="0"/>
              <a:t> </a:t>
            </a:r>
            <a:r>
              <a:rPr lang="en-US" altLang="en-US" sz="2400" dirty="0" err="1"/>
              <a:t>dirigidos</a:t>
            </a:r>
            <a:r>
              <a:rPr lang="en-US" altLang="en-US" sz="2400" dirty="0"/>
              <a:t> — </a:t>
            </a:r>
            <a:r>
              <a:rPr lang="en-US" altLang="en-US" sz="2400" dirty="0" err="1"/>
              <a:t>cuando</a:t>
            </a:r>
            <a:r>
              <a:rPr lang="en-US" altLang="en-US" sz="2400" dirty="0"/>
              <a:t> el </a:t>
            </a:r>
            <a:r>
              <a:rPr lang="en-US" altLang="en-US" sz="2400" dirty="0" err="1"/>
              <a:t>administrador</a:t>
            </a:r>
            <a:r>
              <a:rPr lang="en-US" altLang="en-US" sz="2400" dirty="0"/>
              <a:t> </a:t>
            </a:r>
            <a:r>
              <a:rPr lang="en-US" altLang="en-US" sz="2400" dirty="0" err="1"/>
              <a:t>ya</a:t>
            </a:r>
            <a:r>
              <a:rPr lang="en-US" altLang="en-US" sz="2400" dirty="0"/>
              <a:t> </a:t>
            </a:r>
            <a:r>
              <a:rPr lang="en-US" altLang="en-US" sz="2400" dirty="0" err="1"/>
              <a:t>sabe</a:t>
            </a:r>
            <a:r>
              <a:rPr lang="en-US" altLang="en-US" sz="2400" dirty="0"/>
              <a:t> </a:t>
            </a:r>
            <a:r>
              <a:rPr lang="en-US" altLang="en-US" sz="2400" dirty="0" err="1"/>
              <a:t>qué</a:t>
            </a:r>
            <a:r>
              <a:rPr lang="en-US" altLang="en-US" sz="2400" dirty="0"/>
              <a:t> </a:t>
            </a:r>
            <a:r>
              <a:rPr lang="en-US" altLang="en-US" sz="2400" dirty="0" err="1"/>
              <a:t>nodos</a:t>
            </a:r>
            <a:r>
              <a:rPr lang="en-US" altLang="en-US" sz="2400" dirty="0"/>
              <a:t> son los </a:t>
            </a:r>
            <a:r>
              <a:rPr lang="en-US" altLang="en-US" sz="2400" dirty="0" err="1"/>
              <a:t>apropiados</a:t>
            </a:r>
            <a:endParaRPr lang="en-US" altLang="en-US" sz="2400" dirty="0"/>
          </a:p>
          <a:p>
            <a:pPr eaLnBrk="1" hangingPunct="1">
              <a:lnSpc>
                <a:spcPct val="90000"/>
              </a:lnSpc>
            </a:pPr>
            <a:r>
              <a:rPr lang="en-US" altLang="en-US" sz="2400" dirty="0" err="1"/>
              <a:t>Mecanismo</a:t>
            </a:r>
            <a:r>
              <a:rPr lang="en-US" altLang="en-US" sz="2400" dirty="0"/>
              <a:t> </a:t>
            </a:r>
            <a:r>
              <a:rPr lang="en-US" altLang="en-US" sz="2400" dirty="0" err="1"/>
              <a:t>Solicitud-respuesta</a:t>
            </a:r>
            <a:r>
              <a:rPr lang="en-US" altLang="en-US" sz="2400" dirty="0"/>
              <a:t> — para </a:t>
            </a:r>
            <a:r>
              <a:rPr lang="en-US" altLang="en-US" sz="2400" dirty="0" err="1"/>
              <a:t>transferencia</a:t>
            </a:r>
            <a:r>
              <a:rPr lang="en-US" altLang="en-US" sz="2400" dirty="0"/>
              <a:t> simple de </a:t>
            </a:r>
            <a:r>
              <a:rPr lang="en-US" altLang="en-US" sz="2400" dirty="0" err="1"/>
              <a:t>información</a:t>
            </a:r>
            <a:r>
              <a:rPr lang="en-US" altLang="en-US" sz="2400" dirty="0"/>
              <a:t> sin </a:t>
            </a:r>
            <a:r>
              <a:rPr lang="en-US" altLang="en-US" sz="2400" dirty="0" err="1"/>
              <a:t>involucrar</a:t>
            </a:r>
            <a:r>
              <a:rPr lang="en-US" altLang="en-US" sz="2400" dirty="0"/>
              <a:t> </a:t>
            </a:r>
            <a:r>
              <a:rPr lang="en-US" altLang="en-US" sz="2400" dirty="0" err="1"/>
              <a:t>contrato</a:t>
            </a:r>
            <a:endParaRPr lang="en-US" altLang="en-US" sz="2400" dirty="0"/>
          </a:p>
          <a:p>
            <a:pPr eaLnBrk="1" hangingPunct="1">
              <a:lnSpc>
                <a:spcPct val="90000"/>
              </a:lnSpc>
            </a:pPr>
            <a:r>
              <a:rPr lang="en-US" altLang="en-US" sz="2400" dirty="0" err="1"/>
              <a:t>Mensaje</a:t>
            </a:r>
            <a:r>
              <a:rPr lang="en-US" altLang="en-US" sz="2400" dirty="0"/>
              <a:t> de </a:t>
            </a:r>
            <a:r>
              <a:rPr lang="en-US" altLang="en-US" sz="2400" dirty="0" err="1"/>
              <a:t>disponibilidad</a:t>
            </a:r>
            <a:r>
              <a:rPr lang="en-US" altLang="en-US" sz="2400" dirty="0"/>
              <a:t> de </a:t>
            </a:r>
            <a:r>
              <a:rPr lang="en-US" altLang="en-US" sz="2400" dirty="0" err="1"/>
              <a:t>nodo</a:t>
            </a:r>
            <a:r>
              <a:rPr lang="en-US" altLang="en-US" sz="2400" dirty="0"/>
              <a:t> — </a:t>
            </a:r>
            <a:r>
              <a:rPr lang="en-US" altLang="en-US" sz="2400" dirty="0" err="1"/>
              <a:t>invierte</a:t>
            </a:r>
            <a:r>
              <a:rPr lang="en-US" altLang="en-US" sz="2400" dirty="0"/>
              <a:t> </a:t>
            </a:r>
            <a:r>
              <a:rPr lang="en-US" altLang="en-US" sz="2400" dirty="0" err="1"/>
              <a:t>inicio</a:t>
            </a:r>
            <a:r>
              <a:rPr lang="en-US" altLang="en-US" sz="2400" dirty="0"/>
              <a:t> del </a:t>
            </a:r>
            <a:r>
              <a:rPr lang="en-US" altLang="en-US" sz="2400" dirty="0" err="1"/>
              <a:t>proceso</a:t>
            </a:r>
            <a:r>
              <a:rPr lang="en-US" altLang="en-US" sz="2400" dirty="0"/>
              <a:t> de </a:t>
            </a:r>
            <a:r>
              <a:rPr lang="en-US" altLang="en-US" sz="2400" dirty="0" err="1"/>
              <a:t>negociación</a:t>
            </a:r>
            <a:endParaRPr lang="en-US" altLang="en-US" sz="2400" dirty="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4530427"/>
            <a:ext cx="2796556" cy="2170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32685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B65B0E87-09C8-4A09-9EFE-5824FE3C5E1F}" type="slidenum">
              <a:rPr lang="en-US" altLang="en-US" smtClean="0"/>
              <a:pPr>
                <a:defRPr/>
              </a:pPr>
              <a:t>20</a:t>
            </a:fld>
            <a:endParaRPr lang="en-US" altLang="en-US" dirty="0"/>
          </a:p>
        </p:txBody>
      </p:sp>
      <p:sp>
        <p:nvSpPr>
          <p:cNvPr id="31747" name="Rectangle 4"/>
          <p:cNvSpPr>
            <a:spLocks noGrp="1" noChangeArrowheads="1"/>
          </p:cNvSpPr>
          <p:nvPr>
            <p:ph type="title"/>
          </p:nvPr>
        </p:nvSpPr>
        <p:spPr/>
        <p:txBody>
          <a:bodyPr/>
          <a:lstStyle/>
          <a:p>
            <a:pPr eaLnBrk="1" hangingPunct="1"/>
            <a:r>
              <a:rPr lang="en-US" altLang="en-US"/>
              <a:t>Formato de Mensaje</a:t>
            </a:r>
          </a:p>
        </p:txBody>
      </p:sp>
      <p:sp>
        <p:nvSpPr>
          <p:cNvPr id="31748" name="Rectangle 5"/>
          <p:cNvSpPr>
            <a:spLocks noGrp="1" noChangeArrowheads="1"/>
          </p:cNvSpPr>
          <p:nvPr>
            <p:ph type="body" idx="1"/>
          </p:nvPr>
        </p:nvSpPr>
        <p:spPr/>
        <p:txBody>
          <a:bodyPr/>
          <a:lstStyle/>
          <a:p>
            <a:pPr eaLnBrk="1" hangingPunct="1"/>
            <a:r>
              <a:rPr lang="en-US" altLang="en-US"/>
              <a:t>Ranuras para anuncio de tareas:</a:t>
            </a:r>
          </a:p>
          <a:p>
            <a:pPr lvl="1" eaLnBrk="1" hangingPunct="1"/>
            <a:r>
              <a:rPr lang="en-US" altLang="en-US"/>
              <a:t>Especificación de elegibilidad: qué características hacen que un agente sea elegible</a:t>
            </a:r>
          </a:p>
          <a:p>
            <a:pPr lvl="1" eaLnBrk="1" hangingPunct="1"/>
            <a:r>
              <a:rPr lang="en-US" altLang="en-US"/>
              <a:t>Abstracción de la tarea: qué se intenta realizar</a:t>
            </a:r>
          </a:p>
          <a:p>
            <a:pPr lvl="1" eaLnBrk="1" hangingPunct="1"/>
            <a:r>
              <a:rPr lang="en-US" altLang="en-US"/>
              <a:t>Especificación  de la oferta: qué debe contener la oferta</a:t>
            </a:r>
          </a:p>
          <a:p>
            <a:pPr lvl="1" eaLnBrk="1" hangingPunct="1"/>
            <a:r>
              <a:rPr lang="en-US" altLang="en-US"/>
              <a:t>Tiempo de expiración: hasta cuando se reciben ofertas</a:t>
            </a:r>
          </a:p>
        </p:txBody>
      </p:sp>
    </p:spTree>
    <p:extLst>
      <p:ext uri="{BB962C8B-B14F-4D97-AF65-F5344CB8AC3E}">
        <p14:creationId xmlns:p14="http://schemas.microsoft.com/office/powerpoint/2010/main" val="104244264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47930628-36FE-49B1-A964-FB1214780E64}" type="slidenum">
              <a:rPr lang="en-US" altLang="en-US" smtClean="0"/>
              <a:pPr>
                <a:defRPr/>
              </a:pPr>
              <a:t>21</a:t>
            </a:fld>
            <a:endParaRPr lang="en-US" altLang="en-US" dirty="0"/>
          </a:p>
        </p:txBody>
      </p:sp>
      <p:sp>
        <p:nvSpPr>
          <p:cNvPr id="32771" name="Rectangle 2"/>
          <p:cNvSpPr>
            <a:spLocks noGrp="1" noChangeArrowheads="1"/>
          </p:cNvSpPr>
          <p:nvPr>
            <p:ph type="body" idx="1"/>
          </p:nvPr>
        </p:nvSpPr>
        <p:spPr>
          <a:xfrm>
            <a:off x="609600" y="1606550"/>
            <a:ext cx="8153400" cy="4337050"/>
          </a:xfrm>
          <a:noFill/>
          <a:extLst>
            <a:ext uri="{91240B29-F687-4F45-9708-019B960494DF}">
              <a14:hiddenLine xmlns:a14="http://schemas.microsoft.com/office/drawing/2010/main" w="12700">
                <a:solidFill>
                  <a:schemeClr val="tx1"/>
                </a:solidFill>
                <a:miter lim="800000"/>
                <a:headEnd/>
                <a:tailEnd/>
              </a14:hiddenLine>
            </a:ext>
          </a:extLst>
        </p:spPr>
        <p:txBody>
          <a:bodyPr lIns="63588" tIns="25435" rIns="63588" bIns="25435">
            <a:spAutoFit/>
          </a:bodyPr>
          <a:lstStyle/>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To:	*</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From:	25</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Type:	Task Announcement</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Contract:	43–6</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Eligibility Specification:   Must-Have FFTBOX</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Task Abstraction:</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		Task Type Fourier Transform</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		Number-Points 1024</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		Node Name 25</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		Position LAT 64N LONG 10W</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Bid Specification:   Completion-Time</a:t>
            </a:r>
          </a:p>
          <a:p>
            <a:pPr marL="228600" indent="-228600" eaLnBrk="1" hangingPunct="1">
              <a:lnSpc>
                <a:spcPct val="90000"/>
              </a:lnSpc>
              <a:spcBef>
                <a:spcPct val="0"/>
              </a:spcBef>
              <a:buFont typeface="Wingdings" panose="05000000000000000000" pitchFamily="2" charset="2"/>
              <a:buNone/>
              <a:tabLst>
                <a:tab pos="1600200" algn="l"/>
              </a:tabLst>
            </a:pPr>
            <a:r>
              <a:rPr lang="en-US" altLang="en-US" sz="2600" dirty="0"/>
              <a:t>Expiration Time:    29 1645Z NOV 2023</a:t>
            </a:r>
          </a:p>
        </p:txBody>
      </p:sp>
      <p:sp>
        <p:nvSpPr>
          <p:cNvPr id="32772" name="Rectangle 3"/>
          <p:cNvSpPr>
            <a:spLocks noGrp="1" noChangeArrowheads="1"/>
          </p:cNvSpPr>
          <p:nvPr>
            <p:ph type="title"/>
          </p:nvPr>
        </p:nvSpPr>
        <p:spPr>
          <a:xfrm>
            <a:off x="457200" y="152400"/>
            <a:ext cx="8229600" cy="1139825"/>
          </a:xfrm>
        </p:spPr>
        <p:txBody>
          <a:bodyPr/>
          <a:lstStyle/>
          <a:p>
            <a:pPr eaLnBrk="1" hangingPunct="1"/>
            <a:r>
              <a:rPr lang="en-US" altLang="en-US"/>
              <a:t>Ejemplo de anuncio de tarea</a:t>
            </a:r>
            <a:br>
              <a:rPr lang="en-US" altLang="en-US"/>
            </a:br>
            <a:r>
              <a:rPr lang="en-US" altLang="en-US" sz="3200"/>
              <a:t>(common internode language)</a:t>
            </a:r>
          </a:p>
        </p:txBody>
      </p:sp>
    </p:spTree>
    <p:extLst>
      <p:ext uri="{BB962C8B-B14F-4D97-AF65-F5344CB8AC3E}">
        <p14:creationId xmlns:p14="http://schemas.microsoft.com/office/powerpoint/2010/main" val="8223467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A829F45-DB88-4805-A895-4931678BC84D}" type="slidenum">
              <a:rPr lang="en-US" altLang="en-US" sz="1200" smtClean="0">
                <a:latin typeface="Garamond" panose="02020404030301010803" pitchFamily="18" charset="0"/>
              </a:rPr>
              <a:pPr>
                <a:spcBef>
                  <a:spcPct val="0"/>
                </a:spcBef>
                <a:buClrTx/>
                <a:buSzTx/>
                <a:buFontTx/>
                <a:buNone/>
              </a:pPr>
              <a:t>22</a:t>
            </a:fld>
            <a:endParaRPr lang="en-US" altLang="en-US" sz="1200" dirty="0">
              <a:latin typeface="Garamond" panose="02020404030301010803" pitchFamily="18" charset="0"/>
            </a:endParaRPr>
          </a:p>
        </p:txBody>
      </p:sp>
      <p:sp>
        <p:nvSpPr>
          <p:cNvPr id="14339" name="Rectangle 2"/>
          <p:cNvSpPr>
            <a:spLocks noGrp="1" noChangeArrowheads="1"/>
          </p:cNvSpPr>
          <p:nvPr>
            <p:ph type="body" idx="1"/>
          </p:nvPr>
        </p:nvSpPr>
        <p:spPr>
          <a:xfrm>
            <a:off x="838200" y="1066800"/>
            <a:ext cx="7696200" cy="4114017"/>
          </a:xfrm>
          <a:noFill/>
          <a:extLst>
            <a:ext uri="{91240B29-F687-4F45-9708-019B960494DF}">
              <a14:hiddenLine xmlns:a14="http://schemas.microsoft.com/office/drawing/2010/main" w="50800">
                <a:solidFill>
                  <a:schemeClr val="tx1"/>
                </a:solidFill>
                <a:miter lim="800000"/>
                <a:headEnd/>
                <a:tailEnd/>
              </a14:hiddenLine>
            </a:ext>
          </a:extLst>
        </p:spPr>
        <p:txBody>
          <a:bodyPr lIns="63588" tIns="25435" rIns="63588" bIns="25435">
            <a:spAutoFit/>
          </a:bodyPr>
          <a:lstStyle/>
          <a:p>
            <a:pPr marL="571500" indent="-571500">
              <a:spcAft>
                <a:spcPts val="1200"/>
              </a:spcAft>
            </a:pPr>
            <a:r>
              <a:rPr lang="en-US" altLang="es-CL" sz="2000" dirty="0"/>
              <a:t>El 1er </a:t>
            </a:r>
            <a:r>
              <a:rPr lang="en-US" altLang="es-CL" sz="2000" dirty="0" err="1"/>
              <a:t>esquema</a:t>
            </a:r>
            <a:r>
              <a:rPr lang="en-US" altLang="es-CL" sz="2000" dirty="0"/>
              <a:t> para </a:t>
            </a:r>
            <a:r>
              <a:rPr lang="en-US" altLang="es-CL" sz="2000" dirty="0" err="1"/>
              <a:t>resolución</a:t>
            </a:r>
            <a:r>
              <a:rPr lang="en-US" altLang="es-CL" sz="2000" dirty="0"/>
              <a:t> </a:t>
            </a:r>
            <a:r>
              <a:rPr lang="en-US" altLang="es-CL" sz="2000" dirty="0" err="1"/>
              <a:t>cooperativa</a:t>
            </a:r>
            <a:r>
              <a:rPr lang="en-US" altLang="es-CL" sz="2000" dirty="0"/>
              <a:t> de </a:t>
            </a:r>
            <a:r>
              <a:rPr lang="en-US" altLang="es-CL" sz="2000" dirty="0" err="1"/>
              <a:t>problemas</a:t>
            </a:r>
            <a:r>
              <a:rPr lang="en-US" altLang="es-CL" sz="2000" dirty="0"/>
              <a:t>: el </a:t>
            </a:r>
            <a:r>
              <a:rPr lang="en-US" altLang="es-CL" sz="2000" dirty="0" err="1"/>
              <a:t>sistema</a:t>
            </a:r>
            <a:r>
              <a:rPr lang="en-US" altLang="es-CL" sz="2000" dirty="0"/>
              <a:t> </a:t>
            </a:r>
            <a:r>
              <a:rPr lang="en-US" altLang="es-CL" sz="2000" i="1" dirty="0">
                <a:solidFill>
                  <a:srgbClr val="003399"/>
                </a:solidFill>
              </a:rPr>
              <a:t>blackboard</a:t>
            </a:r>
            <a:endParaRPr lang="en-US" altLang="es-CL" sz="2000" dirty="0">
              <a:solidFill>
                <a:srgbClr val="003399"/>
              </a:solidFill>
            </a:endParaRPr>
          </a:p>
          <a:p>
            <a:pPr marL="571500" indent="-571500">
              <a:spcAft>
                <a:spcPts val="1200"/>
              </a:spcAft>
            </a:pPr>
            <a:r>
              <a:rPr lang="en-US" altLang="es-CL" sz="2000" dirty="0" err="1"/>
              <a:t>Resultados</a:t>
            </a:r>
            <a:r>
              <a:rPr lang="en-US" altLang="es-CL" sz="2000" dirty="0"/>
              <a:t> son </a:t>
            </a:r>
            <a:r>
              <a:rPr lang="en-US" altLang="es-CL" sz="2000" dirty="0" err="1"/>
              <a:t>compartidos</a:t>
            </a:r>
            <a:r>
              <a:rPr lang="en-US" altLang="es-CL" sz="2000" dirty="0"/>
              <a:t> via </a:t>
            </a:r>
            <a:r>
              <a:rPr lang="en-US" altLang="es-CL" sz="2000" dirty="0" err="1"/>
              <a:t>una</a:t>
            </a:r>
            <a:r>
              <a:rPr lang="en-US" altLang="es-CL" sz="2000" dirty="0"/>
              <a:t> </a:t>
            </a:r>
            <a:r>
              <a:rPr lang="en-US" altLang="es-CL" sz="2000" dirty="0" err="1"/>
              <a:t>estructura</a:t>
            </a:r>
            <a:r>
              <a:rPr lang="en-US" altLang="es-CL" sz="2000" dirty="0"/>
              <a:t> </a:t>
            </a:r>
            <a:r>
              <a:rPr lang="en-US" altLang="es-CL" sz="2000" dirty="0" err="1"/>
              <a:t>compartida</a:t>
            </a:r>
            <a:r>
              <a:rPr lang="en-US" altLang="es-CL" sz="2000" dirty="0"/>
              <a:t> de </a:t>
            </a:r>
            <a:r>
              <a:rPr lang="en-US" altLang="es-CL" sz="2000" dirty="0" err="1"/>
              <a:t>datos</a:t>
            </a:r>
            <a:r>
              <a:rPr lang="en-US" altLang="es-CL" sz="2000" dirty="0"/>
              <a:t> (BB)</a:t>
            </a:r>
          </a:p>
          <a:p>
            <a:pPr marL="571500" indent="-571500">
              <a:spcAft>
                <a:spcPts val="1200"/>
              </a:spcAft>
            </a:pPr>
            <a:r>
              <a:rPr lang="en-US" altLang="es-CL" sz="2000" dirty="0" err="1"/>
              <a:t>Múltiples</a:t>
            </a:r>
            <a:r>
              <a:rPr lang="en-US" altLang="es-CL" sz="2000" dirty="0"/>
              <a:t> </a:t>
            </a:r>
            <a:r>
              <a:rPr lang="en-US" altLang="es-CL" sz="2000" dirty="0" err="1"/>
              <a:t>agentes</a:t>
            </a:r>
            <a:r>
              <a:rPr lang="en-US" altLang="es-CL" sz="2000" dirty="0"/>
              <a:t> </a:t>
            </a:r>
            <a:r>
              <a:rPr lang="en-US" altLang="es-CL" sz="2000" dirty="0" err="1"/>
              <a:t>pueden</a:t>
            </a:r>
            <a:r>
              <a:rPr lang="en-US" altLang="es-CL" sz="2000" dirty="0"/>
              <a:t> </a:t>
            </a:r>
            <a:r>
              <a:rPr lang="en-US" altLang="es-CL" sz="2000" dirty="0" err="1"/>
              <a:t>escribir</a:t>
            </a:r>
            <a:r>
              <a:rPr lang="en-US" altLang="es-CL" sz="2000" dirty="0"/>
              <a:t> y leer al/del BB</a:t>
            </a:r>
          </a:p>
          <a:p>
            <a:pPr marL="571500" indent="-571500">
              <a:spcAft>
                <a:spcPts val="1200"/>
              </a:spcAft>
            </a:pPr>
            <a:r>
              <a:rPr lang="en-US" altLang="es-CL" sz="2000" dirty="0" err="1"/>
              <a:t>Agentes</a:t>
            </a:r>
            <a:r>
              <a:rPr lang="en-US" altLang="es-CL" sz="2000" dirty="0"/>
              <a:t> </a:t>
            </a:r>
            <a:r>
              <a:rPr lang="en-US" altLang="es-CL" sz="2000" dirty="0" err="1"/>
              <a:t>escriben</a:t>
            </a:r>
            <a:r>
              <a:rPr lang="en-US" altLang="es-CL" sz="2000" dirty="0"/>
              <a:t> </a:t>
            </a:r>
            <a:r>
              <a:rPr lang="en-US" altLang="es-CL" sz="2000" dirty="0" err="1"/>
              <a:t>soluciones</a:t>
            </a:r>
            <a:r>
              <a:rPr lang="en-US" altLang="es-CL" sz="2000" dirty="0"/>
              <a:t> </a:t>
            </a:r>
            <a:r>
              <a:rPr lang="en-US" altLang="es-CL" sz="2000" dirty="0" err="1"/>
              <a:t>parciales</a:t>
            </a:r>
            <a:r>
              <a:rPr lang="en-US" altLang="es-CL" sz="2000" dirty="0"/>
              <a:t> al BB</a:t>
            </a:r>
          </a:p>
          <a:p>
            <a:pPr marL="571500" indent="-571500">
              <a:spcAft>
                <a:spcPts val="1200"/>
              </a:spcAft>
            </a:pPr>
            <a:r>
              <a:rPr lang="en-US" altLang="es-CL" sz="2000" dirty="0"/>
              <a:t>BB </a:t>
            </a:r>
            <a:r>
              <a:rPr lang="en-US" altLang="es-CL" sz="2000" dirty="0" err="1"/>
              <a:t>puede</a:t>
            </a:r>
            <a:r>
              <a:rPr lang="en-US" altLang="es-CL" sz="2000" dirty="0"/>
              <a:t> </a:t>
            </a:r>
            <a:r>
              <a:rPr lang="en-US" altLang="es-CL" sz="2000" dirty="0" err="1"/>
              <a:t>ser</a:t>
            </a:r>
            <a:r>
              <a:rPr lang="en-US" altLang="es-CL" sz="2000" dirty="0"/>
              <a:t> </a:t>
            </a:r>
            <a:r>
              <a:rPr lang="en-US" altLang="es-CL" sz="2000" dirty="0" err="1"/>
              <a:t>estructurado</a:t>
            </a:r>
            <a:r>
              <a:rPr lang="en-US" altLang="es-CL" sz="2000" dirty="0"/>
              <a:t> </a:t>
            </a:r>
            <a:r>
              <a:rPr lang="en-US" altLang="es-CL" sz="2000" dirty="0" err="1"/>
              <a:t>en</a:t>
            </a:r>
            <a:r>
              <a:rPr lang="en-US" altLang="es-CL" sz="2000" dirty="0"/>
              <a:t> </a:t>
            </a:r>
            <a:r>
              <a:rPr lang="en-US" altLang="es-CL" sz="2000" dirty="0" err="1"/>
              <a:t>una</a:t>
            </a:r>
            <a:r>
              <a:rPr lang="en-US" altLang="es-CL" sz="2000" dirty="0"/>
              <a:t> </a:t>
            </a:r>
            <a:r>
              <a:rPr lang="en-US" altLang="es-CL" sz="2000" dirty="0" err="1"/>
              <a:t>jerarquía</a:t>
            </a:r>
            <a:endParaRPr lang="en-US" altLang="es-CL" sz="2000" dirty="0"/>
          </a:p>
          <a:p>
            <a:pPr marL="571500" indent="-571500">
              <a:spcAft>
                <a:spcPts val="1200"/>
              </a:spcAft>
            </a:pPr>
            <a:r>
              <a:rPr lang="en-US" altLang="es-CL" sz="2000" dirty="0" err="1"/>
              <a:t>Requiere</a:t>
            </a:r>
            <a:r>
              <a:rPr lang="en-US" altLang="es-CL" sz="2000" dirty="0"/>
              <a:t> </a:t>
            </a:r>
            <a:r>
              <a:rPr lang="en-US" altLang="es-CL" sz="2000" dirty="0" err="1"/>
              <a:t>exclusión</a:t>
            </a:r>
            <a:r>
              <a:rPr lang="en-US" altLang="es-CL" sz="2000" dirty="0"/>
              <a:t> </a:t>
            </a:r>
            <a:r>
              <a:rPr lang="en-US" altLang="es-CL" sz="2000" dirty="0" err="1"/>
              <a:t>mutua</a:t>
            </a:r>
            <a:r>
              <a:rPr lang="en-US" altLang="es-CL" sz="2000" dirty="0"/>
              <a:t> del BB  </a:t>
            </a:r>
            <a:r>
              <a:rPr lang="en-US" altLang="es-CL" sz="2000" dirty="0">
                <a:sym typeface="Symbol" panose="05050102010706020507" pitchFamily="18" charset="2"/>
              </a:rPr>
              <a:t> </a:t>
            </a:r>
            <a:r>
              <a:rPr lang="en-US" altLang="es-CL" sz="2000" dirty="0" err="1">
                <a:sym typeface="Symbol" panose="05050102010706020507" pitchFamily="18" charset="2"/>
              </a:rPr>
              <a:t>cuello</a:t>
            </a:r>
            <a:r>
              <a:rPr lang="en-US" altLang="es-CL" sz="2000" dirty="0">
                <a:sym typeface="Symbol" panose="05050102010706020507" pitchFamily="18" charset="2"/>
              </a:rPr>
              <a:t> de </a:t>
            </a:r>
            <a:r>
              <a:rPr lang="en-US" altLang="es-CL" sz="2000" dirty="0" err="1">
                <a:sym typeface="Symbol" panose="05050102010706020507" pitchFamily="18" charset="2"/>
              </a:rPr>
              <a:t>botella</a:t>
            </a:r>
            <a:endParaRPr lang="en-US" altLang="es-CL" sz="2000" dirty="0">
              <a:sym typeface="Symbol" panose="05050102010706020507" pitchFamily="18" charset="2"/>
            </a:endParaRPr>
          </a:p>
          <a:p>
            <a:pPr marL="571500" indent="-571500">
              <a:spcAft>
                <a:spcPts val="1200"/>
              </a:spcAft>
            </a:pPr>
            <a:r>
              <a:rPr lang="en-US" altLang="es-CL" sz="2000" dirty="0">
                <a:sym typeface="Symbol" panose="05050102010706020507" pitchFamily="18" charset="2"/>
              </a:rPr>
              <a:t>No hay </a:t>
            </a:r>
            <a:r>
              <a:rPr lang="en-US" altLang="es-CL" sz="2000" dirty="0" err="1">
                <a:sym typeface="Symbol" panose="05050102010706020507" pitchFamily="18" charset="2"/>
              </a:rPr>
              <a:t>actividad</a:t>
            </a:r>
            <a:r>
              <a:rPr lang="en-US" altLang="es-CL" sz="2000" dirty="0">
                <a:sym typeface="Symbol" panose="05050102010706020507" pitchFamily="18" charset="2"/>
              </a:rPr>
              <a:t> </a:t>
            </a:r>
            <a:r>
              <a:rPr lang="en-US" altLang="es-CL" sz="2000" dirty="0" err="1">
                <a:sym typeface="Symbol" panose="05050102010706020507" pitchFamily="18" charset="2"/>
              </a:rPr>
              <a:t>concurrente</a:t>
            </a:r>
            <a:endParaRPr lang="en-US" altLang="es-CL" sz="2000" dirty="0">
              <a:sym typeface="Symbol" panose="05050102010706020507" pitchFamily="18" charset="2"/>
            </a:endParaRPr>
          </a:p>
        </p:txBody>
      </p:sp>
      <p:sp>
        <p:nvSpPr>
          <p:cNvPr id="14340" name="Rectangle 3"/>
          <p:cNvSpPr>
            <a:spLocks noGrp="1" noChangeArrowheads="1"/>
          </p:cNvSpPr>
          <p:nvPr>
            <p:ph type="title"/>
          </p:nvPr>
        </p:nvSpPr>
        <p:spPr/>
        <p:txBody>
          <a:bodyPr/>
          <a:lstStyle/>
          <a:p>
            <a:r>
              <a:rPr lang="en-US" altLang="es-CL"/>
              <a:t>Arquitectura de Pizarra (Blackboard)</a:t>
            </a: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4051" y="4486276"/>
            <a:ext cx="2952749" cy="2214562"/>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7D14E4F-B39F-4FC3-B2D7-D215204369CD}" type="slidenum">
              <a:rPr lang="en-US" altLang="en-US" sz="1200" smtClean="0">
                <a:latin typeface="Garamond" panose="02020404030301010803" pitchFamily="18" charset="0"/>
              </a:rPr>
              <a:pPr>
                <a:spcBef>
                  <a:spcPct val="0"/>
                </a:spcBef>
                <a:buClrTx/>
                <a:buSzTx/>
                <a:buFontTx/>
                <a:buNone/>
              </a:pPr>
              <a:t>23</a:t>
            </a:fld>
            <a:endParaRPr lang="en-US" altLang="en-US" sz="1200" dirty="0">
              <a:latin typeface="Garamond" panose="02020404030301010803" pitchFamily="18" charset="0"/>
            </a:endParaRPr>
          </a:p>
        </p:txBody>
      </p:sp>
      <p:sp>
        <p:nvSpPr>
          <p:cNvPr id="15363" name="Rectangle 2"/>
          <p:cNvSpPr>
            <a:spLocks noGrp="1" noChangeArrowheads="1"/>
          </p:cNvSpPr>
          <p:nvPr>
            <p:ph type="title"/>
          </p:nvPr>
        </p:nvSpPr>
        <p:spPr>
          <a:xfrm>
            <a:off x="457200" y="152400"/>
            <a:ext cx="8686800" cy="1524000"/>
          </a:xfrm>
        </p:spPr>
        <p:txBody>
          <a:bodyPr/>
          <a:lstStyle/>
          <a:p>
            <a:r>
              <a:rPr lang="en-US" altLang="es-CL">
                <a:solidFill>
                  <a:srgbClr val="CC3300"/>
                </a:solidFill>
              </a:rPr>
              <a:t>Compartir Resultados en un patrón Subscribir/Notificar</a:t>
            </a:r>
          </a:p>
        </p:txBody>
      </p:sp>
      <p:sp>
        <p:nvSpPr>
          <p:cNvPr id="15364" name="Rectangle 3"/>
          <p:cNvSpPr>
            <a:spLocks noGrp="1" noChangeArrowheads="1"/>
          </p:cNvSpPr>
          <p:nvPr>
            <p:ph type="body" idx="1"/>
          </p:nvPr>
        </p:nvSpPr>
        <p:spPr>
          <a:xfrm>
            <a:off x="457200" y="1676401"/>
            <a:ext cx="8229600" cy="3200400"/>
          </a:xfrm>
        </p:spPr>
        <p:txBody>
          <a:bodyPr/>
          <a:lstStyle/>
          <a:p>
            <a:pPr>
              <a:spcAft>
                <a:spcPts val="1200"/>
              </a:spcAft>
            </a:pPr>
            <a:r>
              <a:rPr lang="en-US" altLang="es-CL" sz="2000" dirty="0" err="1"/>
              <a:t>Patrón</a:t>
            </a:r>
            <a:r>
              <a:rPr lang="en-US" altLang="es-CL" sz="2000" dirty="0"/>
              <a:t> </a:t>
            </a:r>
            <a:r>
              <a:rPr lang="en-US" altLang="es-CL" sz="2000" dirty="0" err="1"/>
              <a:t>común</a:t>
            </a:r>
            <a:r>
              <a:rPr lang="en-US" altLang="es-CL" sz="2000" dirty="0"/>
              <a:t> de </a:t>
            </a:r>
            <a:r>
              <a:rPr lang="en-US" altLang="es-CL" sz="2000" dirty="0" err="1"/>
              <a:t>diseño</a:t>
            </a:r>
            <a:r>
              <a:rPr lang="en-US" altLang="es-CL" sz="2000" dirty="0"/>
              <a:t> </a:t>
            </a:r>
            <a:r>
              <a:rPr lang="en-US" altLang="es-CL" sz="2000" dirty="0" err="1"/>
              <a:t>en</a:t>
            </a:r>
            <a:r>
              <a:rPr lang="en-US" altLang="es-CL" sz="2000" dirty="0"/>
              <a:t> OO: </a:t>
            </a:r>
            <a:r>
              <a:rPr lang="en-US" altLang="es-CL" sz="2000" i="1" dirty="0" err="1">
                <a:solidFill>
                  <a:srgbClr val="003399"/>
                </a:solidFill>
              </a:rPr>
              <a:t>subscribir</a:t>
            </a:r>
            <a:r>
              <a:rPr lang="en-US" altLang="es-CL" sz="2000" i="1" dirty="0">
                <a:solidFill>
                  <a:srgbClr val="003399"/>
                </a:solidFill>
              </a:rPr>
              <a:t>/</a:t>
            </a:r>
            <a:r>
              <a:rPr lang="en-US" altLang="es-CL" sz="2000" i="1" dirty="0" err="1">
                <a:solidFill>
                  <a:srgbClr val="003399"/>
                </a:solidFill>
              </a:rPr>
              <a:t>notificar</a:t>
            </a:r>
            <a:endParaRPr lang="en-US" altLang="es-CL" sz="2000" i="1" dirty="0">
              <a:solidFill>
                <a:srgbClr val="003399"/>
              </a:solidFill>
            </a:endParaRPr>
          </a:p>
          <a:p>
            <a:pPr>
              <a:spcAft>
                <a:spcPts val="1200"/>
              </a:spcAft>
            </a:pPr>
            <a:r>
              <a:rPr lang="en-US" altLang="es-CL" sz="2000" dirty="0"/>
              <a:t>Un </a:t>
            </a:r>
            <a:r>
              <a:rPr lang="en-US" altLang="es-CL" sz="2000" dirty="0" err="1"/>
              <a:t>objeto</a:t>
            </a:r>
            <a:r>
              <a:rPr lang="en-US" altLang="es-CL" sz="2000" dirty="0"/>
              <a:t> se </a:t>
            </a:r>
            <a:r>
              <a:rPr lang="en-US" altLang="es-CL" sz="2000" i="1" dirty="0" err="1">
                <a:solidFill>
                  <a:srgbClr val="003399"/>
                </a:solidFill>
              </a:rPr>
              <a:t>suscribe</a:t>
            </a:r>
            <a:r>
              <a:rPr lang="en-US" altLang="es-CL" sz="2000" i="1" dirty="0"/>
              <a:t> </a:t>
            </a:r>
            <a:r>
              <a:rPr lang="en-US" altLang="es-CL" sz="2000" dirty="0"/>
              <a:t>a </a:t>
            </a:r>
            <a:r>
              <a:rPr lang="en-US" altLang="es-CL" sz="2000" dirty="0" err="1"/>
              <a:t>otro</a:t>
            </a:r>
            <a:r>
              <a:rPr lang="en-US" altLang="es-CL" sz="2000" dirty="0"/>
              <a:t> </a:t>
            </a:r>
            <a:r>
              <a:rPr lang="en-US" altLang="es-CL" sz="2000" dirty="0" err="1"/>
              <a:t>objeto</a:t>
            </a:r>
            <a:r>
              <a:rPr lang="en-US" altLang="es-CL" sz="2000" dirty="0"/>
              <a:t>, </a:t>
            </a:r>
            <a:r>
              <a:rPr lang="en-US" altLang="es-CL" sz="2000" dirty="0" err="1"/>
              <a:t>diciéndole</a:t>
            </a:r>
            <a:r>
              <a:rPr lang="en-US" altLang="es-CL" sz="2000" dirty="0"/>
              <a:t> “dime </a:t>
            </a:r>
            <a:r>
              <a:rPr lang="en-US" altLang="es-CL" sz="2000" dirty="0" err="1"/>
              <a:t>cuando</a:t>
            </a:r>
            <a:r>
              <a:rPr lang="en-US" altLang="es-CL" sz="2000" dirty="0"/>
              <a:t> el </a:t>
            </a:r>
            <a:r>
              <a:rPr lang="en-US" altLang="es-CL" sz="2000" dirty="0" err="1"/>
              <a:t>evento</a:t>
            </a:r>
            <a:r>
              <a:rPr lang="en-US" altLang="es-CL" sz="2000" dirty="0"/>
              <a:t> </a:t>
            </a:r>
            <a:r>
              <a:rPr lang="en-US" altLang="es-CL" sz="2000" i="1" dirty="0">
                <a:latin typeface="Times New Roman" panose="02020603050405020304" pitchFamily="18" charset="0"/>
                <a:cs typeface="Times New Roman" panose="02020603050405020304" pitchFamily="18" charset="0"/>
              </a:rPr>
              <a:t>e</a:t>
            </a:r>
            <a:r>
              <a:rPr lang="en-US" altLang="es-CL" sz="2000" dirty="0"/>
              <a:t> </a:t>
            </a:r>
            <a:r>
              <a:rPr lang="en-US" altLang="es-CL" sz="2000" dirty="0" err="1"/>
              <a:t>ocurra</a:t>
            </a:r>
            <a:r>
              <a:rPr lang="en-US" altLang="es-CL" sz="2000" dirty="0"/>
              <a:t>”</a:t>
            </a:r>
          </a:p>
          <a:p>
            <a:pPr>
              <a:spcAft>
                <a:spcPts val="1200"/>
              </a:spcAft>
            </a:pPr>
            <a:r>
              <a:rPr lang="en-US" altLang="es-CL" sz="2000" dirty="0" err="1"/>
              <a:t>Cuando</a:t>
            </a:r>
            <a:r>
              <a:rPr lang="en-US" altLang="es-CL" sz="2000" dirty="0"/>
              <a:t> el </a:t>
            </a:r>
            <a:r>
              <a:rPr lang="en-US" altLang="es-CL" sz="2000" dirty="0" err="1"/>
              <a:t>evento</a:t>
            </a:r>
            <a:r>
              <a:rPr lang="en-US" altLang="es-CL" sz="2000" dirty="0"/>
              <a:t> </a:t>
            </a:r>
            <a:r>
              <a:rPr lang="en-US" altLang="es-CL" sz="2000" i="1" dirty="0">
                <a:latin typeface="Times New Roman" panose="02020603050405020304" pitchFamily="18" charset="0"/>
                <a:cs typeface="Times New Roman" panose="02020603050405020304" pitchFamily="18" charset="0"/>
              </a:rPr>
              <a:t>e</a:t>
            </a:r>
            <a:r>
              <a:rPr lang="en-US" altLang="es-CL" sz="2000" dirty="0"/>
              <a:t> </a:t>
            </a:r>
            <a:r>
              <a:rPr lang="en-US" altLang="es-CL" sz="2000" dirty="0" err="1"/>
              <a:t>ocurre</a:t>
            </a:r>
            <a:r>
              <a:rPr lang="en-US" altLang="es-CL" sz="2000" dirty="0"/>
              <a:t>, </a:t>
            </a:r>
            <a:r>
              <a:rPr lang="en-US" altLang="es-CL" sz="2000" dirty="0" err="1"/>
              <a:t>objeto</a:t>
            </a:r>
            <a:r>
              <a:rPr lang="en-US" altLang="es-CL" sz="2000" dirty="0"/>
              <a:t> original </a:t>
            </a:r>
            <a:r>
              <a:rPr lang="en-US" altLang="es-CL" sz="2000" dirty="0" err="1"/>
              <a:t>es</a:t>
            </a:r>
            <a:r>
              <a:rPr lang="en-US" altLang="es-CL" sz="2000" dirty="0"/>
              <a:t> </a:t>
            </a:r>
            <a:r>
              <a:rPr lang="en-US" altLang="es-CL" sz="2000" dirty="0" err="1"/>
              <a:t>notificado</a:t>
            </a:r>
            <a:endParaRPr lang="en-US" altLang="es-CL" sz="2000" dirty="0"/>
          </a:p>
          <a:p>
            <a:pPr>
              <a:spcAft>
                <a:spcPts val="1200"/>
              </a:spcAft>
            </a:pPr>
            <a:r>
              <a:rPr lang="en-US" altLang="es-CL" sz="2000" dirty="0"/>
              <a:t>La </a:t>
            </a:r>
            <a:r>
              <a:rPr lang="en-US" altLang="es-CL" sz="2000" dirty="0" err="1"/>
              <a:t>información</a:t>
            </a:r>
            <a:r>
              <a:rPr lang="en-US" altLang="es-CL" sz="2000" dirty="0"/>
              <a:t> </a:t>
            </a:r>
            <a:r>
              <a:rPr lang="en-US" altLang="es-CL" sz="2000" dirty="0" err="1"/>
              <a:t>es</a:t>
            </a:r>
            <a:r>
              <a:rPr lang="en-US" altLang="es-CL" sz="2000" dirty="0"/>
              <a:t> </a:t>
            </a:r>
            <a:r>
              <a:rPr lang="en-US" altLang="es-CL" sz="2000" i="1" dirty="0" err="1">
                <a:solidFill>
                  <a:srgbClr val="003399"/>
                </a:solidFill>
              </a:rPr>
              <a:t>compartida</a:t>
            </a:r>
            <a:r>
              <a:rPr lang="en-US" altLang="es-CL" sz="2000" dirty="0"/>
              <a:t> </a:t>
            </a:r>
            <a:r>
              <a:rPr lang="en-US" altLang="es-CL" sz="2000" dirty="0" err="1"/>
              <a:t>proactivamente</a:t>
            </a:r>
            <a:r>
              <a:rPr lang="en-US" altLang="es-CL" sz="2000" dirty="0"/>
              <a:t> entre </a:t>
            </a:r>
            <a:r>
              <a:rPr lang="en-US" altLang="es-CL" sz="2000" dirty="0" err="1"/>
              <a:t>objetos</a:t>
            </a:r>
            <a:endParaRPr lang="en-US" altLang="es-CL" sz="2000" dirty="0"/>
          </a:p>
          <a:p>
            <a:pPr>
              <a:spcAft>
                <a:spcPts val="1200"/>
              </a:spcAft>
            </a:pPr>
            <a:r>
              <a:rPr lang="en-US" altLang="es-CL" sz="2000" dirty="0"/>
              <a:t>Los </a:t>
            </a:r>
            <a:r>
              <a:rPr lang="en-US" altLang="es-CL" sz="2000" dirty="0" err="1"/>
              <a:t>objetos</a:t>
            </a:r>
            <a:r>
              <a:rPr lang="en-US" altLang="es-CL" sz="2000" dirty="0"/>
              <a:t> </a:t>
            </a:r>
            <a:r>
              <a:rPr lang="en-US" altLang="es-CL" sz="2000" dirty="0" err="1"/>
              <a:t>requieren</a:t>
            </a:r>
            <a:r>
              <a:rPr lang="en-US" altLang="es-CL" sz="2000" dirty="0"/>
              <a:t> </a:t>
            </a:r>
            <a:r>
              <a:rPr lang="en-US" altLang="es-CL" sz="2000" dirty="0" err="1"/>
              <a:t>conocer</a:t>
            </a:r>
            <a:r>
              <a:rPr lang="en-US" altLang="es-CL" sz="2000" dirty="0"/>
              <a:t> </a:t>
            </a:r>
            <a:r>
              <a:rPr lang="en-US" altLang="es-CL" sz="2000" dirty="0" err="1"/>
              <a:t>los</a:t>
            </a:r>
            <a:r>
              <a:rPr lang="en-US" altLang="es-CL" sz="2000" dirty="0"/>
              <a:t> </a:t>
            </a:r>
            <a:r>
              <a:rPr lang="en-US" altLang="es-CL" sz="2000" i="1" dirty="0" err="1">
                <a:solidFill>
                  <a:srgbClr val="003399"/>
                </a:solidFill>
              </a:rPr>
              <a:t>intereses</a:t>
            </a:r>
            <a:r>
              <a:rPr lang="en-US" altLang="es-CL" sz="2000" dirty="0"/>
              <a:t> de </a:t>
            </a:r>
            <a:r>
              <a:rPr lang="en-US" altLang="es-CL" sz="2000" dirty="0" err="1"/>
              <a:t>otros</a:t>
            </a:r>
            <a:r>
              <a:rPr lang="en-US" altLang="es-CL" sz="2000" dirty="0"/>
              <a:t> </a:t>
            </a:r>
            <a:r>
              <a:rPr lang="en-US" altLang="es-CL" sz="2000" dirty="0" err="1"/>
              <a:t>objetos</a:t>
            </a:r>
            <a:r>
              <a:rPr lang="en-US" altLang="es-CL" sz="2000" dirty="0"/>
              <a:t> </a:t>
            </a:r>
            <a:r>
              <a:rPr lang="en-US" altLang="es-CL" sz="2000" dirty="0">
                <a:sym typeface="Symbol" panose="05050102010706020507" pitchFamily="18" charset="2"/>
              </a:rPr>
              <a:t> </a:t>
            </a:r>
            <a:r>
              <a:rPr lang="en-US" altLang="es-CL" sz="2000" dirty="0" err="1">
                <a:sym typeface="Symbol" panose="05050102010706020507" pitchFamily="18" charset="2"/>
              </a:rPr>
              <a:t>informa</a:t>
            </a:r>
            <a:r>
              <a:rPr lang="en-US" altLang="es-CL" sz="2000" dirty="0">
                <a:sym typeface="Symbol" panose="05050102010706020507" pitchFamily="18" charset="2"/>
              </a:rPr>
              <a:t> a </a:t>
            </a:r>
            <a:r>
              <a:rPr lang="en-US" altLang="es-CL" sz="2000" dirty="0" err="1">
                <a:sym typeface="Symbol" panose="05050102010706020507" pitchFamily="18" charset="2"/>
              </a:rPr>
              <a:t>los</a:t>
            </a:r>
            <a:r>
              <a:rPr lang="en-US" altLang="es-CL" sz="2000" dirty="0">
                <a:sym typeface="Symbol" panose="05050102010706020507" pitchFamily="18" charset="2"/>
              </a:rPr>
              <a:t> </a:t>
            </a:r>
            <a:r>
              <a:rPr lang="en-US" altLang="es-CL" sz="2000" dirty="0" err="1">
                <a:sym typeface="Symbol" panose="05050102010706020507" pitchFamily="18" charset="2"/>
              </a:rPr>
              <a:t>objetos</a:t>
            </a:r>
            <a:r>
              <a:rPr lang="en-US" altLang="es-CL" sz="2000" dirty="0">
                <a:sym typeface="Symbol" panose="05050102010706020507" pitchFamily="18" charset="2"/>
              </a:rPr>
              <a:t> </a:t>
            </a:r>
            <a:r>
              <a:rPr lang="en-US" altLang="es-CL" sz="2000" dirty="0" err="1">
                <a:sym typeface="Symbol" panose="05050102010706020507" pitchFamily="18" charset="2"/>
              </a:rPr>
              <a:t>cuando</a:t>
            </a:r>
            <a:r>
              <a:rPr lang="en-US" altLang="es-CL" sz="2000" dirty="0">
                <a:sym typeface="Symbol" panose="05050102010706020507" pitchFamily="18" charset="2"/>
              </a:rPr>
              <a:t> </a:t>
            </a:r>
            <a:r>
              <a:rPr lang="en-US" altLang="es-CL" sz="2000" dirty="0" err="1">
                <a:sym typeface="Symbol" panose="05050102010706020507" pitchFamily="18" charset="2"/>
              </a:rPr>
              <a:t>ocurra</a:t>
            </a:r>
            <a:r>
              <a:rPr lang="en-US" altLang="es-CL" sz="2000" dirty="0">
                <a:sym typeface="Symbol" panose="05050102010706020507" pitchFamily="18" charset="2"/>
              </a:rPr>
              <a:t> </a:t>
            </a:r>
            <a:r>
              <a:rPr lang="en-US" altLang="es-CL" sz="2000" dirty="0" err="1">
                <a:sym typeface="Symbol" panose="05050102010706020507" pitchFamily="18" charset="2"/>
              </a:rPr>
              <a:t>información</a:t>
            </a:r>
            <a:r>
              <a:rPr lang="en-US" altLang="es-CL" sz="2000" dirty="0">
                <a:sym typeface="Symbol" panose="05050102010706020507" pitchFamily="18" charset="2"/>
              </a:rPr>
              <a:t> </a:t>
            </a:r>
            <a:r>
              <a:rPr lang="en-US" altLang="es-CL" sz="2000" dirty="0" err="1">
                <a:sym typeface="Symbol" panose="05050102010706020507" pitchFamily="18" charset="2"/>
              </a:rPr>
              <a:t>relevante</a:t>
            </a:r>
            <a:endParaRPr lang="en-US" altLang="es-CL" sz="2000" dirty="0">
              <a:sym typeface="Symbol" panose="05050102010706020507" pitchFamily="18" charset="2"/>
            </a:endParaRPr>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4873907"/>
            <a:ext cx="1747838" cy="174783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24</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p:txBody>
          <a:bodyPr/>
          <a:lstStyle/>
          <a:p>
            <a:pPr eaLnBrk="1" hangingPunct="1"/>
            <a:r>
              <a:rPr lang="en-US" altLang="es-CL"/>
              <a:t>Coherencia y Coordinación</a:t>
            </a:r>
          </a:p>
        </p:txBody>
      </p:sp>
      <p:sp>
        <p:nvSpPr>
          <p:cNvPr id="16388" name="Rectangle 5"/>
          <p:cNvSpPr>
            <a:spLocks noGrp="1" noChangeArrowheads="1"/>
          </p:cNvSpPr>
          <p:nvPr>
            <p:ph type="body" idx="1"/>
          </p:nvPr>
        </p:nvSpPr>
        <p:spPr>
          <a:xfrm>
            <a:off x="228600" y="1066800"/>
            <a:ext cx="8686800" cy="3962400"/>
          </a:xfrm>
        </p:spPr>
        <p:txBody>
          <a:bodyPr/>
          <a:lstStyle/>
          <a:p>
            <a:pPr eaLnBrk="1" hangingPunct="1">
              <a:lnSpc>
                <a:spcPct val="90000"/>
              </a:lnSpc>
              <a:spcAft>
                <a:spcPts val="1200"/>
              </a:spcAft>
            </a:pPr>
            <a:r>
              <a:rPr lang="en-US" altLang="es-CL" sz="2000" dirty="0"/>
              <a:t>La </a:t>
            </a:r>
            <a:r>
              <a:rPr lang="en-US" altLang="es-CL" sz="2000" dirty="0" err="1"/>
              <a:t>actividad</a:t>
            </a:r>
            <a:r>
              <a:rPr lang="en-US" altLang="es-CL" sz="2000" dirty="0"/>
              <a:t> de </a:t>
            </a:r>
            <a:r>
              <a:rPr lang="en-US" altLang="es-CL" sz="2000" dirty="0" err="1"/>
              <a:t>los</a:t>
            </a:r>
            <a:r>
              <a:rPr lang="en-US" altLang="es-CL" sz="2000" dirty="0"/>
              <a:t> </a:t>
            </a:r>
            <a:r>
              <a:rPr lang="en-US" altLang="es-CL" sz="2000" dirty="0" err="1"/>
              <a:t>nodos</a:t>
            </a:r>
            <a:r>
              <a:rPr lang="en-US" altLang="es-CL" sz="2000" dirty="0"/>
              <a:t> </a:t>
            </a:r>
            <a:r>
              <a:rPr lang="en-US" altLang="es-CL" sz="2000" dirty="0" err="1"/>
              <a:t>debe</a:t>
            </a:r>
            <a:r>
              <a:rPr lang="en-US" altLang="es-CL" sz="2000" dirty="0"/>
              <a:t> </a:t>
            </a:r>
            <a:r>
              <a:rPr lang="en-US" altLang="es-CL" sz="2000" dirty="0" err="1"/>
              <a:t>ser</a:t>
            </a:r>
            <a:r>
              <a:rPr lang="en-US" altLang="es-CL" sz="2000" dirty="0"/>
              <a:t> </a:t>
            </a:r>
            <a:r>
              <a:rPr lang="en-US" altLang="es-CL" sz="2000" dirty="0" err="1"/>
              <a:t>coherente</a:t>
            </a:r>
            <a:r>
              <a:rPr lang="en-US" altLang="es-CL" sz="2000" dirty="0"/>
              <a:t> con </a:t>
            </a:r>
            <a:r>
              <a:rPr lang="en-US" altLang="es-CL" sz="2000" dirty="0" err="1"/>
              <a:t>los</a:t>
            </a:r>
            <a:r>
              <a:rPr lang="en-US" altLang="es-CL" sz="2000" dirty="0"/>
              <a:t> </a:t>
            </a:r>
            <a:r>
              <a:rPr lang="en-US" altLang="es-CL" sz="2000" dirty="0" err="1"/>
              <a:t>objetivos</a:t>
            </a:r>
            <a:r>
              <a:rPr lang="en-US" altLang="es-CL" sz="2000" dirty="0"/>
              <a:t> de la red</a:t>
            </a:r>
          </a:p>
          <a:p>
            <a:pPr eaLnBrk="1" hangingPunct="1">
              <a:lnSpc>
                <a:spcPct val="90000"/>
              </a:lnSpc>
              <a:spcAft>
                <a:spcPts val="1200"/>
              </a:spcAft>
            </a:pPr>
            <a:r>
              <a:rPr lang="en-US" altLang="es-CL" sz="2000" dirty="0"/>
              <a:t>Los </a:t>
            </a:r>
            <a:r>
              <a:rPr lang="en-US" altLang="es-CL" sz="2000" dirty="0" err="1"/>
              <a:t>nodos</a:t>
            </a:r>
            <a:r>
              <a:rPr lang="en-US" altLang="es-CL" sz="2000" dirty="0"/>
              <a:t>:</a:t>
            </a:r>
          </a:p>
          <a:p>
            <a:pPr lvl="1" eaLnBrk="1" hangingPunct="1">
              <a:lnSpc>
                <a:spcPct val="90000"/>
              </a:lnSpc>
              <a:spcAft>
                <a:spcPts val="1200"/>
              </a:spcAft>
            </a:pPr>
            <a:r>
              <a:rPr lang="en-US" altLang="es-CL" sz="2000" dirty="0" err="1"/>
              <a:t>Deberían</a:t>
            </a:r>
            <a:r>
              <a:rPr lang="en-US" altLang="es-CL" sz="2000" dirty="0"/>
              <a:t> </a:t>
            </a:r>
            <a:r>
              <a:rPr lang="en-US" altLang="es-CL" sz="2000" dirty="0" err="1"/>
              <a:t>evitar</a:t>
            </a:r>
            <a:r>
              <a:rPr lang="en-US" altLang="es-CL" sz="2000" dirty="0"/>
              <a:t> </a:t>
            </a:r>
            <a:r>
              <a:rPr lang="en-US" altLang="es-CL" sz="2000" dirty="0" err="1"/>
              <a:t>duplicación</a:t>
            </a:r>
            <a:r>
              <a:rPr lang="en-US" altLang="es-CL" sz="2000" dirty="0"/>
              <a:t> </a:t>
            </a:r>
            <a:r>
              <a:rPr lang="en-US" altLang="es-CL" sz="2000" dirty="0" err="1"/>
              <a:t>innecesaria</a:t>
            </a:r>
            <a:r>
              <a:rPr lang="en-US" altLang="es-CL" sz="2000" dirty="0"/>
              <a:t> de </a:t>
            </a:r>
            <a:r>
              <a:rPr lang="en-US" altLang="es-CL" sz="2000" dirty="0" err="1"/>
              <a:t>trabajo</a:t>
            </a:r>
            <a:endParaRPr lang="en-US" altLang="es-CL" sz="2000" dirty="0"/>
          </a:p>
          <a:p>
            <a:pPr lvl="1" eaLnBrk="1" hangingPunct="1">
              <a:lnSpc>
                <a:spcPct val="90000"/>
              </a:lnSpc>
              <a:spcAft>
                <a:spcPts val="1200"/>
              </a:spcAft>
            </a:pPr>
            <a:r>
              <a:rPr lang="en-US" altLang="es-CL" sz="2000" dirty="0"/>
              <a:t>No </a:t>
            </a:r>
            <a:r>
              <a:rPr lang="en-US" altLang="es-CL" sz="2000" dirty="0" err="1"/>
              <a:t>deberían</a:t>
            </a:r>
            <a:r>
              <a:rPr lang="en-US" altLang="es-CL" sz="2000" dirty="0"/>
              <a:t> </a:t>
            </a:r>
            <a:r>
              <a:rPr lang="en-US" altLang="es-CL" sz="2000" dirty="0" err="1"/>
              <a:t>estar</a:t>
            </a:r>
            <a:r>
              <a:rPr lang="en-US" altLang="es-CL" sz="2000" dirty="0"/>
              <a:t> sin </a:t>
            </a:r>
            <a:r>
              <a:rPr lang="en-US" altLang="es-CL" sz="2000" dirty="0" err="1"/>
              <a:t>hacer</a:t>
            </a:r>
            <a:r>
              <a:rPr lang="en-US" altLang="es-CL" sz="2000" dirty="0"/>
              <a:t> nada </a:t>
            </a:r>
            <a:r>
              <a:rPr lang="en-US" altLang="es-CL" sz="2000" dirty="0" err="1"/>
              <a:t>mientras</a:t>
            </a:r>
            <a:r>
              <a:rPr lang="en-US" altLang="es-CL" sz="2000" dirty="0"/>
              <a:t> </a:t>
            </a:r>
            <a:r>
              <a:rPr lang="en-US" altLang="es-CL" sz="2000" dirty="0" err="1"/>
              <a:t>otros</a:t>
            </a:r>
            <a:r>
              <a:rPr lang="en-US" altLang="es-CL" sz="2000" dirty="0"/>
              <a:t> </a:t>
            </a:r>
            <a:r>
              <a:rPr lang="en-US" altLang="es-CL" sz="2000" dirty="0" err="1"/>
              <a:t>están</a:t>
            </a:r>
            <a:r>
              <a:rPr lang="en-US" altLang="es-CL" sz="2000" dirty="0"/>
              <a:t> </a:t>
            </a:r>
            <a:r>
              <a:rPr lang="en-US" altLang="es-CL" sz="2000" dirty="0" err="1"/>
              <a:t>sobrecargados</a:t>
            </a:r>
            <a:r>
              <a:rPr lang="en-US" altLang="es-CL" sz="2000" dirty="0"/>
              <a:t> de </a:t>
            </a:r>
            <a:r>
              <a:rPr lang="en-US" altLang="es-CL" sz="2000" dirty="0" err="1"/>
              <a:t>trabajo</a:t>
            </a:r>
            <a:endParaRPr lang="en-US" altLang="es-CL" sz="2000" dirty="0"/>
          </a:p>
          <a:p>
            <a:pPr lvl="1" eaLnBrk="1" hangingPunct="1">
              <a:lnSpc>
                <a:spcPct val="90000"/>
              </a:lnSpc>
              <a:spcAft>
                <a:spcPts val="1200"/>
              </a:spcAft>
            </a:pPr>
            <a:r>
              <a:rPr lang="en-US" altLang="es-CL" sz="2000" dirty="0" err="1"/>
              <a:t>Deberían</a:t>
            </a:r>
            <a:r>
              <a:rPr lang="en-US" altLang="es-CL" sz="2000" dirty="0"/>
              <a:t> </a:t>
            </a:r>
            <a:r>
              <a:rPr lang="en-US" altLang="es-CL" sz="2000" dirty="0" err="1"/>
              <a:t>transferir</a:t>
            </a:r>
            <a:r>
              <a:rPr lang="en-US" altLang="es-CL" sz="2000" dirty="0"/>
              <a:t> </a:t>
            </a:r>
            <a:r>
              <a:rPr lang="en-US" altLang="es-CL" sz="2000" dirty="0" err="1"/>
              <a:t>información</a:t>
            </a:r>
            <a:r>
              <a:rPr lang="en-US" altLang="es-CL" sz="2000" dirty="0"/>
              <a:t> que </a:t>
            </a:r>
            <a:r>
              <a:rPr lang="en-US" altLang="es-CL" sz="2000" dirty="0" err="1"/>
              <a:t>mejore</a:t>
            </a:r>
            <a:r>
              <a:rPr lang="en-US" altLang="es-CL" sz="2000" dirty="0"/>
              <a:t> el </a:t>
            </a:r>
            <a:r>
              <a:rPr lang="en-US" altLang="es-CL" sz="2000" dirty="0" err="1"/>
              <a:t>rendimiento</a:t>
            </a:r>
            <a:r>
              <a:rPr lang="en-US" altLang="es-CL" sz="2000" dirty="0"/>
              <a:t> del </a:t>
            </a:r>
            <a:r>
              <a:rPr lang="en-US" altLang="es-CL" sz="2000" dirty="0" err="1"/>
              <a:t>sistema</a:t>
            </a:r>
            <a:r>
              <a:rPr lang="en-US" altLang="es-CL" sz="2000" dirty="0"/>
              <a:t> (y no </a:t>
            </a:r>
            <a:r>
              <a:rPr lang="en-US" altLang="es-CL" sz="2000" dirty="0" err="1"/>
              <a:t>aquella</a:t>
            </a:r>
            <a:r>
              <a:rPr lang="en-US" altLang="es-CL" sz="2000" dirty="0"/>
              <a:t> que degrade el </a:t>
            </a:r>
            <a:r>
              <a:rPr lang="en-US" altLang="es-CL" sz="2000" dirty="0" err="1"/>
              <a:t>rendimiento</a:t>
            </a:r>
            <a:r>
              <a:rPr lang="en-US" altLang="es-CL" sz="2000" dirty="0"/>
              <a:t> general)</a:t>
            </a:r>
          </a:p>
          <a:p>
            <a:pPr eaLnBrk="1" hangingPunct="1">
              <a:lnSpc>
                <a:spcPct val="90000"/>
              </a:lnSpc>
              <a:spcAft>
                <a:spcPts val="1200"/>
              </a:spcAft>
            </a:pPr>
            <a:r>
              <a:rPr lang="en-US" altLang="es-CL" sz="2000" dirty="0">
                <a:ea typeface="+mn-ea"/>
              </a:rPr>
              <a:t>Dado que </a:t>
            </a:r>
            <a:r>
              <a:rPr lang="en-US" altLang="es-CL" sz="2000" dirty="0" err="1">
                <a:ea typeface="+mn-ea"/>
              </a:rPr>
              <a:t>los</a:t>
            </a:r>
            <a:r>
              <a:rPr lang="en-US" altLang="es-CL" sz="2000" dirty="0">
                <a:ea typeface="+mn-ea"/>
              </a:rPr>
              <a:t> </a:t>
            </a:r>
            <a:r>
              <a:rPr lang="en-US" altLang="es-CL" sz="2000" dirty="0" err="1">
                <a:ea typeface="+mn-ea"/>
              </a:rPr>
              <a:t>nodos</a:t>
            </a:r>
            <a:r>
              <a:rPr lang="en-US" altLang="es-CL" sz="2000" dirty="0">
                <a:ea typeface="+mn-ea"/>
              </a:rPr>
              <a:t> </a:t>
            </a:r>
            <a:r>
              <a:rPr lang="en-US" altLang="es-CL" sz="2000" dirty="0" err="1">
                <a:ea typeface="+mn-ea"/>
              </a:rPr>
              <a:t>tienen</a:t>
            </a:r>
            <a:r>
              <a:rPr lang="en-US" altLang="es-CL" sz="2000" dirty="0">
                <a:ea typeface="+mn-ea"/>
              </a:rPr>
              <a:t> </a:t>
            </a:r>
            <a:r>
              <a:rPr lang="en-US" altLang="es-CL" sz="2000" dirty="0" err="1">
                <a:ea typeface="+mn-ea"/>
              </a:rPr>
              <a:t>una</a:t>
            </a:r>
            <a:r>
              <a:rPr lang="en-US" altLang="es-CL" sz="2000" dirty="0">
                <a:ea typeface="+mn-ea"/>
              </a:rPr>
              <a:t> </a:t>
            </a:r>
            <a:r>
              <a:rPr lang="en-US" altLang="es-CL" sz="2000" dirty="0" err="1">
                <a:ea typeface="+mn-ea"/>
              </a:rPr>
              <a:t>visión</a:t>
            </a:r>
            <a:r>
              <a:rPr lang="en-US" altLang="es-CL" sz="2000" dirty="0">
                <a:ea typeface="+mn-ea"/>
              </a:rPr>
              <a:t> local, </a:t>
            </a:r>
            <a:r>
              <a:rPr lang="en-US" altLang="es-CL" sz="2000" dirty="0" err="1">
                <a:ea typeface="+mn-ea"/>
              </a:rPr>
              <a:t>su</a:t>
            </a:r>
            <a:r>
              <a:rPr lang="en-US" altLang="es-CL" sz="2000" dirty="0">
                <a:ea typeface="+mn-ea"/>
              </a:rPr>
              <a:t> </a:t>
            </a:r>
            <a:r>
              <a:rPr lang="en-US" altLang="es-CL" sz="2000" dirty="0" err="1">
                <a:ea typeface="+mn-ea"/>
              </a:rPr>
              <a:t>contribución</a:t>
            </a:r>
            <a:r>
              <a:rPr lang="en-US" altLang="es-CL" sz="2000" dirty="0">
                <a:ea typeface="+mn-ea"/>
              </a:rPr>
              <a:t> a la </a:t>
            </a:r>
            <a:r>
              <a:rPr lang="en-US" altLang="es-CL" sz="2000" dirty="0" err="1">
                <a:ea typeface="+mn-ea"/>
              </a:rPr>
              <a:t>coherencia</a:t>
            </a:r>
            <a:r>
              <a:rPr lang="en-US" altLang="es-CL" sz="2000" dirty="0">
                <a:ea typeface="+mn-ea"/>
              </a:rPr>
              <a:t> global </a:t>
            </a:r>
            <a:r>
              <a:rPr lang="en-US" altLang="es-CL" sz="2000" dirty="0" err="1">
                <a:ea typeface="+mn-ea"/>
              </a:rPr>
              <a:t>depende</a:t>
            </a:r>
            <a:r>
              <a:rPr lang="en-US" altLang="es-CL" sz="2000" dirty="0">
                <a:ea typeface="+mn-ea"/>
              </a:rPr>
              <a:t> de </a:t>
            </a:r>
            <a:r>
              <a:rPr lang="en-US" altLang="es-CL" sz="2000" dirty="0" err="1">
                <a:ea typeface="+mn-ea"/>
              </a:rPr>
              <a:t>tener</a:t>
            </a:r>
            <a:r>
              <a:rPr lang="en-US" altLang="es-CL" sz="2000" dirty="0">
                <a:ea typeface="+mn-ea"/>
              </a:rPr>
              <a:t> </a:t>
            </a:r>
            <a:r>
              <a:rPr lang="en-US" altLang="es-CL" sz="2000" dirty="0" err="1">
                <a:ea typeface="+mn-ea"/>
              </a:rPr>
              <a:t>una</a:t>
            </a:r>
            <a:r>
              <a:rPr lang="en-US" altLang="es-CL" sz="2000" dirty="0">
                <a:ea typeface="+mn-ea"/>
              </a:rPr>
              <a:t> </a:t>
            </a:r>
            <a:r>
              <a:rPr lang="en-US" altLang="es-CL" sz="2000" dirty="0" err="1">
                <a:ea typeface="+mn-ea"/>
              </a:rPr>
              <a:t>buena</a:t>
            </a:r>
            <a:r>
              <a:rPr lang="en-US" altLang="es-CL" sz="2000" dirty="0">
                <a:ea typeface="+mn-ea"/>
              </a:rPr>
              <a:t> </a:t>
            </a:r>
            <a:r>
              <a:rPr lang="en-US" altLang="es-CL" sz="2000" dirty="0" err="1">
                <a:ea typeface="+mn-ea"/>
              </a:rPr>
              <a:t>visión</a:t>
            </a:r>
            <a:r>
              <a:rPr lang="en-US" altLang="es-CL" sz="2000" dirty="0">
                <a:ea typeface="+mn-ea"/>
              </a:rPr>
              <a:t> de lo que </a:t>
            </a:r>
            <a:r>
              <a:rPr lang="en-US" altLang="es-CL" sz="2000" dirty="0" err="1">
                <a:ea typeface="+mn-ea"/>
              </a:rPr>
              <a:t>está</a:t>
            </a:r>
            <a:r>
              <a:rPr lang="en-US" altLang="es-CL" sz="2000" dirty="0">
                <a:ea typeface="+mn-ea"/>
              </a:rPr>
              <a:t> </a:t>
            </a:r>
            <a:r>
              <a:rPr lang="en-US" altLang="es-CL" sz="2000" dirty="0" err="1">
                <a:ea typeface="+mn-ea"/>
              </a:rPr>
              <a:t>ocurriendo</a:t>
            </a:r>
            <a:r>
              <a:rPr lang="en-US" altLang="es-CL" sz="2000" dirty="0">
                <a:ea typeface="+mn-ea"/>
              </a:rPr>
              <a:t> a </a:t>
            </a:r>
            <a:r>
              <a:rPr lang="en-US" altLang="es-CL" sz="2000" dirty="0" err="1">
                <a:ea typeface="+mn-ea"/>
              </a:rPr>
              <a:t>nivel</a:t>
            </a:r>
            <a:r>
              <a:rPr lang="en-US" altLang="es-CL" sz="2000" dirty="0">
                <a:ea typeface="+mn-ea"/>
              </a:rPr>
              <a:t> local</a:t>
            </a: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4724400"/>
            <a:ext cx="3048000" cy="2328863"/>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25</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SMA y </a:t>
            </a:r>
            <a:r>
              <a:rPr lang="en-US" altLang="es-CL" sz="4000" dirty="0" err="1"/>
              <a:t>coordinación</a:t>
            </a:r>
            <a:endParaRPr lang="en-US" altLang="es-CL" sz="4000" dirty="0"/>
          </a:p>
        </p:txBody>
      </p:sp>
      <p:sp>
        <p:nvSpPr>
          <p:cNvPr id="16388" name="Rectangle 5"/>
          <p:cNvSpPr>
            <a:spLocks noGrp="1" noChangeArrowheads="1"/>
          </p:cNvSpPr>
          <p:nvPr>
            <p:ph type="body" idx="1"/>
          </p:nvPr>
        </p:nvSpPr>
        <p:spPr>
          <a:xfrm>
            <a:off x="228600" y="1111170"/>
            <a:ext cx="8686800" cy="3232230"/>
          </a:xfrm>
        </p:spPr>
        <p:txBody>
          <a:bodyPr/>
          <a:lstStyle/>
          <a:p>
            <a:pPr marL="457200" indent="-457200" eaLnBrk="1" hangingPunct="1">
              <a:lnSpc>
                <a:spcPct val="90000"/>
              </a:lnSpc>
              <a:spcAft>
                <a:spcPts val="1200"/>
              </a:spcAft>
              <a:buFont typeface="+mj-lt"/>
              <a:buAutoNum type="arabicPeriod"/>
            </a:pPr>
            <a:r>
              <a:rPr lang="es-CL" altLang="es-CL" sz="2000" dirty="0"/>
              <a:t>Abra </a:t>
            </a:r>
            <a:r>
              <a:rPr lang="es-CL" altLang="es-CL" sz="2000" dirty="0" err="1"/>
              <a:t>Netlogo</a:t>
            </a:r>
            <a:r>
              <a:rPr lang="es-CL" altLang="es-CL" sz="2000" dirty="0"/>
              <a:t> v. 6.2.1 y el modelo </a:t>
            </a:r>
            <a:r>
              <a:rPr lang="es-CL" altLang="es-CL" sz="2000" dirty="0" err="1"/>
              <a:t>Trafico_adaptativo_individual</a:t>
            </a:r>
            <a:endParaRPr lang="es-CL" altLang="es-CL" sz="2000" dirty="0"/>
          </a:p>
          <a:p>
            <a:pPr marL="457200" indent="-457200" eaLnBrk="1" hangingPunct="1">
              <a:lnSpc>
                <a:spcPct val="90000"/>
              </a:lnSpc>
              <a:spcAft>
                <a:spcPts val="1200"/>
              </a:spcAft>
              <a:buFont typeface="+mj-lt"/>
              <a:buAutoNum type="arabicPeriod"/>
            </a:pPr>
            <a:r>
              <a:rPr lang="es-CL" altLang="es-CL" sz="2000" dirty="0"/>
              <a:t>Oprima </a:t>
            </a:r>
            <a:r>
              <a:rPr lang="es-CL" altLang="es-CL" sz="2000" dirty="0">
                <a:solidFill>
                  <a:srgbClr val="0070C0"/>
                </a:solidFill>
              </a:rPr>
              <a:t>inicializar</a:t>
            </a:r>
            <a:r>
              <a:rPr lang="es-CL" altLang="es-CL" sz="2000" dirty="0"/>
              <a:t> y </a:t>
            </a:r>
            <a:r>
              <a:rPr lang="es-CL" altLang="es-CL" sz="2000" dirty="0">
                <a:solidFill>
                  <a:srgbClr val="0070C0"/>
                </a:solidFill>
              </a:rPr>
              <a:t>simular</a:t>
            </a:r>
            <a:r>
              <a:rPr lang="es-CL" altLang="es-CL" sz="2000" dirty="0"/>
              <a:t> y vea qué pasa con la rapidez promedio (gráfico </a:t>
            </a:r>
            <a:r>
              <a:rPr lang="es-CL" altLang="es-CL" sz="2000" dirty="0">
                <a:solidFill>
                  <a:srgbClr val="0070C0"/>
                </a:solidFill>
              </a:rPr>
              <a:t>Rapidez de autos</a:t>
            </a:r>
            <a:r>
              <a:rPr lang="es-CL" altLang="es-CL" sz="2000" dirty="0"/>
              <a:t>)</a:t>
            </a:r>
          </a:p>
          <a:p>
            <a:pPr marL="457200" indent="-457200" eaLnBrk="1" hangingPunct="1">
              <a:lnSpc>
                <a:spcPct val="90000"/>
              </a:lnSpc>
              <a:spcAft>
                <a:spcPts val="1200"/>
              </a:spcAft>
              <a:buFont typeface="+mj-lt"/>
              <a:buAutoNum type="arabicPeriod"/>
            </a:pPr>
            <a:r>
              <a:rPr lang="es-CL" altLang="es-CL" sz="2000" dirty="0"/>
              <a:t>“A ojo”, vea qué rapidez promedio se obtiene y anótela</a:t>
            </a:r>
          </a:p>
          <a:p>
            <a:pPr marL="457200" indent="-457200" eaLnBrk="1" hangingPunct="1">
              <a:lnSpc>
                <a:spcPct val="90000"/>
              </a:lnSpc>
              <a:spcAft>
                <a:spcPts val="1200"/>
              </a:spcAft>
              <a:buFont typeface="+mj-lt"/>
              <a:buAutoNum type="arabicPeriod"/>
            </a:pPr>
            <a:r>
              <a:rPr lang="es-CL" altLang="es-CL" sz="2000" dirty="0"/>
              <a:t>Oprima nuevamente </a:t>
            </a:r>
            <a:r>
              <a:rPr lang="es-CL" altLang="es-CL" sz="2000" dirty="0">
                <a:solidFill>
                  <a:srgbClr val="0070C0"/>
                </a:solidFill>
              </a:rPr>
              <a:t>simular</a:t>
            </a:r>
            <a:r>
              <a:rPr lang="es-CL" altLang="es-CL" sz="2000" dirty="0"/>
              <a:t> para parar la simulación</a:t>
            </a:r>
          </a:p>
          <a:p>
            <a:pPr marL="457200" indent="-457200" eaLnBrk="1" hangingPunct="1">
              <a:lnSpc>
                <a:spcPct val="90000"/>
              </a:lnSpc>
              <a:spcAft>
                <a:spcPts val="1200"/>
              </a:spcAft>
              <a:buFont typeface="+mj-lt"/>
              <a:buAutoNum type="arabicPeriod"/>
            </a:pPr>
            <a:r>
              <a:rPr lang="es-CL" altLang="es-CL" sz="2000" dirty="0"/>
              <a:t>Oprima </a:t>
            </a:r>
            <a:r>
              <a:rPr lang="es-CL" altLang="es-CL" sz="2000" dirty="0">
                <a:solidFill>
                  <a:srgbClr val="0070C0"/>
                </a:solidFill>
              </a:rPr>
              <a:t>inicializar</a:t>
            </a:r>
            <a:r>
              <a:rPr lang="es-CL" altLang="es-CL" sz="2000" dirty="0"/>
              <a:t> y </a:t>
            </a:r>
            <a:r>
              <a:rPr lang="es-CL" altLang="es-CL" sz="2000" dirty="0" err="1">
                <a:solidFill>
                  <a:srgbClr val="0070C0"/>
                </a:solidFill>
              </a:rPr>
              <a:t>simul_adaptativa</a:t>
            </a:r>
            <a:endParaRPr lang="es-CL" altLang="es-CL" sz="2000" dirty="0">
              <a:solidFill>
                <a:srgbClr val="0070C0"/>
              </a:solidFill>
            </a:endParaRPr>
          </a:p>
          <a:p>
            <a:pPr marL="457200" indent="-457200" eaLnBrk="1" hangingPunct="1">
              <a:lnSpc>
                <a:spcPct val="90000"/>
              </a:lnSpc>
              <a:spcAft>
                <a:spcPts val="1200"/>
              </a:spcAft>
              <a:buFont typeface="+mj-lt"/>
              <a:buAutoNum type="arabicPeriod"/>
            </a:pPr>
            <a:r>
              <a:rPr lang="es-CL" altLang="es-CL" sz="2000" dirty="0"/>
              <a:t>“A ojo”, vea qué rapidez promedio se obtiene y anótela</a:t>
            </a:r>
            <a:endParaRPr lang="en-US" altLang="es-CL" sz="2000" dirty="0"/>
          </a:p>
        </p:txBody>
      </p:sp>
      <p:grpSp>
        <p:nvGrpSpPr>
          <p:cNvPr id="9" name="Grupo 8"/>
          <p:cNvGrpSpPr/>
          <p:nvPr/>
        </p:nvGrpSpPr>
        <p:grpSpPr>
          <a:xfrm>
            <a:off x="1524000" y="4216291"/>
            <a:ext cx="5436000" cy="2417993"/>
            <a:chOff x="1524000" y="4216291"/>
            <a:chExt cx="5436000" cy="2417993"/>
          </a:xfrm>
        </p:grpSpPr>
        <p:pic>
          <p:nvPicPr>
            <p:cNvPr id="6" name="Imagen 5"/>
            <p:cNvPicPr>
              <a:picLocks noChangeAspect="1"/>
            </p:cNvPicPr>
            <p:nvPr/>
          </p:nvPicPr>
          <p:blipFill rotWithShape="1">
            <a:blip r:embed="rId2"/>
            <a:srcRect l="21894" t="13848" r="27359" b="50036"/>
            <a:stretch/>
          </p:blipFill>
          <p:spPr bwMode="auto">
            <a:xfrm>
              <a:off x="1524000" y="4216291"/>
              <a:ext cx="5436000" cy="2417993"/>
            </a:xfrm>
            <a:prstGeom prst="rect">
              <a:avLst/>
            </a:prstGeom>
            <a:ln>
              <a:noFill/>
            </a:ln>
            <a:extLst>
              <a:ext uri="{53640926-AAD7-44D8-BBD7-CCE9431645EC}">
                <a14:shadowObscured xmlns:a14="http://schemas.microsoft.com/office/drawing/2010/main"/>
              </a:ext>
            </a:extLst>
          </p:spPr>
        </p:pic>
        <p:grpSp>
          <p:nvGrpSpPr>
            <p:cNvPr id="8" name="Grupo 7"/>
            <p:cNvGrpSpPr/>
            <p:nvPr/>
          </p:nvGrpSpPr>
          <p:grpSpPr>
            <a:xfrm>
              <a:off x="5194200" y="5956200"/>
              <a:ext cx="216000" cy="216000"/>
              <a:chOff x="4921200" y="5029200"/>
              <a:chExt cx="216000" cy="216000"/>
            </a:xfrm>
          </p:grpSpPr>
          <p:cxnSp>
            <p:nvCxnSpPr>
              <p:cNvPr id="7" name="Conector recto 6"/>
              <p:cNvCxnSpPr/>
              <p:nvPr/>
            </p:nvCxnSpPr>
            <p:spPr>
              <a:xfrm>
                <a:off x="5029200" y="50292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rot="5400000">
                <a:off x="5029200" y="50256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2540506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26</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7127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SMA y </a:t>
            </a:r>
            <a:r>
              <a:rPr lang="en-US" altLang="es-CL" sz="4000" dirty="0" err="1"/>
              <a:t>coordinación</a:t>
            </a:r>
            <a:endParaRPr lang="en-US" altLang="es-CL" sz="4000" dirty="0"/>
          </a:p>
        </p:txBody>
      </p:sp>
      <p:sp>
        <p:nvSpPr>
          <p:cNvPr id="16388" name="Rectangle 5"/>
          <p:cNvSpPr>
            <a:spLocks noGrp="1" noChangeArrowheads="1"/>
          </p:cNvSpPr>
          <p:nvPr>
            <p:ph type="body" idx="1"/>
          </p:nvPr>
        </p:nvSpPr>
        <p:spPr>
          <a:xfrm>
            <a:off x="381000" y="1214438"/>
            <a:ext cx="8686800" cy="3128962"/>
          </a:xfrm>
        </p:spPr>
        <p:txBody>
          <a:bodyPr/>
          <a:lstStyle/>
          <a:p>
            <a:pPr eaLnBrk="1" hangingPunct="1">
              <a:lnSpc>
                <a:spcPct val="90000"/>
              </a:lnSpc>
              <a:spcAft>
                <a:spcPts val="1200"/>
              </a:spcAft>
            </a:pPr>
            <a:r>
              <a:rPr lang="es-CL" altLang="es-CL" sz="2000" dirty="0"/>
              <a:t>Abra </a:t>
            </a:r>
            <a:r>
              <a:rPr lang="es-CL" altLang="es-CL" sz="2000" dirty="0" err="1"/>
              <a:t>Netlogo</a:t>
            </a:r>
            <a:r>
              <a:rPr lang="es-CL" altLang="es-CL" sz="2000" dirty="0"/>
              <a:t> v. 6.2.1 y el modelo </a:t>
            </a:r>
            <a:r>
              <a:rPr lang="es-CL" altLang="es-CL" sz="2000" dirty="0" err="1"/>
              <a:t>Trafico_adaptativo_global</a:t>
            </a:r>
            <a:endParaRPr lang="es-CL" altLang="es-CL" sz="2000" dirty="0"/>
          </a:p>
          <a:p>
            <a:pPr eaLnBrk="1" hangingPunct="1">
              <a:lnSpc>
                <a:spcPct val="90000"/>
              </a:lnSpc>
              <a:spcAft>
                <a:spcPts val="1200"/>
              </a:spcAft>
            </a:pPr>
            <a:r>
              <a:rPr lang="es-CL" altLang="es-CL" sz="2000" dirty="0"/>
              <a:t>Oprima </a:t>
            </a:r>
            <a:r>
              <a:rPr lang="es-CL" altLang="es-CL" sz="2000" dirty="0">
                <a:solidFill>
                  <a:srgbClr val="0070C0"/>
                </a:solidFill>
              </a:rPr>
              <a:t>inicializar</a:t>
            </a:r>
            <a:r>
              <a:rPr lang="es-CL" altLang="es-CL" sz="2000" dirty="0"/>
              <a:t> y </a:t>
            </a:r>
            <a:r>
              <a:rPr lang="es-CL" altLang="es-CL" sz="2000" dirty="0">
                <a:solidFill>
                  <a:srgbClr val="0070C0"/>
                </a:solidFill>
              </a:rPr>
              <a:t>simular</a:t>
            </a:r>
            <a:r>
              <a:rPr lang="es-CL" altLang="es-CL" sz="2000" dirty="0"/>
              <a:t> y vea qué pasa con la rapidez promedio (gráfico </a:t>
            </a:r>
            <a:r>
              <a:rPr lang="es-CL" altLang="es-CL" sz="2000" dirty="0">
                <a:solidFill>
                  <a:srgbClr val="0070C0"/>
                </a:solidFill>
              </a:rPr>
              <a:t>Rapidez de autos</a:t>
            </a:r>
            <a:r>
              <a:rPr lang="es-CL" altLang="es-CL" sz="2000" dirty="0"/>
              <a:t>)</a:t>
            </a:r>
          </a:p>
          <a:p>
            <a:pPr eaLnBrk="1" hangingPunct="1">
              <a:lnSpc>
                <a:spcPct val="90000"/>
              </a:lnSpc>
              <a:spcAft>
                <a:spcPts val="1200"/>
              </a:spcAft>
            </a:pPr>
            <a:r>
              <a:rPr lang="es-CL" altLang="es-CL" sz="2000" dirty="0"/>
              <a:t>“A ojo”, vea qué rapidez promedio se obtiene y anótela</a:t>
            </a:r>
          </a:p>
          <a:p>
            <a:pPr eaLnBrk="1" hangingPunct="1">
              <a:lnSpc>
                <a:spcPct val="90000"/>
              </a:lnSpc>
              <a:spcAft>
                <a:spcPts val="1200"/>
              </a:spcAft>
            </a:pPr>
            <a:r>
              <a:rPr lang="es-CL" altLang="es-CL" sz="2000" dirty="0"/>
              <a:t>Oprima nuevamente </a:t>
            </a:r>
            <a:r>
              <a:rPr lang="es-CL" altLang="es-CL" sz="2000" dirty="0">
                <a:solidFill>
                  <a:srgbClr val="0070C0"/>
                </a:solidFill>
              </a:rPr>
              <a:t>simular</a:t>
            </a:r>
            <a:r>
              <a:rPr lang="es-CL" altLang="es-CL" sz="2000" dirty="0"/>
              <a:t> para parar la simulación</a:t>
            </a:r>
          </a:p>
          <a:p>
            <a:pPr eaLnBrk="1" hangingPunct="1">
              <a:lnSpc>
                <a:spcPct val="90000"/>
              </a:lnSpc>
              <a:spcAft>
                <a:spcPts val="1200"/>
              </a:spcAft>
            </a:pPr>
            <a:r>
              <a:rPr lang="es-CL" altLang="es-CL" sz="2000" dirty="0"/>
              <a:t>Oprima </a:t>
            </a:r>
            <a:r>
              <a:rPr lang="es-CL" altLang="es-CL" sz="2000" dirty="0">
                <a:solidFill>
                  <a:srgbClr val="0070C0"/>
                </a:solidFill>
              </a:rPr>
              <a:t>inicializar</a:t>
            </a:r>
            <a:r>
              <a:rPr lang="es-CL" altLang="es-CL" sz="2000" dirty="0"/>
              <a:t> y </a:t>
            </a:r>
            <a:r>
              <a:rPr lang="es-CL" altLang="es-CL" sz="2000" dirty="0" err="1">
                <a:solidFill>
                  <a:srgbClr val="0070C0"/>
                </a:solidFill>
              </a:rPr>
              <a:t>simul_adaptativa</a:t>
            </a:r>
            <a:endParaRPr lang="es-CL" altLang="es-CL" sz="2000" dirty="0">
              <a:solidFill>
                <a:srgbClr val="0070C0"/>
              </a:solidFill>
            </a:endParaRPr>
          </a:p>
          <a:p>
            <a:pPr eaLnBrk="1" hangingPunct="1">
              <a:lnSpc>
                <a:spcPct val="90000"/>
              </a:lnSpc>
              <a:spcAft>
                <a:spcPts val="1200"/>
              </a:spcAft>
            </a:pPr>
            <a:r>
              <a:rPr lang="es-CL" altLang="es-CL" sz="2000" dirty="0"/>
              <a:t>“A ojo”, vea qué rapidez promedio se obtiene y anótela</a:t>
            </a:r>
          </a:p>
        </p:txBody>
      </p:sp>
      <p:grpSp>
        <p:nvGrpSpPr>
          <p:cNvPr id="5" name="Grupo 4"/>
          <p:cNvGrpSpPr/>
          <p:nvPr/>
        </p:nvGrpSpPr>
        <p:grpSpPr>
          <a:xfrm>
            <a:off x="1524000" y="4287607"/>
            <a:ext cx="5436000" cy="2417993"/>
            <a:chOff x="1524000" y="4216291"/>
            <a:chExt cx="5436000" cy="2417993"/>
          </a:xfrm>
        </p:grpSpPr>
        <p:pic>
          <p:nvPicPr>
            <p:cNvPr id="6" name="Imagen 5"/>
            <p:cNvPicPr>
              <a:picLocks noChangeAspect="1"/>
            </p:cNvPicPr>
            <p:nvPr/>
          </p:nvPicPr>
          <p:blipFill rotWithShape="1">
            <a:blip r:embed="rId2"/>
            <a:srcRect l="21894" t="13848" r="27359" b="50036"/>
            <a:stretch/>
          </p:blipFill>
          <p:spPr bwMode="auto">
            <a:xfrm>
              <a:off x="1524000" y="4216291"/>
              <a:ext cx="5436000" cy="2417993"/>
            </a:xfrm>
            <a:prstGeom prst="rect">
              <a:avLst/>
            </a:prstGeom>
            <a:ln>
              <a:noFill/>
            </a:ln>
            <a:extLst>
              <a:ext uri="{53640926-AAD7-44D8-BBD7-CCE9431645EC}">
                <a14:shadowObscured xmlns:a14="http://schemas.microsoft.com/office/drawing/2010/main"/>
              </a:ext>
            </a:extLst>
          </p:spPr>
        </p:pic>
        <p:grpSp>
          <p:nvGrpSpPr>
            <p:cNvPr id="7" name="Grupo 6"/>
            <p:cNvGrpSpPr/>
            <p:nvPr/>
          </p:nvGrpSpPr>
          <p:grpSpPr>
            <a:xfrm>
              <a:off x="5194200" y="5956200"/>
              <a:ext cx="216000" cy="216000"/>
              <a:chOff x="4921200" y="5029200"/>
              <a:chExt cx="216000" cy="216000"/>
            </a:xfrm>
          </p:grpSpPr>
          <p:cxnSp>
            <p:nvCxnSpPr>
              <p:cNvPr id="8" name="Conector recto 7"/>
              <p:cNvCxnSpPr/>
              <p:nvPr/>
            </p:nvCxnSpPr>
            <p:spPr>
              <a:xfrm>
                <a:off x="5029200" y="50292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rot="5400000">
                <a:off x="5029200" y="50256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72473885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27</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7127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SMA y </a:t>
            </a:r>
            <a:r>
              <a:rPr lang="en-US" altLang="es-CL" sz="4000" dirty="0" err="1"/>
              <a:t>coordinación</a:t>
            </a:r>
            <a:endParaRPr lang="en-US" altLang="es-CL" sz="4000" dirty="0"/>
          </a:p>
        </p:txBody>
      </p:sp>
      <p:sp>
        <p:nvSpPr>
          <p:cNvPr id="16388" name="Rectangle 5"/>
          <p:cNvSpPr>
            <a:spLocks noGrp="1" noChangeArrowheads="1"/>
          </p:cNvSpPr>
          <p:nvPr>
            <p:ph type="body" idx="1"/>
          </p:nvPr>
        </p:nvSpPr>
        <p:spPr>
          <a:xfrm>
            <a:off x="381000" y="1214438"/>
            <a:ext cx="8686800" cy="5029200"/>
          </a:xfrm>
        </p:spPr>
        <p:txBody>
          <a:bodyPr/>
          <a:lstStyle/>
          <a:p>
            <a:pPr marL="0" indent="0" eaLnBrk="1" hangingPunct="1">
              <a:lnSpc>
                <a:spcPct val="90000"/>
              </a:lnSpc>
              <a:spcAft>
                <a:spcPts val="600"/>
              </a:spcAft>
              <a:buNone/>
            </a:pPr>
            <a:r>
              <a:rPr lang="es-CL" altLang="es-CL" sz="2000" b="1" dirty="0"/>
              <a:t>En general:</a:t>
            </a:r>
          </a:p>
          <a:p>
            <a:pPr eaLnBrk="1" hangingPunct="1">
              <a:lnSpc>
                <a:spcPct val="90000"/>
              </a:lnSpc>
              <a:spcAft>
                <a:spcPts val="600"/>
              </a:spcAft>
            </a:pPr>
            <a:r>
              <a:rPr lang="es-CL" altLang="es-CL" sz="2000" dirty="0"/>
              <a:t>Sistema NO adaptativo:</a:t>
            </a:r>
          </a:p>
          <a:p>
            <a:pPr lvl="1" eaLnBrk="1" hangingPunct="1">
              <a:lnSpc>
                <a:spcPct val="90000"/>
              </a:lnSpc>
              <a:spcAft>
                <a:spcPts val="600"/>
              </a:spcAft>
            </a:pPr>
            <a:r>
              <a:rPr lang="es-CL" altLang="es-CL" sz="1600" dirty="0"/>
              <a:t>Cada auto frena cuando está muy cerca del de adelante y acelera cuando está lejos</a:t>
            </a:r>
          </a:p>
          <a:p>
            <a:pPr lvl="1" eaLnBrk="1" hangingPunct="1">
              <a:lnSpc>
                <a:spcPct val="90000"/>
              </a:lnSpc>
              <a:spcAft>
                <a:spcPts val="600"/>
              </a:spcAft>
            </a:pPr>
            <a:r>
              <a:rPr lang="es-CL" altLang="es-CL" sz="1600" dirty="0"/>
              <a:t>Frena hasta igualar rapidez del auto de adelante</a:t>
            </a:r>
            <a:br>
              <a:rPr lang="es-CL" altLang="es-CL" sz="1600" dirty="0"/>
            </a:br>
            <a:endParaRPr lang="es-CL" altLang="es-CL" sz="1600" dirty="0"/>
          </a:p>
          <a:p>
            <a:pPr eaLnBrk="1" hangingPunct="1">
              <a:lnSpc>
                <a:spcPct val="90000"/>
              </a:lnSpc>
              <a:spcAft>
                <a:spcPts val="600"/>
              </a:spcAft>
            </a:pPr>
            <a:r>
              <a:rPr lang="es-CL" altLang="es-CL" sz="2000" dirty="0"/>
              <a:t>Sistema adaptativo individual</a:t>
            </a:r>
          </a:p>
          <a:p>
            <a:pPr lvl="1" eaLnBrk="1" hangingPunct="1">
              <a:lnSpc>
                <a:spcPct val="90000"/>
              </a:lnSpc>
              <a:spcAft>
                <a:spcPts val="600"/>
              </a:spcAft>
            </a:pPr>
            <a:r>
              <a:rPr lang="es-CL" altLang="es-CL" sz="1600" dirty="0"/>
              <a:t>Ídem al sistema no adaptativo, pero:</a:t>
            </a:r>
          </a:p>
          <a:p>
            <a:pPr lvl="1" eaLnBrk="1" hangingPunct="1">
              <a:lnSpc>
                <a:spcPct val="90000"/>
              </a:lnSpc>
              <a:spcAft>
                <a:spcPts val="600"/>
              </a:spcAft>
            </a:pPr>
            <a:r>
              <a:rPr lang="es-CL" altLang="es-CL" sz="1600" dirty="0"/>
              <a:t>Cada auto lleva un registro </a:t>
            </a:r>
            <a:r>
              <a:rPr lang="es-CL" altLang="es-CL" sz="1600" u="sng" dirty="0"/>
              <a:t>individual</a:t>
            </a:r>
            <a:r>
              <a:rPr lang="es-CL" altLang="es-CL" sz="1600" dirty="0"/>
              <a:t> de su rapidez media y de su aceleración y las cambia para maximizar dicha rapidez</a:t>
            </a:r>
            <a:br>
              <a:rPr lang="es-CL" altLang="es-CL" sz="1600" dirty="0"/>
            </a:br>
            <a:endParaRPr lang="es-CL" altLang="es-CL" sz="1600" dirty="0"/>
          </a:p>
          <a:p>
            <a:pPr eaLnBrk="1" hangingPunct="1">
              <a:lnSpc>
                <a:spcPct val="90000"/>
              </a:lnSpc>
              <a:spcAft>
                <a:spcPts val="600"/>
              </a:spcAft>
            </a:pPr>
            <a:r>
              <a:rPr lang="es-CL" altLang="es-CL" sz="2000" dirty="0"/>
              <a:t>Sistema adaptativo global</a:t>
            </a:r>
          </a:p>
          <a:p>
            <a:pPr lvl="1" eaLnBrk="1" hangingPunct="1">
              <a:lnSpc>
                <a:spcPct val="90000"/>
              </a:lnSpc>
              <a:spcAft>
                <a:spcPts val="600"/>
              </a:spcAft>
            </a:pPr>
            <a:r>
              <a:rPr lang="es-CL" altLang="es-CL" sz="1600" dirty="0"/>
              <a:t>Ídem al sistema adaptativo individual, pero:</a:t>
            </a:r>
          </a:p>
          <a:p>
            <a:pPr lvl="1" eaLnBrk="1" hangingPunct="1">
              <a:lnSpc>
                <a:spcPct val="90000"/>
              </a:lnSpc>
              <a:spcAft>
                <a:spcPts val="600"/>
              </a:spcAft>
            </a:pPr>
            <a:r>
              <a:rPr lang="es-CL" altLang="es-CL" sz="1600" dirty="0"/>
              <a:t>Cada auto lleva un registro </a:t>
            </a:r>
            <a:r>
              <a:rPr lang="es-CL" altLang="es-CL" sz="1600" u="sng" dirty="0"/>
              <a:t>individual</a:t>
            </a:r>
            <a:r>
              <a:rPr lang="es-CL" altLang="es-CL" sz="1600" dirty="0"/>
              <a:t> de su rapidez media y un registro de la aceleración media </a:t>
            </a:r>
            <a:r>
              <a:rPr lang="es-CL" altLang="es-CL" sz="1600" u="sng" dirty="0"/>
              <a:t>global</a:t>
            </a:r>
            <a:r>
              <a:rPr lang="es-CL" altLang="es-CL" sz="1600" dirty="0"/>
              <a:t> y cambia dicha aceleración para maximizar </a:t>
            </a:r>
            <a:r>
              <a:rPr lang="es-CL" altLang="es-CL" sz="1600" u="sng" dirty="0"/>
              <a:t>su</a:t>
            </a:r>
            <a:r>
              <a:rPr lang="es-CL" altLang="es-CL" sz="1600" dirty="0"/>
              <a:t> rapidez</a:t>
            </a:r>
          </a:p>
          <a:p>
            <a:pPr eaLnBrk="1" hangingPunct="1">
              <a:lnSpc>
                <a:spcPct val="90000"/>
              </a:lnSpc>
            </a:pPr>
            <a:endParaRPr lang="es-CL" altLang="es-CL" sz="2000" dirty="0"/>
          </a:p>
          <a:p>
            <a:pPr eaLnBrk="1" hangingPunct="1">
              <a:lnSpc>
                <a:spcPct val="90000"/>
              </a:lnSpc>
            </a:pPr>
            <a:endParaRPr lang="en-US" altLang="es-CL" dirty="0"/>
          </a:p>
        </p:txBody>
      </p:sp>
    </p:spTree>
    <p:extLst>
      <p:ext uri="{BB962C8B-B14F-4D97-AF65-F5344CB8AC3E}">
        <p14:creationId xmlns:p14="http://schemas.microsoft.com/office/powerpoint/2010/main" val="310596942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3A7DDE1C-AA5C-4FC1-9744-55A1CA39D946}" type="slidenum">
              <a:rPr lang="en-US" altLang="en-US" smtClean="0"/>
              <a:pPr>
                <a:defRPr/>
              </a:pPr>
              <a:t>28</a:t>
            </a:fld>
            <a:endParaRPr lang="en-US" altLang="en-US" dirty="0"/>
          </a:p>
        </p:txBody>
      </p:sp>
      <p:sp>
        <p:nvSpPr>
          <p:cNvPr id="18435" name="Rectangle 2"/>
          <p:cNvSpPr>
            <a:spLocks noGrp="1" noChangeArrowheads="1"/>
          </p:cNvSpPr>
          <p:nvPr>
            <p:ph type="title"/>
          </p:nvPr>
        </p:nvSpPr>
        <p:spPr>
          <a:xfrm>
            <a:off x="533400" y="152400"/>
            <a:ext cx="8229600" cy="1279525"/>
          </a:xfrm>
          <a:noFill/>
          <a:extLst>
            <a:ext uri="{91240B29-F687-4F45-9708-019B960494DF}">
              <a14:hiddenLine xmlns:a14="http://schemas.microsoft.com/office/drawing/2010/main" w="12700">
                <a:solidFill>
                  <a:schemeClr val="tx1"/>
                </a:solidFill>
                <a:miter lim="800000"/>
                <a:headEnd/>
                <a:tailEnd/>
              </a14:hiddenLine>
            </a:ext>
          </a:extLst>
        </p:spPr>
        <p:txBody>
          <a:bodyPr lIns="82240" tIns="41121" rIns="82240" bIns="41121" anchor="ctr"/>
          <a:lstStyle/>
          <a:p>
            <a:pPr defTabSz="785813" eaLnBrk="1" hangingPunct="1">
              <a:lnSpc>
                <a:spcPct val="85000"/>
              </a:lnSpc>
            </a:pPr>
            <a:r>
              <a:rPr lang="en-US" altLang="en-US"/>
              <a:t>Agentes Heterogeneos, Egoístas</a:t>
            </a:r>
          </a:p>
        </p:txBody>
      </p:sp>
      <p:sp>
        <p:nvSpPr>
          <p:cNvPr id="18436" name="Rectangle 3"/>
          <p:cNvSpPr>
            <a:spLocks noGrp="1" noChangeArrowheads="1"/>
          </p:cNvSpPr>
          <p:nvPr>
            <p:ph type="body" idx="1"/>
          </p:nvPr>
        </p:nvSpPr>
        <p:spPr>
          <a:xfrm>
            <a:off x="757238" y="1524000"/>
            <a:ext cx="7683500" cy="4114800"/>
          </a:xfrm>
          <a:noFill/>
          <a:extLst>
            <a:ext uri="{91240B29-F687-4F45-9708-019B960494DF}">
              <a14:hiddenLine xmlns:a14="http://schemas.microsoft.com/office/drawing/2010/main" w="12700">
                <a:solidFill>
                  <a:schemeClr val="tx1"/>
                </a:solidFill>
                <a:miter lim="800000"/>
                <a:headEnd/>
                <a:tailEnd/>
              </a14:hiddenLine>
            </a:ext>
          </a:extLst>
        </p:spPr>
        <p:txBody>
          <a:bodyPr lIns="82240" tIns="41121" rIns="82240" bIns="41121"/>
          <a:lstStyle/>
          <a:p>
            <a:pPr marL="246063" indent="-246063" defTabSz="785813" eaLnBrk="1" hangingPunct="1">
              <a:lnSpc>
                <a:spcPct val="110000"/>
              </a:lnSpc>
              <a:buFont typeface="Wingdings" panose="05000000000000000000" pitchFamily="2" charset="2"/>
              <a:buNone/>
            </a:pPr>
            <a:r>
              <a:rPr lang="en-US" altLang="en-US" sz="2200" dirty="0"/>
              <a:t>Los </a:t>
            </a:r>
            <a:r>
              <a:rPr lang="en-US" altLang="en-US" sz="2200" dirty="0" err="1"/>
              <a:t>sistemas</a:t>
            </a:r>
            <a:r>
              <a:rPr lang="en-US" altLang="en-US" sz="2200" dirty="0"/>
              <a:t>:</a:t>
            </a:r>
          </a:p>
          <a:p>
            <a:pPr marL="246063" indent="-246063" defTabSz="785813" eaLnBrk="1" hangingPunct="1">
              <a:lnSpc>
                <a:spcPct val="110000"/>
              </a:lnSpc>
            </a:pPr>
            <a:r>
              <a:rPr lang="en-US" altLang="en-US" sz="2200" dirty="0"/>
              <a:t>No son </a:t>
            </a:r>
            <a:r>
              <a:rPr lang="en-US" altLang="en-US" sz="2200" dirty="0" err="1"/>
              <a:t>diseñados</a:t>
            </a:r>
            <a:r>
              <a:rPr lang="en-US" altLang="en-US" sz="2200" dirty="0"/>
              <a:t> </a:t>
            </a:r>
            <a:r>
              <a:rPr lang="en-US" altLang="en-US" sz="2200" dirty="0" err="1"/>
              <a:t>centralmente</a:t>
            </a:r>
            <a:endParaRPr lang="en-US" altLang="en-US" sz="2200" dirty="0"/>
          </a:p>
          <a:p>
            <a:pPr marL="246063" indent="-246063" defTabSz="785813" eaLnBrk="1" hangingPunct="1">
              <a:lnSpc>
                <a:spcPct val="110000"/>
              </a:lnSpc>
            </a:pPr>
            <a:r>
              <a:rPr lang="en-US" altLang="en-US" sz="2200" dirty="0"/>
              <a:t>No </a:t>
            </a:r>
            <a:r>
              <a:rPr lang="en-US" altLang="en-US" sz="2200" dirty="0" err="1"/>
              <a:t>tienen</a:t>
            </a:r>
            <a:r>
              <a:rPr lang="en-US" altLang="en-US" sz="2200" dirty="0"/>
              <a:t> </a:t>
            </a:r>
            <a:r>
              <a:rPr lang="en-US" altLang="en-US" sz="2200" dirty="0" err="1"/>
              <a:t>una</a:t>
            </a:r>
            <a:r>
              <a:rPr lang="en-US" altLang="en-US" sz="2200" dirty="0"/>
              <a:t> </a:t>
            </a:r>
            <a:r>
              <a:rPr lang="en-US" altLang="en-US" sz="2200" dirty="0" err="1"/>
              <a:t>noción</a:t>
            </a:r>
            <a:r>
              <a:rPr lang="en-US" altLang="en-US" sz="2200" dirty="0"/>
              <a:t> de </a:t>
            </a:r>
            <a:r>
              <a:rPr lang="en-US" altLang="en-US" sz="2200" dirty="0" err="1"/>
              <a:t>utilidad</a:t>
            </a:r>
            <a:r>
              <a:rPr lang="en-US" altLang="en-US" sz="2200" dirty="0"/>
              <a:t> global</a:t>
            </a:r>
          </a:p>
          <a:p>
            <a:pPr marL="246063" indent="-246063" defTabSz="785813" eaLnBrk="1" hangingPunct="1">
              <a:lnSpc>
                <a:spcPct val="110000"/>
              </a:lnSpc>
            </a:pPr>
            <a:r>
              <a:rPr lang="en-US" altLang="en-US" sz="2200" dirty="0"/>
              <a:t>Son </a:t>
            </a:r>
            <a:r>
              <a:rPr lang="en-US" altLang="en-US" sz="2200" dirty="0" err="1"/>
              <a:t>dinámicos</a:t>
            </a:r>
            <a:r>
              <a:rPr lang="en-US" altLang="en-US" sz="2200" dirty="0"/>
              <a:t> (</a:t>
            </a:r>
            <a:r>
              <a:rPr lang="en-US" altLang="en-US" sz="2200" dirty="0" err="1"/>
              <a:t>podrían</a:t>
            </a:r>
            <a:r>
              <a:rPr lang="en-US" altLang="en-US" sz="2200" dirty="0"/>
              <a:t> </a:t>
            </a:r>
            <a:r>
              <a:rPr lang="en-US" altLang="en-US" sz="2200" dirty="0" err="1"/>
              <a:t>aparecer</a:t>
            </a:r>
            <a:r>
              <a:rPr lang="en-US" altLang="en-US" sz="2200" dirty="0"/>
              <a:t> </a:t>
            </a:r>
            <a:r>
              <a:rPr lang="en-US" altLang="en-US" sz="2200" dirty="0" err="1"/>
              <a:t>nuevos</a:t>
            </a:r>
            <a:r>
              <a:rPr lang="en-US" altLang="en-US" sz="2200" dirty="0"/>
              <a:t> </a:t>
            </a:r>
            <a:r>
              <a:rPr lang="en-US" altLang="en-US" sz="2200" dirty="0" err="1"/>
              <a:t>tipos</a:t>
            </a:r>
            <a:r>
              <a:rPr lang="en-US" altLang="en-US" sz="2200" dirty="0"/>
              <a:t> de </a:t>
            </a:r>
            <a:r>
              <a:rPr lang="en-US" altLang="en-US" sz="2200" dirty="0" err="1"/>
              <a:t>agentes</a:t>
            </a:r>
            <a:r>
              <a:rPr lang="en-US" altLang="en-US" sz="2200" dirty="0"/>
              <a:t>)</a:t>
            </a:r>
          </a:p>
          <a:p>
            <a:pPr marL="246063" indent="-246063" defTabSz="785813" eaLnBrk="1" hangingPunct="1">
              <a:lnSpc>
                <a:spcPct val="110000"/>
              </a:lnSpc>
            </a:pPr>
            <a:r>
              <a:rPr lang="en-US" altLang="en-US" sz="2200" dirty="0"/>
              <a:t>Los </a:t>
            </a:r>
            <a:r>
              <a:rPr lang="en-US" altLang="en-US" sz="2200" dirty="0" err="1"/>
              <a:t>agentes</a:t>
            </a:r>
            <a:r>
              <a:rPr lang="en-US" altLang="en-US" sz="2200" dirty="0"/>
              <a:t> no </a:t>
            </a:r>
            <a:r>
              <a:rPr lang="en-US" altLang="en-US" sz="2200" dirty="0" err="1"/>
              <a:t>actuarán</a:t>
            </a:r>
            <a:r>
              <a:rPr lang="en-US" altLang="en-US" sz="2200" dirty="0"/>
              <a:t> “</a:t>
            </a:r>
            <a:r>
              <a:rPr lang="en-US" altLang="en-US" sz="2200" dirty="0" err="1"/>
              <a:t>benevolentemente</a:t>
            </a:r>
            <a:r>
              <a:rPr lang="en-US" altLang="en-US" sz="2200" dirty="0"/>
              <a:t>” a </a:t>
            </a:r>
            <a:r>
              <a:rPr lang="en-US" altLang="en-US" sz="2200" dirty="0" err="1"/>
              <a:t>menos</a:t>
            </a:r>
            <a:r>
              <a:rPr lang="en-US" altLang="en-US" sz="2200" dirty="0"/>
              <a:t> </a:t>
            </a:r>
            <a:r>
              <a:rPr lang="en-US" altLang="en-US" sz="2200" dirty="0" err="1"/>
              <a:t>que</a:t>
            </a:r>
            <a:r>
              <a:rPr lang="en-US" altLang="en-US" sz="2200" dirty="0"/>
              <a:t> les </a:t>
            </a:r>
            <a:r>
              <a:rPr lang="en-US" altLang="en-US" sz="2200" dirty="0" err="1"/>
              <a:t>interese</a:t>
            </a:r>
            <a:r>
              <a:rPr lang="en-US" altLang="en-US" sz="2200" dirty="0"/>
              <a:t> (sea </a:t>
            </a:r>
            <a:r>
              <a:rPr lang="en-US" altLang="en-US" sz="2200" dirty="0" err="1"/>
              <a:t>bueno</a:t>
            </a:r>
            <a:r>
              <a:rPr lang="en-US" altLang="en-US" sz="2200" dirty="0"/>
              <a:t> para </a:t>
            </a:r>
            <a:r>
              <a:rPr lang="en-US" altLang="en-US" sz="2200" dirty="0" err="1"/>
              <a:t>ellos</a:t>
            </a:r>
            <a:r>
              <a:rPr lang="en-US" altLang="en-US" sz="2200" dirty="0"/>
              <a:t> </a:t>
            </a:r>
            <a:r>
              <a:rPr lang="en-US" altLang="en-US" sz="2200" dirty="0" err="1"/>
              <a:t>hacerlo</a:t>
            </a:r>
            <a:r>
              <a:rPr lang="en-US" altLang="en-US" sz="2200" dirty="0"/>
              <a:t>)</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4439370"/>
            <a:ext cx="3171825" cy="2398859"/>
          </a:xfrm>
          <a:prstGeom prst="rect">
            <a:avLst/>
          </a:prstGeom>
        </p:spPr>
      </p:pic>
    </p:spTree>
    <p:extLst>
      <p:ext uri="{BB962C8B-B14F-4D97-AF65-F5344CB8AC3E}">
        <p14:creationId xmlns:p14="http://schemas.microsoft.com/office/powerpoint/2010/main" val="413718669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FC4ACA6C-997D-405F-8E8C-6186BAEF6DD0}" type="slidenum">
              <a:rPr lang="en-US" altLang="en-US" smtClean="0"/>
              <a:pPr>
                <a:defRPr/>
              </a:pPr>
              <a:t>29</a:t>
            </a:fld>
            <a:endParaRPr lang="en-US" altLang="en-US" dirty="0"/>
          </a:p>
        </p:txBody>
      </p:sp>
      <p:sp>
        <p:nvSpPr>
          <p:cNvPr id="5123" name="Rectangle 2"/>
          <p:cNvSpPr>
            <a:spLocks noGrp="1" noChangeArrowheads="1"/>
          </p:cNvSpPr>
          <p:nvPr>
            <p:ph type="title"/>
          </p:nvPr>
        </p:nvSpPr>
        <p:spPr/>
        <p:txBody>
          <a:bodyPr/>
          <a:lstStyle/>
          <a:p>
            <a:pPr eaLnBrk="1" hangingPunct="1"/>
            <a:r>
              <a:rPr lang="en-US" altLang="en-US" dirty="0" err="1"/>
              <a:t>Alcanzando</a:t>
            </a:r>
            <a:r>
              <a:rPr lang="en-US" altLang="en-US" dirty="0"/>
              <a:t> </a:t>
            </a:r>
            <a:r>
              <a:rPr lang="en-US" altLang="en-US" dirty="0" err="1"/>
              <a:t>acuerdo</a:t>
            </a:r>
            <a:r>
              <a:rPr lang="en-US" altLang="en-US" dirty="0"/>
              <a:t>: </a:t>
            </a:r>
            <a:r>
              <a:rPr lang="en-US" altLang="en-US" dirty="0" err="1"/>
              <a:t>agentes</a:t>
            </a:r>
            <a:r>
              <a:rPr lang="en-US" altLang="en-US" dirty="0"/>
              <a:t> </a:t>
            </a:r>
            <a:r>
              <a:rPr lang="en-US" altLang="en-US" dirty="0" err="1"/>
              <a:t>egoístas</a:t>
            </a:r>
            <a:endParaRPr lang="en-US" altLang="en-US" dirty="0"/>
          </a:p>
        </p:txBody>
      </p:sp>
      <p:sp>
        <p:nvSpPr>
          <p:cNvPr id="5124" name="Rectangle 3"/>
          <p:cNvSpPr>
            <a:spLocks noGrp="1" noChangeArrowheads="1"/>
          </p:cNvSpPr>
          <p:nvPr>
            <p:ph type="body" idx="1"/>
          </p:nvPr>
        </p:nvSpPr>
        <p:spPr>
          <a:xfrm>
            <a:off x="838200" y="1143000"/>
            <a:ext cx="7467600" cy="5029200"/>
          </a:xfrm>
        </p:spPr>
        <p:txBody>
          <a:bodyPr/>
          <a:lstStyle/>
          <a:p>
            <a:pPr eaLnBrk="1" hangingPunct="1">
              <a:lnSpc>
                <a:spcPct val="90000"/>
              </a:lnSpc>
              <a:spcAft>
                <a:spcPts val="2400"/>
              </a:spcAft>
            </a:pPr>
            <a:r>
              <a:rPr lang="en-US" altLang="en-US" sz="2400" dirty="0"/>
              <a:t>¿</a:t>
            </a:r>
            <a:r>
              <a:rPr lang="en-US" altLang="en-US" sz="2400" dirty="0" err="1"/>
              <a:t>Cómo</a:t>
            </a:r>
            <a:r>
              <a:rPr lang="en-US" altLang="en-US" sz="2400" dirty="0"/>
              <a:t> </a:t>
            </a:r>
            <a:r>
              <a:rPr lang="en-US" altLang="en-US" sz="2400" dirty="0" err="1"/>
              <a:t>alcanzan</a:t>
            </a:r>
            <a:r>
              <a:rPr lang="en-US" altLang="en-US" sz="2400" dirty="0"/>
              <a:t> </a:t>
            </a:r>
            <a:r>
              <a:rPr lang="en-US" altLang="en-US" sz="2400" dirty="0" err="1"/>
              <a:t>acuerdo</a:t>
            </a:r>
            <a:r>
              <a:rPr lang="en-US" altLang="en-US" sz="2400" dirty="0"/>
              <a:t> los </a:t>
            </a:r>
            <a:r>
              <a:rPr lang="en-US" altLang="en-US" sz="2400" dirty="0" err="1"/>
              <a:t>agentes</a:t>
            </a:r>
            <a:r>
              <a:rPr lang="en-US" altLang="en-US" sz="2400" dirty="0"/>
              <a:t> </a:t>
            </a:r>
            <a:r>
              <a:rPr lang="en-US" altLang="en-US" sz="2400" dirty="0" err="1"/>
              <a:t>si</a:t>
            </a:r>
            <a:r>
              <a:rPr lang="en-US" altLang="en-US" sz="2400" dirty="0"/>
              <a:t> son </a:t>
            </a:r>
            <a:r>
              <a:rPr lang="en-US" altLang="en-US" sz="2400" dirty="0" err="1"/>
              <a:t>egoístas</a:t>
            </a:r>
            <a:r>
              <a:rPr lang="en-US" altLang="en-US" sz="2400" dirty="0"/>
              <a:t>? </a:t>
            </a:r>
          </a:p>
          <a:p>
            <a:pPr eaLnBrk="1" hangingPunct="1">
              <a:lnSpc>
                <a:spcPct val="90000"/>
              </a:lnSpc>
              <a:spcAft>
                <a:spcPts val="2400"/>
              </a:spcAft>
            </a:pPr>
            <a:r>
              <a:rPr lang="en-US" altLang="en-US" sz="2400" dirty="0"/>
              <a:t>En un </a:t>
            </a:r>
            <a:r>
              <a:rPr lang="en-US" altLang="en-US" sz="2400" dirty="0" err="1"/>
              <a:t>caso</a:t>
            </a:r>
            <a:r>
              <a:rPr lang="en-US" altLang="en-US" sz="2400" dirty="0"/>
              <a:t> </a:t>
            </a:r>
            <a:r>
              <a:rPr lang="en-US" altLang="en-US" sz="2400" dirty="0" err="1"/>
              <a:t>extremo</a:t>
            </a:r>
            <a:r>
              <a:rPr lang="en-US" altLang="en-US" sz="2400" dirty="0"/>
              <a:t> (</a:t>
            </a:r>
            <a:r>
              <a:rPr lang="en-US" altLang="en-US" sz="2400" dirty="0" err="1"/>
              <a:t>encuentros</a:t>
            </a:r>
            <a:r>
              <a:rPr lang="en-US" altLang="en-US" sz="2400" dirty="0"/>
              <a:t> </a:t>
            </a:r>
            <a:r>
              <a:rPr lang="en-US" altLang="en-US" sz="2400" dirty="0" err="1"/>
              <a:t>suma</a:t>
            </a:r>
            <a:r>
              <a:rPr lang="en-US" altLang="en-US" sz="2400" dirty="0"/>
              <a:t> cero) no </a:t>
            </a:r>
            <a:r>
              <a:rPr lang="en-US" altLang="en-US" sz="2400" dirty="0" err="1"/>
              <a:t>es</a:t>
            </a:r>
            <a:r>
              <a:rPr lang="en-US" altLang="en-US" sz="2400" dirty="0"/>
              <a:t> </a:t>
            </a:r>
            <a:r>
              <a:rPr lang="en-US" altLang="en-US" sz="2400" dirty="0" err="1"/>
              <a:t>posible</a:t>
            </a:r>
            <a:r>
              <a:rPr lang="en-US" altLang="en-US" sz="2400" dirty="0"/>
              <a:t> un </a:t>
            </a:r>
            <a:r>
              <a:rPr lang="en-US" altLang="en-US" sz="2400" dirty="0" err="1"/>
              <a:t>acuerdo</a:t>
            </a:r>
            <a:r>
              <a:rPr lang="en-US" altLang="en-US" sz="2400" dirty="0"/>
              <a:t> — </a:t>
            </a:r>
            <a:r>
              <a:rPr lang="en-US" altLang="en-US" sz="2400" dirty="0" err="1"/>
              <a:t>pero</a:t>
            </a:r>
            <a:r>
              <a:rPr lang="en-US" altLang="en-US" sz="2400" dirty="0"/>
              <a:t> en la </a:t>
            </a:r>
            <a:r>
              <a:rPr lang="en-US" altLang="en-US" sz="2400" dirty="0" err="1"/>
              <a:t>mayoría</a:t>
            </a:r>
            <a:r>
              <a:rPr lang="en-US" altLang="en-US" sz="2400" dirty="0"/>
              <a:t> de los </a:t>
            </a:r>
            <a:r>
              <a:rPr lang="en-US" altLang="en-US" sz="2400" dirty="0" err="1"/>
              <a:t>escenarios</a:t>
            </a:r>
            <a:r>
              <a:rPr lang="en-US" altLang="en-US" sz="2400" dirty="0"/>
              <a:t>, </a:t>
            </a:r>
            <a:r>
              <a:rPr lang="en-US" altLang="en-US" sz="2400" dirty="0" err="1"/>
              <a:t>existe</a:t>
            </a:r>
            <a:r>
              <a:rPr lang="en-US" altLang="en-US" sz="2400" dirty="0"/>
              <a:t> </a:t>
            </a:r>
            <a:r>
              <a:rPr lang="en-US" altLang="en-US" sz="2400" dirty="0" err="1"/>
              <a:t>potencial</a:t>
            </a:r>
            <a:r>
              <a:rPr lang="en-US" altLang="en-US" sz="2400" dirty="0"/>
              <a:t> para un </a:t>
            </a:r>
            <a:r>
              <a:rPr lang="en-US" altLang="en-US" sz="2400" i="1" dirty="0" err="1">
                <a:solidFill>
                  <a:srgbClr val="003399"/>
                </a:solidFill>
              </a:rPr>
              <a:t>acuerdo</a:t>
            </a:r>
            <a:r>
              <a:rPr lang="en-US" altLang="en-US" sz="2400" i="1" dirty="0">
                <a:solidFill>
                  <a:srgbClr val="003399"/>
                </a:solidFill>
              </a:rPr>
              <a:t> de </a:t>
            </a:r>
            <a:r>
              <a:rPr lang="en-US" altLang="en-US" sz="2400" i="1" dirty="0" err="1">
                <a:solidFill>
                  <a:srgbClr val="003399"/>
                </a:solidFill>
              </a:rPr>
              <a:t>mutuo</a:t>
            </a:r>
            <a:r>
              <a:rPr lang="en-US" altLang="en-US" sz="2400" i="1" dirty="0"/>
              <a:t> </a:t>
            </a:r>
            <a:r>
              <a:rPr lang="en-US" altLang="en-US" sz="2400" i="1" dirty="0" err="1">
                <a:solidFill>
                  <a:srgbClr val="003399"/>
                </a:solidFill>
              </a:rPr>
              <a:t>beneficio</a:t>
            </a:r>
            <a:r>
              <a:rPr lang="en-US" altLang="en-US" sz="2400" i="1" dirty="0">
                <a:solidFill>
                  <a:srgbClr val="003399"/>
                </a:solidFill>
              </a:rPr>
              <a:t> </a:t>
            </a:r>
            <a:r>
              <a:rPr lang="en-US" altLang="en-US" sz="2400" dirty="0"/>
              <a:t>en </a:t>
            </a:r>
            <a:r>
              <a:rPr lang="en-US" altLang="en-US" sz="2400" dirty="0" err="1"/>
              <a:t>asuntos</a:t>
            </a:r>
            <a:r>
              <a:rPr lang="en-US" altLang="en-US" sz="2400" dirty="0"/>
              <a:t> de </a:t>
            </a:r>
            <a:r>
              <a:rPr lang="en-US" altLang="en-US" sz="2400" dirty="0" err="1"/>
              <a:t>interés</a:t>
            </a:r>
            <a:r>
              <a:rPr lang="en-US" altLang="en-US" sz="2400" dirty="0"/>
              <a:t> </a:t>
            </a:r>
            <a:r>
              <a:rPr lang="en-US" altLang="en-US" sz="2400" dirty="0" err="1"/>
              <a:t>común</a:t>
            </a:r>
            <a:endParaRPr lang="en-US" altLang="en-US" sz="2400" dirty="0"/>
          </a:p>
          <a:p>
            <a:pPr eaLnBrk="1" hangingPunct="1">
              <a:lnSpc>
                <a:spcPct val="90000"/>
              </a:lnSpc>
            </a:pPr>
            <a:r>
              <a:rPr lang="en-US" altLang="en-US" sz="2400" dirty="0"/>
              <a:t>La </a:t>
            </a:r>
            <a:r>
              <a:rPr lang="en-US" altLang="en-US" sz="2400" dirty="0" err="1"/>
              <a:t>capacidad</a:t>
            </a:r>
            <a:r>
              <a:rPr lang="en-US" altLang="en-US" sz="2400" dirty="0"/>
              <a:t> de </a:t>
            </a:r>
            <a:r>
              <a:rPr lang="en-US" altLang="en-US" sz="2400" i="1" dirty="0" err="1">
                <a:solidFill>
                  <a:srgbClr val="003399"/>
                </a:solidFill>
              </a:rPr>
              <a:t>negociación</a:t>
            </a:r>
            <a:r>
              <a:rPr lang="en-US" altLang="en-US" sz="2400" i="1" dirty="0"/>
              <a:t> </a:t>
            </a:r>
            <a:r>
              <a:rPr lang="en-US" altLang="en-US" sz="2400" i="1" dirty="0" err="1"/>
              <a:t>es</a:t>
            </a:r>
            <a:r>
              <a:rPr lang="en-US" altLang="en-US" sz="2400" i="1" dirty="0"/>
              <a:t> clave para </a:t>
            </a:r>
            <a:r>
              <a:rPr lang="en-US" altLang="en-US" sz="2400" i="1" dirty="0" err="1"/>
              <a:t>que</a:t>
            </a:r>
            <a:r>
              <a:rPr lang="en-US" altLang="en-US" sz="2400" i="1" dirty="0"/>
              <a:t> un </a:t>
            </a:r>
            <a:r>
              <a:rPr lang="en-US" altLang="en-US" sz="2400" i="1" dirty="0" err="1"/>
              <a:t>agente</a:t>
            </a:r>
            <a:r>
              <a:rPr lang="en-US" altLang="en-US" sz="2400" i="1" dirty="0"/>
              <a:t> </a:t>
            </a:r>
            <a:r>
              <a:rPr lang="en-US" altLang="en-US" sz="2400" i="1" dirty="0" err="1"/>
              <a:t>tenga</a:t>
            </a:r>
            <a:r>
              <a:rPr lang="en-US" altLang="en-US" sz="2400" i="1" dirty="0"/>
              <a:t> la </a:t>
            </a:r>
            <a:r>
              <a:rPr lang="en-US" altLang="en-US" sz="2400" i="1" dirty="0" err="1"/>
              <a:t>habilidad</a:t>
            </a:r>
            <a:r>
              <a:rPr lang="en-US" altLang="en-US" sz="2400" i="1" dirty="0"/>
              <a:t> de </a:t>
            </a:r>
            <a:r>
              <a:rPr lang="en-US" altLang="en-US" sz="2400" i="1" dirty="0" err="1"/>
              <a:t>lograr</a:t>
            </a:r>
            <a:r>
              <a:rPr lang="en-US" altLang="en-US" sz="2400" i="1" dirty="0"/>
              <a:t> </a:t>
            </a:r>
            <a:r>
              <a:rPr lang="en-US" altLang="en-US" sz="2400" i="1" dirty="0" err="1"/>
              <a:t>esos</a:t>
            </a:r>
            <a:r>
              <a:rPr lang="en-US" altLang="en-US" sz="2400" i="1" dirty="0"/>
              <a:t> </a:t>
            </a:r>
            <a:r>
              <a:rPr lang="en-US" altLang="en-US" sz="2400" i="1" dirty="0" err="1"/>
              <a:t>acuerdos</a:t>
            </a:r>
            <a:endParaRPr lang="en-US" altLang="en-US" sz="2400" dirty="0"/>
          </a:p>
        </p:txBody>
      </p:sp>
      <p:pic>
        <p:nvPicPr>
          <p:cNvPr id="26626" name="Picture 2" descr="Business negotiation icon stock vector. Illustration of icon - 1747713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2300" y="4684838"/>
            <a:ext cx="2016000" cy="201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464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D28F0025-8D92-403C-A270-80B46A9B945E}" type="slidenum">
              <a:rPr lang="en-US" altLang="en-US" smtClean="0"/>
              <a:pPr>
                <a:defRPr/>
              </a:pPr>
              <a:t>30</a:t>
            </a:fld>
            <a:endParaRPr lang="en-US" altLang="en-US" dirty="0"/>
          </a:p>
        </p:txBody>
      </p:sp>
      <p:sp>
        <p:nvSpPr>
          <p:cNvPr id="6147" name="Rectangle 2"/>
          <p:cNvSpPr>
            <a:spLocks noGrp="1" noChangeArrowheads="1"/>
          </p:cNvSpPr>
          <p:nvPr>
            <p:ph type="title"/>
          </p:nvPr>
        </p:nvSpPr>
        <p:spPr/>
        <p:txBody>
          <a:bodyPr/>
          <a:lstStyle/>
          <a:p>
            <a:pPr eaLnBrk="1" hangingPunct="1"/>
            <a:r>
              <a:rPr lang="en-US" altLang="en-US"/>
              <a:t>Mecanismos, Protocolos y Estrategias</a:t>
            </a:r>
          </a:p>
        </p:txBody>
      </p:sp>
      <p:sp>
        <p:nvSpPr>
          <p:cNvPr id="6148" name="Rectangle 3"/>
          <p:cNvSpPr>
            <a:spLocks noGrp="1" noChangeArrowheads="1"/>
          </p:cNvSpPr>
          <p:nvPr>
            <p:ph type="body" idx="1"/>
          </p:nvPr>
        </p:nvSpPr>
        <p:spPr>
          <a:xfrm>
            <a:off x="457200" y="1295400"/>
            <a:ext cx="8229600" cy="4835525"/>
          </a:xfrm>
        </p:spPr>
        <p:txBody>
          <a:bodyPr/>
          <a:lstStyle/>
          <a:p>
            <a:pPr eaLnBrk="1" hangingPunct="1">
              <a:lnSpc>
                <a:spcPct val="90000"/>
              </a:lnSpc>
              <a:spcAft>
                <a:spcPts val="2400"/>
              </a:spcAft>
            </a:pPr>
            <a:r>
              <a:rPr lang="en-US" altLang="en-US" sz="2400" dirty="0"/>
              <a:t>La </a:t>
            </a:r>
            <a:r>
              <a:rPr lang="en-US" altLang="en-US" sz="2400" dirty="0" err="1"/>
              <a:t>negociación</a:t>
            </a:r>
            <a:r>
              <a:rPr lang="en-US" altLang="en-US" sz="2400" dirty="0"/>
              <a:t> </a:t>
            </a:r>
            <a:r>
              <a:rPr lang="en-US" altLang="en-US" sz="2400" dirty="0" err="1"/>
              <a:t>es</a:t>
            </a:r>
            <a:r>
              <a:rPr lang="en-US" altLang="en-US" sz="2400" dirty="0"/>
              <a:t> </a:t>
            </a:r>
            <a:r>
              <a:rPr lang="en-US" altLang="en-US" sz="2400" dirty="0" err="1"/>
              <a:t>gobernada</a:t>
            </a:r>
            <a:r>
              <a:rPr lang="en-US" altLang="en-US" sz="2400" dirty="0"/>
              <a:t> </a:t>
            </a:r>
            <a:r>
              <a:rPr lang="en-US" altLang="en-US" sz="2400" dirty="0" err="1"/>
              <a:t>por</a:t>
            </a:r>
            <a:r>
              <a:rPr lang="en-US" altLang="en-US" sz="2400" dirty="0"/>
              <a:t> un </a:t>
            </a:r>
            <a:r>
              <a:rPr lang="en-US" altLang="en-US" sz="2400" i="1" dirty="0" err="1">
                <a:solidFill>
                  <a:srgbClr val="003399"/>
                </a:solidFill>
              </a:rPr>
              <a:t>mecanismo</a:t>
            </a:r>
            <a:r>
              <a:rPr lang="en-US" altLang="en-US" sz="2400" dirty="0"/>
              <a:t>, o </a:t>
            </a:r>
            <a:r>
              <a:rPr lang="en-US" altLang="en-US" sz="2400" i="1" dirty="0" err="1">
                <a:solidFill>
                  <a:srgbClr val="003399"/>
                </a:solidFill>
              </a:rPr>
              <a:t>protocolo</a:t>
            </a:r>
            <a:r>
              <a:rPr lang="en-US" altLang="en-US" sz="2400" i="1" dirty="0">
                <a:solidFill>
                  <a:srgbClr val="003399"/>
                </a:solidFill>
              </a:rPr>
              <a:t> </a:t>
            </a:r>
            <a:r>
              <a:rPr lang="en-US" altLang="en-US" sz="2400" dirty="0"/>
              <a:t>particular </a:t>
            </a:r>
            <a:endParaRPr lang="en-US" altLang="en-US" sz="2400" i="1" dirty="0"/>
          </a:p>
          <a:p>
            <a:pPr eaLnBrk="1" hangingPunct="1">
              <a:lnSpc>
                <a:spcPct val="90000"/>
              </a:lnSpc>
              <a:spcAft>
                <a:spcPts val="2400"/>
              </a:spcAft>
            </a:pPr>
            <a:r>
              <a:rPr lang="en-US" altLang="en-US" sz="2400" dirty="0"/>
              <a:t>El </a:t>
            </a:r>
            <a:r>
              <a:rPr lang="en-US" altLang="en-US" sz="2400" dirty="0" err="1"/>
              <a:t>mecanismo</a:t>
            </a:r>
            <a:r>
              <a:rPr lang="en-US" altLang="en-US" sz="2400" dirty="0"/>
              <a:t> define </a:t>
            </a:r>
            <a:r>
              <a:rPr lang="en-US" altLang="en-US" sz="2400" dirty="0" err="1"/>
              <a:t>las</a:t>
            </a:r>
            <a:r>
              <a:rPr lang="en-US" altLang="en-US" sz="2400" dirty="0"/>
              <a:t> “</a:t>
            </a:r>
            <a:r>
              <a:rPr lang="en-US" altLang="en-US" sz="2400" dirty="0" err="1"/>
              <a:t>reglas</a:t>
            </a:r>
            <a:r>
              <a:rPr lang="en-US" altLang="en-US" sz="2400" dirty="0"/>
              <a:t> del </a:t>
            </a:r>
            <a:r>
              <a:rPr lang="en-US" altLang="en-US" sz="2400" dirty="0" err="1"/>
              <a:t>encuentro</a:t>
            </a:r>
            <a:r>
              <a:rPr lang="en-US" altLang="en-US" sz="2400" dirty="0"/>
              <a:t>” entre </a:t>
            </a:r>
            <a:r>
              <a:rPr lang="en-US" altLang="en-US" sz="2400" dirty="0" err="1"/>
              <a:t>agentes</a:t>
            </a:r>
            <a:endParaRPr lang="en-US" altLang="en-US" sz="2400" dirty="0"/>
          </a:p>
          <a:p>
            <a:pPr eaLnBrk="1" hangingPunct="1">
              <a:lnSpc>
                <a:spcPct val="90000"/>
              </a:lnSpc>
              <a:spcAft>
                <a:spcPts val="2400"/>
              </a:spcAft>
            </a:pPr>
            <a:r>
              <a:rPr lang="en-US" altLang="en-US" sz="2400" dirty="0"/>
              <a:t>El</a:t>
            </a:r>
            <a:r>
              <a:rPr lang="en-US" altLang="en-US" sz="2400" i="1" dirty="0">
                <a:solidFill>
                  <a:srgbClr val="003399"/>
                </a:solidFill>
              </a:rPr>
              <a:t> </a:t>
            </a:r>
            <a:r>
              <a:rPr lang="en-US" altLang="en-US" sz="2400" i="1" dirty="0" err="1">
                <a:solidFill>
                  <a:srgbClr val="003399"/>
                </a:solidFill>
              </a:rPr>
              <a:t>diseño</a:t>
            </a:r>
            <a:r>
              <a:rPr lang="en-US" altLang="en-US" sz="2400" i="1" dirty="0">
                <a:solidFill>
                  <a:srgbClr val="003399"/>
                </a:solidFill>
              </a:rPr>
              <a:t> del </a:t>
            </a:r>
            <a:r>
              <a:rPr lang="en-US" altLang="en-US" sz="2400" i="1" dirty="0" err="1">
                <a:solidFill>
                  <a:srgbClr val="003399"/>
                </a:solidFill>
              </a:rPr>
              <a:t>mecanismo</a:t>
            </a:r>
            <a:r>
              <a:rPr lang="en-US" altLang="en-US" sz="2400" i="1" dirty="0">
                <a:solidFill>
                  <a:srgbClr val="003399"/>
                </a:solidFill>
              </a:rPr>
              <a:t> </a:t>
            </a:r>
            <a:r>
              <a:rPr lang="en-US" altLang="en-US" sz="2400" dirty="0" err="1"/>
              <a:t>consiste</a:t>
            </a:r>
            <a:r>
              <a:rPr lang="en-US" altLang="en-US" sz="2400" dirty="0"/>
              <a:t> en </a:t>
            </a:r>
            <a:r>
              <a:rPr lang="en-US" altLang="en-US" sz="2400" dirty="0" err="1"/>
              <a:t>diseñar</a:t>
            </a:r>
            <a:r>
              <a:rPr lang="en-US" altLang="en-US" sz="2400" dirty="0"/>
              <a:t> </a:t>
            </a:r>
            <a:r>
              <a:rPr lang="en-US" altLang="en-US" sz="2400" dirty="0" err="1"/>
              <a:t>mecanismos</a:t>
            </a:r>
            <a:r>
              <a:rPr lang="en-US" altLang="en-US" sz="2400" dirty="0"/>
              <a:t> </a:t>
            </a:r>
            <a:r>
              <a:rPr lang="en-US" altLang="en-US" sz="2400" dirty="0" err="1"/>
              <a:t>que</a:t>
            </a:r>
            <a:r>
              <a:rPr lang="en-US" altLang="en-US" sz="2400" dirty="0"/>
              <a:t> </a:t>
            </a:r>
            <a:r>
              <a:rPr lang="en-US" altLang="en-US" sz="2400" dirty="0" err="1"/>
              <a:t>tengan</a:t>
            </a:r>
            <a:r>
              <a:rPr lang="en-US" altLang="en-US" sz="2400" dirty="0"/>
              <a:t> </a:t>
            </a:r>
            <a:r>
              <a:rPr lang="en-US" altLang="en-US" sz="2400" dirty="0" err="1"/>
              <a:t>ciertas</a:t>
            </a:r>
            <a:r>
              <a:rPr lang="en-US" altLang="en-US" sz="2400" dirty="0"/>
              <a:t> </a:t>
            </a:r>
            <a:r>
              <a:rPr lang="en-US" altLang="en-US" sz="2400" dirty="0" err="1"/>
              <a:t>propiedades</a:t>
            </a:r>
            <a:r>
              <a:rPr lang="en-US" altLang="en-US" sz="2400" dirty="0"/>
              <a:t> </a:t>
            </a:r>
            <a:r>
              <a:rPr lang="en-US" altLang="en-US" sz="2400" dirty="0" err="1"/>
              <a:t>deseables</a:t>
            </a:r>
            <a:endParaRPr lang="en-US" altLang="en-US" sz="2400" dirty="0"/>
          </a:p>
          <a:p>
            <a:pPr eaLnBrk="1" hangingPunct="1">
              <a:lnSpc>
                <a:spcPct val="90000"/>
              </a:lnSpc>
              <a:spcAft>
                <a:spcPts val="2400"/>
              </a:spcAft>
            </a:pPr>
            <a:r>
              <a:rPr lang="en-US" altLang="en-US" sz="2400" dirty="0"/>
              <a:t>¿Dado un </a:t>
            </a:r>
            <a:r>
              <a:rPr lang="en-US" altLang="en-US" sz="2400" dirty="0" err="1"/>
              <a:t>protocolo</a:t>
            </a:r>
            <a:r>
              <a:rPr lang="en-US" altLang="en-US" sz="2400" dirty="0"/>
              <a:t> particular, </a:t>
            </a:r>
            <a:r>
              <a:rPr lang="en-US" altLang="en-US" sz="2400" dirty="0" err="1"/>
              <a:t>cómo</a:t>
            </a:r>
            <a:r>
              <a:rPr lang="en-US" altLang="en-US" sz="2400" dirty="0"/>
              <a:t> </a:t>
            </a:r>
            <a:r>
              <a:rPr lang="en-US" altLang="en-US" sz="2400" dirty="0" err="1"/>
              <a:t>podemos</a:t>
            </a:r>
            <a:r>
              <a:rPr lang="en-US" altLang="en-US" sz="2400" dirty="0"/>
              <a:t> </a:t>
            </a:r>
            <a:r>
              <a:rPr lang="en-US" altLang="en-US" sz="2400" dirty="0" err="1"/>
              <a:t>diseñar</a:t>
            </a:r>
            <a:r>
              <a:rPr lang="en-US" altLang="en-US" sz="2400" dirty="0"/>
              <a:t> </a:t>
            </a:r>
            <a:r>
              <a:rPr lang="en-US" altLang="en-US" sz="2400" dirty="0" err="1"/>
              <a:t>una</a:t>
            </a:r>
            <a:r>
              <a:rPr lang="en-US" altLang="en-US" sz="2400" dirty="0"/>
              <a:t> </a:t>
            </a:r>
            <a:r>
              <a:rPr lang="en-US" altLang="en-US" sz="2400" i="1" dirty="0" err="1">
                <a:solidFill>
                  <a:srgbClr val="003399"/>
                </a:solidFill>
              </a:rPr>
              <a:t>estrategia</a:t>
            </a:r>
            <a:r>
              <a:rPr lang="en-US" altLang="en-US" sz="2400" dirty="0"/>
              <a:t> particular la </a:t>
            </a:r>
            <a:r>
              <a:rPr lang="en-US" altLang="en-US" sz="2400" dirty="0" err="1"/>
              <a:t>cual</a:t>
            </a:r>
            <a:r>
              <a:rPr lang="en-US" altLang="en-US" sz="2400" dirty="0"/>
              <a:t> </a:t>
            </a:r>
            <a:r>
              <a:rPr lang="en-US" altLang="en-US" sz="2400" dirty="0" err="1"/>
              <a:t>pueda</a:t>
            </a:r>
            <a:r>
              <a:rPr lang="en-US" altLang="en-US" sz="2400" dirty="0"/>
              <a:t> </a:t>
            </a:r>
            <a:r>
              <a:rPr lang="en-US" altLang="en-US" sz="2400" dirty="0" err="1"/>
              <a:t>ser</a:t>
            </a:r>
            <a:r>
              <a:rPr lang="en-US" altLang="en-US" sz="2400" dirty="0"/>
              <a:t> </a:t>
            </a:r>
            <a:r>
              <a:rPr lang="en-US" altLang="en-US" sz="2400" dirty="0" err="1"/>
              <a:t>usada</a:t>
            </a:r>
            <a:r>
              <a:rPr lang="en-US" altLang="en-US" sz="2400" dirty="0"/>
              <a:t> </a:t>
            </a:r>
            <a:r>
              <a:rPr lang="en-US" altLang="en-US" sz="2400" dirty="0" err="1"/>
              <a:t>por</a:t>
            </a:r>
            <a:r>
              <a:rPr lang="en-US" altLang="en-US" sz="2400" dirty="0"/>
              <a:t> los </a:t>
            </a:r>
            <a:r>
              <a:rPr lang="en-US" altLang="en-US" sz="2400" dirty="0" err="1"/>
              <a:t>agentes</a:t>
            </a:r>
            <a:r>
              <a:rPr lang="en-US" altLang="en-US" sz="2400" dirty="0"/>
              <a:t>? </a:t>
            </a:r>
          </a:p>
        </p:txBody>
      </p:sp>
      <p:pic>
        <p:nvPicPr>
          <p:cNvPr id="5" name="Picture 2" descr="Business negotiation icon stock vector. Illustration of icon - 1747713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5135553"/>
            <a:ext cx="1565285" cy="156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938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8CC98F70-43F5-4CEF-9E90-B77064E37E5E}" type="slidenum">
              <a:rPr lang="en-US" altLang="en-US" smtClean="0"/>
              <a:pPr>
                <a:defRPr/>
              </a:pPr>
              <a:t>31</a:t>
            </a:fld>
            <a:endParaRPr lang="en-US" altLang="en-US" dirty="0"/>
          </a:p>
        </p:txBody>
      </p:sp>
      <p:sp>
        <p:nvSpPr>
          <p:cNvPr id="7171" name="Rectangle 2"/>
          <p:cNvSpPr>
            <a:spLocks noGrp="1" noChangeArrowheads="1"/>
          </p:cNvSpPr>
          <p:nvPr>
            <p:ph type="title"/>
          </p:nvPr>
        </p:nvSpPr>
        <p:spPr/>
        <p:txBody>
          <a:bodyPr/>
          <a:lstStyle/>
          <a:p>
            <a:pPr eaLnBrk="1" hangingPunct="1"/>
            <a:r>
              <a:rPr lang="en-US" altLang="en-US"/>
              <a:t>Diseño de Mecanismos</a:t>
            </a:r>
          </a:p>
        </p:txBody>
      </p:sp>
      <p:sp>
        <p:nvSpPr>
          <p:cNvPr id="7172" name="Rectangle 3"/>
          <p:cNvSpPr>
            <a:spLocks noGrp="1" noChangeArrowheads="1"/>
          </p:cNvSpPr>
          <p:nvPr>
            <p:ph type="body" idx="1"/>
          </p:nvPr>
        </p:nvSpPr>
        <p:spPr>
          <a:xfrm>
            <a:off x="457200" y="1219200"/>
            <a:ext cx="8229600" cy="4876800"/>
          </a:xfrm>
        </p:spPr>
        <p:txBody>
          <a:bodyPr/>
          <a:lstStyle/>
          <a:p>
            <a:pPr eaLnBrk="1" hangingPunct="1"/>
            <a:r>
              <a:rPr lang="en-US" altLang="en-US" sz="2400" dirty="0" err="1"/>
              <a:t>Propiedades</a:t>
            </a:r>
            <a:r>
              <a:rPr lang="en-US" altLang="en-US" sz="2400" dirty="0"/>
              <a:t> </a:t>
            </a:r>
            <a:r>
              <a:rPr lang="en-US" altLang="en-US" sz="2400" dirty="0" err="1"/>
              <a:t>deseables</a:t>
            </a:r>
            <a:r>
              <a:rPr lang="en-US" altLang="en-US" sz="2400" dirty="0"/>
              <a:t> de los </a:t>
            </a:r>
            <a:r>
              <a:rPr lang="en-US" altLang="en-US" sz="2400" dirty="0" err="1"/>
              <a:t>mecanismos</a:t>
            </a:r>
            <a:r>
              <a:rPr lang="en-US" altLang="en-US" sz="2400" dirty="0"/>
              <a:t>:</a:t>
            </a:r>
          </a:p>
          <a:p>
            <a:pPr lvl="1" eaLnBrk="1" hangingPunct="1">
              <a:spcAft>
                <a:spcPts val="600"/>
              </a:spcAft>
            </a:pPr>
            <a:r>
              <a:rPr lang="en-US" altLang="en-US" sz="2000" i="1" dirty="0" err="1">
                <a:solidFill>
                  <a:srgbClr val="003399"/>
                </a:solidFill>
              </a:rPr>
              <a:t>Convergencia</a:t>
            </a:r>
            <a:r>
              <a:rPr lang="en-US" altLang="en-US" sz="2000" i="1" dirty="0">
                <a:solidFill>
                  <a:srgbClr val="003399"/>
                </a:solidFill>
              </a:rPr>
              <a:t>/</a:t>
            </a:r>
            <a:r>
              <a:rPr lang="en-US" altLang="en-US" sz="2000" i="1" dirty="0" err="1">
                <a:solidFill>
                  <a:srgbClr val="003399"/>
                </a:solidFill>
              </a:rPr>
              <a:t>éxito</a:t>
            </a:r>
            <a:r>
              <a:rPr lang="en-US" altLang="en-US" sz="2000" i="1" dirty="0">
                <a:solidFill>
                  <a:srgbClr val="003399"/>
                </a:solidFill>
              </a:rPr>
              <a:t> </a:t>
            </a:r>
            <a:r>
              <a:rPr lang="en-US" altLang="en-US" sz="2000" i="1" dirty="0" err="1">
                <a:solidFill>
                  <a:srgbClr val="003399"/>
                </a:solidFill>
              </a:rPr>
              <a:t>garantizado</a:t>
            </a:r>
            <a:r>
              <a:rPr lang="en-US" altLang="en-US" sz="2000" i="1" dirty="0">
                <a:solidFill>
                  <a:srgbClr val="003399"/>
                </a:solidFill>
              </a:rPr>
              <a:t>: </a:t>
            </a:r>
            <a:r>
              <a:rPr lang="en-US" altLang="en-US" sz="1800" dirty="0" err="1"/>
              <a:t>asegura</a:t>
            </a:r>
            <a:r>
              <a:rPr lang="en-US" altLang="en-US" sz="1800" dirty="0"/>
              <a:t> </a:t>
            </a:r>
            <a:r>
              <a:rPr lang="en-US" altLang="en-US" sz="1800" dirty="0" err="1"/>
              <a:t>que</a:t>
            </a:r>
            <a:r>
              <a:rPr lang="en-US" altLang="en-US" sz="1800" dirty="0"/>
              <a:t> </a:t>
            </a:r>
            <a:r>
              <a:rPr lang="en-US" altLang="en-US" sz="1800" dirty="0" err="1"/>
              <a:t>eventualmente</a:t>
            </a:r>
            <a:r>
              <a:rPr lang="en-US" altLang="en-US" sz="1800" dirty="0"/>
              <a:t> se </a:t>
            </a:r>
            <a:r>
              <a:rPr lang="en-US" altLang="en-US" sz="1800" dirty="0" err="1"/>
              <a:t>logrará</a:t>
            </a:r>
            <a:r>
              <a:rPr lang="en-US" altLang="en-US" sz="1800" dirty="0"/>
              <a:t> un </a:t>
            </a:r>
            <a:r>
              <a:rPr lang="en-US" altLang="en-US" sz="1800" dirty="0" err="1"/>
              <a:t>cierto</a:t>
            </a:r>
            <a:r>
              <a:rPr lang="en-US" altLang="en-US" sz="1800" dirty="0"/>
              <a:t> </a:t>
            </a:r>
            <a:r>
              <a:rPr lang="en-US" altLang="en-US" sz="1800" dirty="0" err="1"/>
              <a:t>acuerdo</a:t>
            </a:r>
            <a:r>
              <a:rPr lang="en-US" altLang="en-US" sz="1800" dirty="0"/>
              <a:t> </a:t>
            </a:r>
          </a:p>
          <a:p>
            <a:pPr lvl="1" eaLnBrk="1" hangingPunct="1">
              <a:spcAft>
                <a:spcPts val="600"/>
              </a:spcAft>
            </a:pPr>
            <a:r>
              <a:rPr lang="en-US" altLang="en-US" sz="2000" i="1" dirty="0" err="1">
                <a:solidFill>
                  <a:srgbClr val="003399"/>
                </a:solidFill>
              </a:rPr>
              <a:t>Maximización</a:t>
            </a:r>
            <a:r>
              <a:rPr lang="en-US" altLang="en-US" sz="2000" i="1" dirty="0">
                <a:solidFill>
                  <a:srgbClr val="003399"/>
                </a:solidFill>
              </a:rPr>
              <a:t> del </a:t>
            </a:r>
            <a:r>
              <a:rPr lang="en-US" altLang="en-US" sz="2000" i="1" dirty="0" err="1">
                <a:solidFill>
                  <a:srgbClr val="003399"/>
                </a:solidFill>
              </a:rPr>
              <a:t>bienestar</a:t>
            </a:r>
            <a:r>
              <a:rPr lang="en-US" altLang="en-US" sz="2000" i="1" dirty="0">
                <a:solidFill>
                  <a:srgbClr val="003399"/>
                </a:solidFill>
              </a:rPr>
              <a:t> social: </a:t>
            </a:r>
            <a:r>
              <a:rPr lang="en-US" altLang="en-US" sz="1800" dirty="0" err="1"/>
              <a:t>asegura</a:t>
            </a:r>
            <a:r>
              <a:rPr lang="en-US" altLang="en-US" sz="1800" dirty="0"/>
              <a:t> </a:t>
            </a:r>
            <a:r>
              <a:rPr lang="en-US" altLang="en-US" sz="1800" dirty="0" err="1"/>
              <a:t>que</a:t>
            </a:r>
            <a:r>
              <a:rPr lang="en-US" altLang="en-US" sz="1800" dirty="0"/>
              <a:t> la </a:t>
            </a:r>
            <a:r>
              <a:rPr lang="en-US" altLang="en-US" sz="1800" dirty="0" err="1"/>
              <a:t>suma</a:t>
            </a:r>
            <a:r>
              <a:rPr lang="en-US" altLang="en-US" sz="1800" dirty="0"/>
              <a:t> de </a:t>
            </a:r>
            <a:r>
              <a:rPr lang="en-US" altLang="en-US" sz="1800" dirty="0" err="1"/>
              <a:t>las</a:t>
            </a:r>
            <a:r>
              <a:rPr lang="en-US" altLang="en-US" sz="1800" dirty="0"/>
              <a:t> </a:t>
            </a:r>
            <a:r>
              <a:rPr lang="en-US" altLang="en-US" sz="1800" dirty="0" err="1"/>
              <a:t>utilidades</a:t>
            </a:r>
            <a:r>
              <a:rPr lang="en-US" altLang="en-US" sz="1800" dirty="0"/>
              <a:t> de </a:t>
            </a:r>
            <a:r>
              <a:rPr lang="en-US" altLang="en-US" sz="1800" dirty="0" err="1"/>
              <a:t>las</a:t>
            </a:r>
            <a:r>
              <a:rPr lang="en-US" altLang="en-US" sz="1800" dirty="0"/>
              <a:t> </a:t>
            </a:r>
            <a:r>
              <a:rPr lang="en-US" altLang="en-US" sz="1800" dirty="0" err="1"/>
              <a:t>partes</a:t>
            </a:r>
            <a:r>
              <a:rPr lang="en-US" altLang="en-US" sz="1800" dirty="0"/>
              <a:t> sea </a:t>
            </a:r>
            <a:r>
              <a:rPr lang="en-US" altLang="en-US" sz="1800" dirty="0" err="1"/>
              <a:t>maximizada</a:t>
            </a:r>
            <a:endParaRPr lang="en-US" altLang="en-US" sz="1800" dirty="0"/>
          </a:p>
          <a:p>
            <a:pPr lvl="1" eaLnBrk="1" hangingPunct="1">
              <a:spcAft>
                <a:spcPts val="600"/>
              </a:spcAft>
            </a:pPr>
            <a:r>
              <a:rPr lang="en-US" altLang="en-US" sz="2000" i="1" dirty="0" err="1">
                <a:solidFill>
                  <a:srgbClr val="003399"/>
                </a:solidFill>
              </a:rPr>
              <a:t>Eficiencia</a:t>
            </a:r>
            <a:r>
              <a:rPr lang="en-US" altLang="en-US" sz="2000" i="1" dirty="0">
                <a:solidFill>
                  <a:srgbClr val="003399"/>
                </a:solidFill>
              </a:rPr>
              <a:t> de Pareto: </a:t>
            </a:r>
            <a:r>
              <a:rPr lang="en-US" altLang="en-US" sz="1800" dirty="0" err="1"/>
              <a:t>asegura</a:t>
            </a:r>
            <a:r>
              <a:rPr lang="en-US" altLang="en-US" sz="1800" dirty="0"/>
              <a:t> </a:t>
            </a:r>
            <a:r>
              <a:rPr lang="en-US" altLang="en-US" sz="1800" dirty="0" err="1"/>
              <a:t>que</a:t>
            </a:r>
            <a:r>
              <a:rPr lang="en-US" altLang="en-US" sz="1800" dirty="0"/>
              <a:t> </a:t>
            </a:r>
            <a:r>
              <a:rPr lang="en-US" altLang="en-US" sz="1800" dirty="0" err="1"/>
              <a:t>todas</a:t>
            </a:r>
            <a:r>
              <a:rPr lang="en-US" altLang="en-US" sz="1800" dirty="0"/>
              <a:t> </a:t>
            </a:r>
            <a:r>
              <a:rPr lang="en-US" altLang="en-US" sz="1800" dirty="0" err="1"/>
              <a:t>las</a:t>
            </a:r>
            <a:r>
              <a:rPr lang="en-US" altLang="en-US" sz="1800" dirty="0"/>
              <a:t> </a:t>
            </a:r>
            <a:r>
              <a:rPr lang="en-US" altLang="en-US" sz="1800" dirty="0" err="1"/>
              <a:t>partes</a:t>
            </a:r>
            <a:r>
              <a:rPr lang="en-US" altLang="en-US" sz="1800" dirty="0"/>
              <a:t> </a:t>
            </a:r>
            <a:r>
              <a:rPr lang="en-US" altLang="en-US" sz="1800" dirty="0" err="1"/>
              <a:t>logren</a:t>
            </a:r>
            <a:r>
              <a:rPr lang="en-US" altLang="en-US" sz="1800" dirty="0"/>
              <a:t> </a:t>
            </a:r>
            <a:r>
              <a:rPr lang="en-US" altLang="en-US" sz="1800" dirty="0" err="1"/>
              <a:t>algo</a:t>
            </a:r>
            <a:r>
              <a:rPr lang="en-US" altLang="en-US" sz="1800" dirty="0"/>
              <a:t> </a:t>
            </a:r>
            <a:r>
              <a:rPr lang="en-US" altLang="en-US" sz="1800" dirty="0" err="1"/>
              <a:t>mejor</a:t>
            </a:r>
            <a:r>
              <a:rPr lang="en-US" altLang="en-US" sz="1800" dirty="0"/>
              <a:t> sin </a:t>
            </a:r>
            <a:r>
              <a:rPr lang="en-US" altLang="en-US" sz="1800" dirty="0" err="1"/>
              <a:t>tener</a:t>
            </a:r>
            <a:r>
              <a:rPr lang="en-US" altLang="en-US" sz="1800" dirty="0"/>
              <a:t> </a:t>
            </a:r>
            <a:r>
              <a:rPr lang="en-US" altLang="en-US" sz="1800" dirty="0" err="1"/>
              <a:t>que</a:t>
            </a:r>
            <a:r>
              <a:rPr lang="en-US" altLang="en-US" sz="1800" dirty="0"/>
              <a:t> </a:t>
            </a:r>
            <a:r>
              <a:rPr lang="en-US" altLang="en-US" sz="1800" dirty="0" err="1"/>
              <a:t>dañar</a:t>
            </a:r>
            <a:r>
              <a:rPr lang="en-US" altLang="en-US" sz="1800" dirty="0"/>
              <a:t> a </a:t>
            </a:r>
            <a:r>
              <a:rPr lang="en-US" altLang="en-US" sz="1800" dirty="0" err="1"/>
              <a:t>otras</a:t>
            </a:r>
            <a:r>
              <a:rPr lang="en-US" altLang="en-US" sz="1800" dirty="0"/>
              <a:t> (</a:t>
            </a:r>
            <a:r>
              <a:rPr lang="en-US" altLang="en-US" sz="1800" dirty="0" err="1"/>
              <a:t>que</a:t>
            </a:r>
            <a:r>
              <a:rPr lang="en-US" altLang="en-US" sz="1800" dirty="0"/>
              <a:t> </a:t>
            </a:r>
            <a:r>
              <a:rPr lang="en-US" altLang="en-US" sz="1800" dirty="0" err="1"/>
              <a:t>todos</a:t>
            </a:r>
            <a:r>
              <a:rPr lang="en-US" altLang="en-US" sz="1800" dirty="0"/>
              <a:t> </a:t>
            </a:r>
            <a:r>
              <a:rPr lang="en-US" altLang="en-US" sz="1800" dirty="0" err="1"/>
              <a:t>estén</a:t>
            </a:r>
            <a:r>
              <a:rPr lang="en-US" altLang="en-US" sz="1800" dirty="0"/>
              <a:t> lo </a:t>
            </a:r>
            <a:r>
              <a:rPr lang="en-US" altLang="en-US" sz="1800" dirty="0" err="1"/>
              <a:t>mejor</a:t>
            </a:r>
            <a:r>
              <a:rPr lang="en-US" altLang="en-US" sz="1800" dirty="0"/>
              <a:t> </a:t>
            </a:r>
            <a:r>
              <a:rPr lang="en-US" altLang="en-US" sz="1800" dirty="0" err="1"/>
              <a:t>posible</a:t>
            </a:r>
            <a:r>
              <a:rPr lang="en-US" altLang="en-US" sz="1800" dirty="0"/>
              <a:t> sin </a:t>
            </a:r>
            <a:r>
              <a:rPr lang="en-US" altLang="en-US" sz="1800" dirty="0" err="1"/>
              <a:t>dañar</a:t>
            </a:r>
            <a:r>
              <a:rPr lang="en-US" altLang="en-US" sz="1800" dirty="0"/>
              <a:t> a los </a:t>
            </a:r>
            <a:r>
              <a:rPr lang="en-US" altLang="en-US" sz="1800" dirty="0" err="1"/>
              <a:t>otros</a:t>
            </a:r>
            <a:r>
              <a:rPr lang="en-US" altLang="en-US" sz="1800" dirty="0"/>
              <a:t>) </a:t>
            </a:r>
          </a:p>
          <a:p>
            <a:pPr lvl="1" eaLnBrk="1" hangingPunct="1">
              <a:spcAft>
                <a:spcPts val="600"/>
              </a:spcAft>
            </a:pPr>
            <a:r>
              <a:rPr lang="en-US" altLang="en-US" sz="2000" i="1" dirty="0" err="1">
                <a:solidFill>
                  <a:srgbClr val="003399"/>
                </a:solidFill>
              </a:rPr>
              <a:t>Racionalidad</a:t>
            </a:r>
            <a:r>
              <a:rPr lang="en-US" altLang="en-US" sz="2000" i="1" dirty="0">
                <a:solidFill>
                  <a:srgbClr val="003399"/>
                </a:solidFill>
              </a:rPr>
              <a:t> Individual: </a:t>
            </a:r>
            <a:r>
              <a:rPr lang="en-US" altLang="en-US" sz="1800" dirty="0" err="1"/>
              <a:t>asegura</a:t>
            </a:r>
            <a:r>
              <a:rPr lang="en-US" altLang="en-US" sz="1800" dirty="0"/>
              <a:t> </a:t>
            </a:r>
            <a:r>
              <a:rPr lang="en-US" altLang="en-US" sz="1800" dirty="0" err="1"/>
              <a:t>que</a:t>
            </a:r>
            <a:r>
              <a:rPr lang="en-US" altLang="en-US" sz="1800" dirty="0"/>
              <a:t> </a:t>
            </a:r>
            <a:r>
              <a:rPr lang="en-US" altLang="en-US" sz="1800" dirty="0" err="1"/>
              <a:t>las</a:t>
            </a:r>
            <a:r>
              <a:rPr lang="en-US" altLang="en-US" sz="1800" dirty="0"/>
              <a:t> </a:t>
            </a:r>
            <a:r>
              <a:rPr lang="en-US" altLang="en-US" sz="1800" dirty="0" err="1"/>
              <a:t>partes</a:t>
            </a:r>
            <a:r>
              <a:rPr lang="en-US" altLang="en-US" sz="1800" dirty="0"/>
              <a:t> </a:t>
            </a:r>
            <a:r>
              <a:rPr lang="en-US" altLang="en-US" sz="1800" dirty="0" err="1"/>
              <a:t>adhieran</a:t>
            </a:r>
            <a:r>
              <a:rPr lang="en-US" altLang="en-US" sz="1800" dirty="0"/>
              <a:t> al </a:t>
            </a:r>
            <a:r>
              <a:rPr lang="en-US" altLang="en-US" sz="1800" dirty="0" err="1"/>
              <a:t>protocolo</a:t>
            </a:r>
            <a:r>
              <a:rPr lang="en-US" altLang="en-US" sz="1800" dirty="0"/>
              <a:t> (sea de </a:t>
            </a:r>
            <a:r>
              <a:rPr lang="en-US" altLang="en-US" sz="1800" dirty="0" err="1"/>
              <a:t>interés</a:t>
            </a:r>
            <a:r>
              <a:rPr lang="en-US" altLang="en-US" sz="1800" dirty="0"/>
              <a:t> </a:t>
            </a:r>
            <a:r>
              <a:rPr lang="en-US" altLang="en-US" sz="1800" dirty="0" err="1"/>
              <a:t>hacerlo</a:t>
            </a:r>
            <a:r>
              <a:rPr lang="en-US" altLang="en-US" sz="1800" dirty="0"/>
              <a:t>)</a:t>
            </a:r>
          </a:p>
          <a:p>
            <a:pPr lvl="1" eaLnBrk="1" hangingPunct="1">
              <a:spcAft>
                <a:spcPts val="600"/>
              </a:spcAft>
            </a:pPr>
            <a:r>
              <a:rPr lang="en-US" altLang="en-US" sz="2000" i="1" dirty="0" err="1">
                <a:solidFill>
                  <a:srgbClr val="003399"/>
                </a:solidFill>
              </a:rPr>
              <a:t>Estabilidad</a:t>
            </a:r>
            <a:r>
              <a:rPr lang="en-US" altLang="en-US" sz="2000" i="1" dirty="0">
                <a:solidFill>
                  <a:srgbClr val="003399"/>
                </a:solidFill>
              </a:rPr>
              <a:t>: </a:t>
            </a:r>
            <a:r>
              <a:rPr lang="en-US" altLang="en-US" sz="1800" dirty="0"/>
              <a:t>se </a:t>
            </a:r>
            <a:r>
              <a:rPr lang="en-US" altLang="en-US" sz="1800" dirty="0" err="1"/>
              <a:t>provee</a:t>
            </a:r>
            <a:r>
              <a:rPr lang="en-US" altLang="en-US" sz="1800" dirty="0"/>
              <a:t> a </a:t>
            </a:r>
            <a:r>
              <a:rPr lang="en-US" altLang="en-US" sz="1800" dirty="0" err="1"/>
              <a:t>las</a:t>
            </a:r>
            <a:r>
              <a:rPr lang="en-US" altLang="en-US" sz="1800" dirty="0"/>
              <a:t> </a:t>
            </a:r>
            <a:r>
              <a:rPr lang="en-US" altLang="en-US" sz="1800" dirty="0" err="1"/>
              <a:t>partes</a:t>
            </a:r>
            <a:r>
              <a:rPr lang="en-US" altLang="en-US" sz="1800" dirty="0"/>
              <a:t> el </a:t>
            </a:r>
            <a:r>
              <a:rPr lang="en-US" altLang="en-US" sz="1800" dirty="0" err="1"/>
              <a:t>incentivo</a:t>
            </a:r>
            <a:r>
              <a:rPr lang="en-US" altLang="en-US" sz="1800" dirty="0"/>
              <a:t> para </a:t>
            </a:r>
            <a:r>
              <a:rPr lang="en-US" altLang="en-US" sz="1800" dirty="0" err="1"/>
              <a:t>comportarse</a:t>
            </a:r>
            <a:r>
              <a:rPr lang="en-US" altLang="en-US" sz="1800" dirty="0"/>
              <a:t> de </a:t>
            </a:r>
            <a:r>
              <a:rPr lang="en-US" altLang="en-US" sz="1800" dirty="0" err="1"/>
              <a:t>determinada</a:t>
            </a:r>
            <a:r>
              <a:rPr lang="en-US" altLang="en-US" sz="1800" dirty="0"/>
              <a:t> forma (</a:t>
            </a:r>
            <a:r>
              <a:rPr lang="en-US" altLang="en-US" sz="1800" dirty="0" err="1"/>
              <a:t>equilibrio</a:t>
            </a:r>
            <a:r>
              <a:rPr lang="en-US" altLang="en-US" sz="1800" dirty="0"/>
              <a:t> de Nash)</a:t>
            </a:r>
          </a:p>
          <a:p>
            <a:pPr lvl="1" eaLnBrk="1" hangingPunct="1"/>
            <a:endParaRPr lang="en-US" altLang="en-US" i="1" dirty="0">
              <a:solidFill>
                <a:srgbClr val="003399"/>
              </a:solidFill>
            </a:endParaRPr>
          </a:p>
        </p:txBody>
      </p:sp>
      <p:pic>
        <p:nvPicPr>
          <p:cNvPr id="5" name="Picture 2" descr="Business negotiation icon stock vector. Illustration of icon - 1747713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67685" y="5169600"/>
            <a:ext cx="1565285" cy="156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684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2F0FAD8C-87AD-4597-BF04-0077DEA0767C}" type="slidenum">
              <a:rPr lang="en-US" altLang="en-US" smtClean="0"/>
              <a:pPr>
                <a:defRPr/>
              </a:pPr>
              <a:t>32</a:t>
            </a:fld>
            <a:endParaRPr lang="en-US" altLang="en-US" dirty="0"/>
          </a:p>
        </p:txBody>
      </p:sp>
      <p:sp>
        <p:nvSpPr>
          <p:cNvPr id="8195" name="Rectangle 2"/>
          <p:cNvSpPr>
            <a:spLocks noGrp="1" noChangeArrowheads="1"/>
          </p:cNvSpPr>
          <p:nvPr>
            <p:ph type="title"/>
          </p:nvPr>
        </p:nvSpPr>
        <p:spPr/>
        <p:txBody>
          <a:bodyPr/>
          <a:lstStyle/>
          <a:p>
            <a:pPr eaLnBrk="1" hangingPunct="1"/>
            <a:r>
              <a:rPr lang="en-US" altLang="en-US"/>
              <a:t>Diseño de Mecanismos</a:t>
            </a:r>
          </a:p>
        </p:txBody>
      </p:sp>
      <p:sp>
        <p:nvSpPr>
          <p:cNvPr id="8196" name="Rectangle 3"/>
          <p:cNvSpPr>
            <a:spLocks noGrp="1" noChangeArrowheads="1"/>
          </p:cNvSpPr>
          <p:nvPr>
            <p:ph type="body" idx="1"/>
          </p:nvPr>
        </p:nvSpPr>
        <p:spPr/>
        <p:txBody>
          <a:bodyPr/>
          <a:lstStyle/>
          <a:p>
            <a:pPr eaLnBrk="1" hangingPunct="1"/>
            <a:r>
              <a:rPr lang="en-US" altLang="en-US" sz="2400" dirty="0" err="1"/>
              <a:t>Propiedades</a:t>
            </a:r>
            <a:r>
              <a:rPr lang="en-US" altLang="en-US" sz="2400" dirty="0"/>
              <a:t> </a:t>
            </a:r>
            <a:r>
              <a:rPr lang="en-US" altLang="en-US" sz="2400" dirty="0" err="1"/>
              <a:t>deseables</a:t>
            </a:r>
            <a:r>
              <a:rPr lang="en-US" altLang="en-US" sz="2400" dirty="0"/>
              <a:t> de los </a:t>
            </a:r>
            <a:r>
              <a:rPr lang="en-US" altLang="en-US" sz="2400" dirty="0" err="1"/>
              <a:t>mecanismos</a:t>
            </a:r>
            <a:r>
              <a:rPr lang="en-US" altLang="en-US" sz="2400" dirty="0"/>
              <a:t> :</a:t>
            </a:r>
          </a:p>
          <a:p>
            <a:pPr lvl="1" eaLnBrk="1" hangingPunct="1">
              <a:spcAft>
                <a:spcPts val="1200"/>
              </a:spcAft>
            </a:pPr>
            <a:r>
              <a:rPr lang="en-US" altLang="en-US" sz="2000" i="1" dirty="0" err="1">
                <a:solidFill>
                  <a:srgbClr val="003399"/>
                </a:solidFill>
              </a:rPr>
              <a:t>Simpleza</a:t>
            </a:r>
            <a:r>
              <a:rPr lang="en-US" altLang="en-US" sz="2000" i="1" dirty="0">
                <a:solidFill>
                  <a:srgbClr val="003399"/>
                </a:solidFill>
              </a:rPr>
              <a:t>:</a:t>
            </a:r>
            <a:r>
              <a:rPr lang="en-US" altLang="en-US" sz="2400" i="1" dirty="0">
                <a:solidFill>
                  <a:srgbClr val="003399"/>
                </a:solidFill>
              </a:rPr>
              <a:t> </a:t>
            </a:r>
            <a:r>
              <a:rPr lang="en-US" altLang="en-US" sz="1800" dirty="0" err="1"/>
              <a:t>hace</a:t>
            </a:r>
            <a:r>
              <a:rPr lang="en-US" altLang="en-US" sz="1800" dirty="0"/>
              <a:t> </a:t>
            </a:r>
            <a:r>
              <a:rPr lang="en-US" altLang="en-US" sz="1800" dirty="0" err="1"/>
              <a:t>obvio</a:t>
            </a:r>
            <a:r>
              <a:rPr lang="en-US" altLang="en-US" sz="1800" dirty="0"/>
              <a:t> para </a:t>
            </a:r>
            <a:r>
              <a:rPr lang="en-US" altLang="en-US" sz="1800" dirty="0" err="1"/>
              <a:t>cada</a:t>
            </a:r>
            <a:r>
              <a:rPr lang="en-US" altLang="en-US" sz="1800" dirty="0"/>
              <a:t> parte </a:t>
            </a:r>
            <a:r>
              <a:rPr lang="en-US" altLang="en-US" sz="1800" dirty="0" err="1"/>
              <a:t>cuál</a:t>
            </a:r>
            <a:r>
              <a:rPr lang="en-US" altLang="en-US" sz="1800" dirty="0"/>
              <a:t> </a:t>
            </a:r>
            <a:r>
              <a:rPr lang="en-US" altLang="en-US" sz="1800" dirty="0" err="1"/>
              <a:t>es</a:t>
            </a:r>
            <a:r>
              <a:rPr lang="en-US" altLang="en-US" sz="1800" dirty="0"/>
              <a:t> la </a:t>
            </a:r>
            <a:r>
              <a:rPr lang="en-US" altLang="en-US" sz="1800" dirty="0" err="1"/>
              <a:t>estrategia</a:t>
            </a:r>
            <a:r>
              <a:rPr lang="en-US" altLang="en-US" sz="1800" dirty="0"/>
              <a:t> </a:t>
            </a:r>
            <a:r>
              <a:rPr lang="en-US" altLang="en-US" sz="1800" dirty="0" err="1"/>
              <a:t>apropiada</a:t>
            </a:r>
            <a:r>
              <a:rPr lang="en-US" altLang="en-US" sz="1800" dirty="0"/>
              <a:t> </a:t>
            </a:r>
            <a:r>
              <a:rPr lang="en-US" altLang="en-US" sz="1800" dirty="0" err="1"/>
              <a:t>que</a:t>
            </a:r>
            <a:r>
              <a:rPr lang="en-US" altLang="en-US" sz="1800" dirty="0"/>
              <a:t> </a:t>
            </a:r>
            <a:r>
              <a:rPr lang="en-US" altLang="en-US" sz="1800" dirty="0" err="1"/>
              <a:t>debe</a:t>
            </a:r>
            <a:r>
              <a:rPr lang="en-US" altLang="en-US" sz="1800" dirty="0"/>
              <a:t> </a:t>
            </a:r>
            <a:r>
              <a:rPr lang="en-US" altLang="en-US" sz="1800" dirty="0" err="1"/>
              <a:t>usar</a:t>
            </a:r>
            <a:endParaRPr lang="en-US" altLang="en-US" sz="1800" dirty="0"/>
          </a:p>
          <a:p>
            <a:pPr lvl="1" eaLnBrk="1" hangingPunct="1">
              <a:spcAft>
                <a:spcPts val="1200"/>
              </a:spcAft>
            </a:pPr>
            <a:r>
              <a:rPr lang="en-US" altLang="en-US" sz="2000" i="1" dirty="0" err="1">
                <a:solidFill>
                  <a:srgbClr val="003399"/>
                </a:solidFill>
              </a:rPr>
              <a:t>Distribución</a:t>
            </a:r>
            <a:r>
              <a:rPr lang="en-US" altLang="en-US" sz="2000" i="1" dirty="0">
                <a:solidFill>
                  <a:srgbClr val="003399"/>
                </a:solidFill>
              </a:rPr>
              <a:t>:</a:t>
            </a:r>
            <a:r>
              <a:rPr lang="en-US" altLang="en-US" sz="2400" i="1" dirty="0">
                <a:solidFill>
                  <a:srgbClr val="003399"/>
                </a:solidFill>
              </a:rPr>
              <a:t> </a:t>
            </a:r>
            <a:r>
              <a:rPr lang="en-US" altLang="en-US" sz="1800" dirty="0" err="1"/>
              <a:t>asegura</a:t>
            </a:r>
            <a:r>
              <a:rPr lang="en-US" altLang="en-US" sz="1800" dirty="0"/>
              <a:t> </a:t>
            </a:r>
            <a:r>
              <a:rPr lang="en-US" altLang="en-US" sz="1800" dirty="0" err="1"/>
              <a:t>que</a:t>
            </a:r>
            <a:r>
              <a:rPr lang="en-US" altLang="en-US" sz="1800" dirty="0"/>
              <a:t> no </a:t>
            </a:r>
            <a:r>
              <a:rPr lang="en-US" altLang="en-US" sz="1800" dirty="0" err="1"/>
              <a:t>hayan</a:t>
            </a:r>
            <a:r>
              <a:rPr lang="en-US" altLang="en-US" sz="1800" dirty="0"/>
              <a:t> “</a:t>
            </a:r>
            <a:r>
              <a:rPr lang="en-US" altLang="en-US" sz="1800" dirty="0" err="1"/>
              <a:t>puntos</a:t>
            </a:r>
            <a:r>
              <a:rPr lang="en-US" altLang="en-US" sz="1800" dirty="0"/>
              <a:t> de </a:t>
            </a:r>
            <a:r>
              <a:rPr lang="en-US" altLang="en-US" sz="1800" dirty="0" err="1"/>
              <a:t>falla</a:t>
            </a:r>
            <a:r>
              <a:rPr lang="en-US" altLang="en-US" sz="1800" dirty="0"/>
              <a:t>” y </a:t>
            </a:r>
            <a:r>
              <a:rPr lang="en-US" altLang="en-US" sz="1800" dirty="0" err="1"/>
              <a:t>minimiza</a:t>
            </a:r>
            <a:r>
              <a:rPr lang="en-US" altLang="en-US" sz="1800" dirty="0"/>
              <a:t> la </a:t>
            </a:r>
            <a:r>
              <a:rPr lang="en-US" altLang="en-US" sz="1800" dirty="0" err="1"/>
              <a:t>comunicación</a:t>
            </a:r>
            <a:r>
              <a:rPr lang="en-US" altLang="en-US" sz="1800" dirty="0"/>
              <a:t> entre </a:t>
            </a:r>
            <a:r>
              <a:rPr lang="en-US" altLang="en-US" sz="1800" dirty="0" err="1"/>
              <a:t>las</a:t>
            </a:r>
            <a:r>
              <a:rPr lang="en-US" altLang="en-US" sz="1800" dirty="0"/>
              <a:t> </a:t>
            </a:r>
            <a:r>
              <a:rPr lang="en-US" altLang="en-US" sz="1800" dirty="0" err="1"/>
              <a:t>partes</a:t>
            </a:r>
            <a:endParaRPr lang="en-US" altLang="en-US" sz="1800" dirty="0"/>
          </a:p>
        </p:txBody>
      </p:sp>
      <p:pic>
        <p:nvPicPr>
          <p:cNvPr id="5" name="Picture 2" descr="Business negotiation icon stock vector. Illustration of icon - 1747713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4715" y="4906953"/>
            <a:ext cx="1565285" cy="156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7887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563534E8-C82C-4775-A096-C0606E75E418}" type="slidenum">
              <a:rPr lang="en-US" altLang="en-US" smtClean="0"/>
              <a:pPr>
                <a:defRPr/>
              </a:pPr>
              <a:t>33</a:t>
            </a:fld>
            <a:endParaRPr lang="en-US" altLang="en-US" dirty="0"/>
          </a:p>
        </p:txBody>
      </p:sp>
      <p:sp>
        <p:nvSpPr>
          <p:cNvPr id="9219" name="Rectangle 2"/>
          <p:cNvSpPr>
            <a:spLocks noGrp="1" noChangeArrowheads="1"/>
          </p:cNvSpPr>
          <p:nvPr>
            <p:ph type="title"/>
          </p:nvPr>
        </p:nvSpPr>
        <p:spPr/>
        <p:txBody>
          <a:bodyPr/>
          <a:lstStyle/>
          <a:p>
            <a:pPr eaLnBrk="1" hangingPunct="1"/>
            <a:r>
              <a:rPr lang="en-US" altLang="en-US"/>
              <a:t>Subastas</a:t>
            </a:r>
          </a:p>
        </p:txBody>
      </p:sp>
      <p:sp>
        <p:nvSpPr>
          <p:cNvPr id="9220" name="Rectangle 3"/>
          <p:cNvSpPr>
            <a:spLocks noGrp="1" noChangeArrowheads="1"/>
          </p:cNvSpPr>
          <p:nvPr>
            <p:ph type="body" idx="1"/>
          </p:nvPr>
        </p:nvSpPr>
        <p:spPr>
          <a:xfrm>
            <a:off x="457200" y="1417638"/>
            <a:ext cx="8229600" cy="4530725"/>
          </a:xfrm>
        </p:spPr>
        <p:txBody>
          <a:bodyPr/>
          <a:lstStyle/>
          <a:p>
            <a:pPr eaLnBrk="1" hangingPunct="1"/>
            <a:r>
              <a:rPr lang="en-US" altLang="en-US" sz="2400" dirty="0" err="1"/>
              <a:t>Una</a:t>
            </a:r>
            <a:r>
              <a:rPr lang="en-US" altLang="en-US" sz="2400" dirty="0"/>
              <a:t> </a:t>
            </a:r>
            <a:r>
              <a:rPr lang="en-US" altLang="en-US" sz="2400" dirty="0" err="1"/>
              <a:t>subasta</a:t>
            </a:r>
            <a:r>
              <a:rPr lang="en-US" altLang="en-US" sz="2400" dirty="0"/>
              <a:t> se </a:t>
            </a:r>
            <a:r>
              <a:rPr lang="en-US" altLang="en-US" sz="2400" dirty="0" err="1"/>
              <a:t>realiza</a:t>
            </a:r>
            <a:r>
              <a:rPr lang="en-US" altLang="en-US" sz="2400" dirty="0"/>
              <a:t> entre un </a:t>
            </a:r>
            <a:r>
              <a:rPr lang="en-US" altLang="en-US" sz="2400" dirty="0" err="1"/>
              <a:t>agente</a:t>
            </a:r>
            <a:r>
              <a:rPr lang="en-US" altLang="en-US" sz="2400" dirty="0"/>
              <a:t> </a:t>
            </a:r>
            <a:r>
              <a:rPr lang="en-US" altLang="en-US" sz="2400" dirty="0" err="1"/>
              <a:t>conocido</a:t>
            </a:r>
            <a:r>
              <a:rPr lang="en-US" altLang="en-US" sz="2400" dirty="0"/>
              <a:t> </a:t>
            </a:r>
            <a:r>
              <a:rPr lang="en-US" altLang="en-US" sz="2400" dirty="0" err="1"/>
              <a:t>como</a:t>
            </a:r>
            <a:r>
              <a:rPr lang="en-US" altLang="en-US" sz="2400" dirty="0"/>
              <a:t> </a:t>
            </a:r>
            <a:r>
              <a:rPr lang="en-US" altLang="en-US" sz="2400" i="1" dirty="0" err="1">
                <a:solidFill>
                  <a:srgbClr val="003399"/>
                </a:solidFill>
              </a:rPr>
              <a:t>subastador</a:t>
            </a:r>
            <a:r>
              <a:rPr lang="en-US" altLang="en-US" sz="2400" i="1" dirty="0"/>
              <a:t> (</a:t>
            </a:r>
            <a:r>
              <a:rPr lang="en-US" altLang="en-US" sz="2400" i="1" dirty="0" err="1"/>
              <a:t>martillero</a:t>
            </a:r>
            <a:r>
              <a:rPr lang="en-US" altLang="en-US" sz="2400" i="1" dirty="0"/>
              <a:t>) </a:t>
            </a:r>
            <a:r>
              <a:rPr lang="en-US" altLang="en-US" sz="2400" dirty="0"/>
              <a:t>y un </a:t>
            </a:r>
            <a:r>
              <a:rPr lang="en-US" altLang="en-US" sz="2400" dirty="0" err="1"/>
              <a:t>conjunto</a:t>
            </a:r>
            <a:r>
              <a:rPr lang="en-US" altLang="en-US" sz="2400" dirty="0"/>
              <a:t> de </a:t>
            </a:r>
            <a:r>
              <a:rPr lang="en-US" altLang="en-US" sz="2400" dirty="0" err="1"/>
              <a:t>agentes</a:t>
            </a:r>
            <a:r>
              <a:rPr lang="en-US" altLang="en-US" sz="2400" dirty="0"/>
              <a:t> </a:t>
            </a:r>
            <a:r>
              <a:rPr lang="en-US" altLang="en-US" sz="2400" dirty="0" err="1"/>
              <a:t>llamados</a:t>
            </a:r>
            <a:r>
              <a:rPr lang="en-US" altLang="en-US" sz="2400" dirty="0"/>
              <a:t> </a:t>
            </a:r>
            <a:r>
              <a:rPr lang="en-US" altLang="en-US" sz="2400" i="1" dirty="0" err="1">
                <a:solidFill>
                  <a:srgbClr val="003399"/>
                </a:solidFill>
              </a:rPr>
              <a:t>oferentes</a:t>
            </a:r>
            <a:endParaRPr lang="en-US" altLang="en-US" sz="2400" i="1" dirty="0">
              <a:solidFill>
                <a:srgbClr val="003399"/>
              </a:solidFill>
            </a:endParaRPr>
          </a:p>
          <a:p>
            <a:pPr eaLnBrk="1" hangingPunct="1"/>
            <a:r>
              <a:rPr lang="en-US" altLang="en-US" sz="2400" dirty="0"/>
              <a:t>La meta de la </a:t>
            </a:r>
            <a:r>
              <a:rPr lang="en-US" altLang="en-US" sz="2400" dirty="0" err="1"/>
              <a:t>subasta</a:t>
            </a:r>
            <a:r>
              <a:rPr lang="en-US" altLang="en-US" sz="2400" dirty="0"/>
              <a:t> </a:t>
            </a:r>
            <a:r>
              <a:rPr lang="en-US" altLang="en-US" sz="2400" dirty="0" err="1"/>
              <a:t>es</a:t>
            </a:r>
            <a:r>
              <a:rPr lang="en-US" altLang="en-US" sz="2400" dirty="0"/>
              <a:t> </a:t>
            </a:r>
            <a:r>
              <a:rPr lang="en-US" altLang="en-US" sz="2400" dirty="0" err="1"/>
              <a:t>que</a:t>
            </a:r>
            <a:r>
              <a:rPr lang="en-US" altLang="en-US" sz="2400" dirty="0"/>
              <a:t> el </a:t>
            </a:r>
            <a:r>
              <a:rPr lang="en-US" altLang="en-US" sz="2400" dirty="0" err="1"/>
              <a:t>subastador</a:t>
            </a:r>
            <a:r>
              <a:rPr lang="en-US" altLang="en-US" sz="2400" dirty="0"/>
              <a:t> </a:t>
            </a:r>
            <a:r>
              <a:rPr lang="en-US" altLang="en-US" sz="2400" dirty="0" err="1"/>
              <a:t>asigne</a:t>
            </a:r>
            <a:r>
              <a:rPr lang="en-US" altLang="en-US" sz="2400" dirty="0"/>
              <a:t> el </a:t>
            </a:r>
            <a:r>
              <a:rPr lang="en-US" altLang="en-US" sz="2400" i="1" dirty="0" err="1">
                <a:solidFill>
                  <a:srgbClr val="003399"/>
                </a:solidFill>
              </a:rPr>
              <a:t>bien</a:t>
            </a:r>
            <a:r>
              <a:rPr lang="en-US" altLang="en-US" sz="2400" dirty="0"/>
              <a:t> a </a:t>
            </a:r>
            <a:r>
              <a:rPr lang="en-US" altLang="en-US" sz="2400" dirty="0" err="1"/>
              <a:t>algún</a:t>
            </a:r>
            <a:r>
              <a:rPr lang="en-US" altLang="en-US" sz="2400" dirty="0"/>
              <a:t> </a:t>
            </a:r>
            <a:r>
              <a:rPr lang="en-US" altLang="en-US" sz="2400" dirty="0" err="1"/>
              <a:t>oferente</a:t>
            </a:r>
            <a:endParaRPr lang="en-US" altLang="en-US" sz="2400" dirty="0"/>
          </a:p>
          <a:p>
            <a:pPr eaLnBrk="1" hangingPunct="1"/>
            <a:r>
              <a:rPr lang="en-US" altLang="en-US" sz="2400" dirty="0"/>
              <a:t>En la </a:t>
            </a:r>
            <a:r>
              <a:rPr lang="en-US" altLang="en-US" sz="2400" dirty="0" err="1"/>
              <a:t>mayoría</a:t>
            </a:r>
            <a:r>
              <a:rPr lang="en-US" altLang="en-US" sz="2400" dirty="0"/>
              <a:t> de los </a:t>
            </a:r>
            <a:r>
              <a:rPr lang="en-US" altLang="en-US" sz="2400" dirty="0" err="1"/>
              <a:t>casos</a:t>
            </a:r>
            <a:r>
              <a:rPr lang="en-US" altLang="en-US" sz="2400" dirty="0"/>
              <a:t>, el </a:t>
            </a:r>
            <a:r>
              <a:rPr lang="en-US" altLang="en-US" sz="2400" dirty="0" err="1"/>
              <a:t>subastador</a:t>
            </a:r>
            <a:r>
              <a:rPr lang="en-US" altLang="en-US" sz="2400" dirty="0"/>
              <a:t> </a:t>
            </a:r>
            <a:r>
              <a:rPr lang="en-US" altLang="en-US" sz="2400" dirty="0" err="1"/>
              <a:t>desea</a:t>
            </a:r>
            <a:r>
              <a:rPr lang="en-US" altLang="en-US" sz="2400" dirty="0"/>
              <a:t> </a:t>
            </a:r>
            <a:r>
              <a:rPr lang="en-US" altLang="en-US" sz="2400" dirty="0" err="1"/>
              <a:t>maximizar</a:t>
            </a:r>
            <a:r>
              <a:rPr lang="en-US" altLang="en-US" sz="2400" dirty="0"/>
              <a:t> el </a:t>
            </a:r>
            <a:r>
              <a:rPr lang="en-US" altLang="en-US" sz="2400" dirty="0" err="1"/>
              <a:t>precio</a:t>
            </a:r>
            <a:r>
              <a:rPr lang="en-US" altLang="en-US" sz="2400" dirty="0"/>
              <a:t> del </a:t>
            </a:r>
            <a:r>
              <a:rPr lang="en-US" altLang="en-US" sz="2400" dirty="0" err="1"/>
              <a:t>bien</a:t>
            </a:r>
            <a:r>
              <a:rPr lang="en-US" altLang="en-US" sz="2400" dirty="0"/>
              <a:t> y los </a:t>
            </a:r>
            <a:r>
              <a:rPr lang="en-US" altLang="en-US" sz="2400" dirty="0" err="1"/>
              <a:t>oferentes</a:t>
            </a:r>
            <a:r>
              <a:rPr lang="en-US" altLang="en-US" sz="2400" dirty="0"/>
              <a:t> </a:t>
            </a:r>
            <a:r>
              <a:rPr lang="en-US" altLang="en-US" sz="2400" dirty="0" err="1"/>
              <a:t>minimizarlo</a:t>
            </a:r>
            <a:endParaRPr lang="en-US" altLang="en-US" sz="2400" dirty="0"/>
          </a:p>
        </p:txBody>
      </p:sp>
      <p:pic>
        <p:nvPicPr>
          <p:cNvPr id="4098" name="Picture 2" descr="Becoming A 10 Million Dollar Seller On An Auction Marketplace | Sellercloud  Official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6226" y="4419600"/>
            <a:ext cx="3873947" cy="1663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447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D70C5390-74E3-4F9F-B2A0-559FF01FC91A}" type="slidenum">
              <a:rPr lang="en-US" altLang="en-US" smtClean="0"/>
              <a:pPr>
                <a:defRPr/>
              </a:pPr>
              <a:t>34</a:t>
            </a:fld>
            <a:endParaRPr lang="en-US" altLang="en-US" dirty="0"/>
          </a:p>
        </p:txBody>
      </p:sp>
      <p:sp>
        <p:nvSpPr>
          <p:cNvPr id="11267" name="Rectangle 2"/>
          <p:cNvSpPr>
            <a:spLocks noGrp="1" noChangeArrowheads="1"/>
          </p:cNvSpPr>
          <p:nvPr>
            <p:ph type="title"/>
          </p:nvPr>
        </p:nvSpPr>
        <p:spPr/>
        <p:txBody>
          <a:bodyPr/>
          <a:lstStyle/>
          <a:p>
            <a:pPr eaLnBrk="1" hangingPunct="1"/>
            <a:r>
              <a:rPr lang="en-US" altLang="en-US"/>
              <a:t>Subastas Inglesas</a:t>
            </a:r>
          </a:p>
        </p:txBody>
      </p:sp>
      <p:sp>
        <p:nvSpPr>
          <p:cNvPr id="11268" name="Rectangle 3"/>
          <p:cNvSpPr>
            <a:spLocks noGrp="1" noChangeArrowheads="1"/>
          </p:cNvSpPr>
          <p:nvPr>
            <p:ph type="body" idx="1"/>
          </p:nvPr>
        </p:nvSpPr>
        <p:spPr>
          <a:xfrm>
            <a:off x="457200" y="1066800"/>
            <a:ext cx="8229600" cy="5064125"/>
          </a:xfrm>
        </p:spPr>
        <p:txBody>
          <a:bodyPr/>
          <a:lstStyle/>
          <a:p>
            <a:pPr eaLnBrk="1" hangingPunct="1"/>
            <a:r>
              <a:rPr lang="en-US" altLang="en-US" sz="2400" dirty="0"/>
              <a:t>El </a:t>
            </a:r>
            <a:r>
              <a:rPr lang="en-US" altLang="en-US" sz="2400" dirty="0" err="1"/>
              <a:t>tipo</a:t>
            </a:r>
            <a:r>
              <a:rPr lang="en-US" altLang="en-US" sz="2400" dirty="0"/>
              <a:t> </a:t>
            </a:r>
            <a:r>
              <a:rPr lang="en-US" altLang="en-US" sz="2400" dirty="0" err="1"/>
              <a:t>más</a:t>
            </a:r>
            <a:r>
              <a:rPr lang="en-US" altLang="en-US" sz="2400" dirty="0"/>
              <a:t> </a:t>
            </a:r>
            <a:r>
              <a:rPr lang="en-US" altLang="en-US" sz="2400" dirty="0" err="1"/>
              <a:t>común</a:t>
            </a:r>
            <a:r>
              <a:rPr lang="en-US" altLang="en-US" sz="2400" dirty="0"/>
              <a:t> de </a:t>
            </a:r>
            <a:r>
              <a:rPr lang="en-US" altLang="en-US" sz="2400" dirty="0" err="1"/>
              <a:t>subasta</a:t>
            </a:r>
            <a:r>
              <a:rPr lang="en-US" altLang="en-US" sz="2400" dirty="0"/>
              <a:t>:</a:t>
            </a:r>
          </a:p>
          <a:p>
            <a:pPr lvl="1" eaLnBrk="1" hangingPunct="1"/>
            <a:r>
              <a:rPr lang="en-US" altLang="en-US" sz="2000" i="1" dirty="0">
                <a:solidFill>
                  <a:srgbClr val="003399"/>
                </a:solidFill>
              </a:rPr>
              <a:t>Primer </a:t>
            </a:r>
            <a:r>
              <a:rPr lang="en-US" altLang="en-US" sz="2000" i="1" dirty="0" err="1">
                <a:solidFill>
                  <a:srgbClr val="003399"/>
                </a:solidFill>
              </a:rPr>
              <a:t>precio</a:t>
            </a:r>
            <a:endParaRPr lang="en-US" altLang="en-US" sz="2000" i="1" dirty="0">
              <a:solidFill>
                <a:srgbClr val="003399"/>
              </a:solidFill>
            </a:endParaRPr>
          </a:p>
          <a:p>
            <a:pPr lvl="1" eaLnBrk="1" hangingPunct="1"/>
            <a:r>
              <a:rPr lang="en-US" altLang="en-US" sz="2000" i="1" dirty="0">
                <a:solidFill>
                  <a:srgbClr val="003399"/>
                </a:solidFill>
              </a:rPr>
              <a:t>A viva </a:t>
            </a:r>
            <a:r>
              <a:rPr lang="en-US" altLang="en-US" sz="2000" i="1" dirty="0" err="1">
                <a:solidFill>
                  <a:srgbClr val="003399"/>
                </a:solidFill>
              </a:rPr>
              <a:t>voz</a:t>
            </a:r>
            <a:endParaRPr lang="en-US" altLang="en-US" sz="2000" i="1" dirty="0">
              <a:solidFill>
                <a:srgbClr val="003399"/>
              </a:solidFill>
            </a:endParaRPr>
          </a:p>
          <a:p>
            <a:pPr lvl="1" eaLnBrk="1" hangingPunct="1"/>
            <a:r>
              <a:rPr lang="en-US" altLang="en-US" sz="2000" i="1" dirty="0" err="1">
                <a:solidFill>
                  <a:srgbClr val="003399"/>
                </a:solidFill>
              </a:rPr>
              <a:t>Ascendente</a:t>
            </a:r>
            <a:endParaRPr lang="en-US" altLang="en-US" sz="2000" dirty="0">
              <a:solidFill>
                <a:srgbClr val="003399"/>
              </a:solidFill>
            </a:endParaRPr>
          </a:p>
          <a:p>
            <a:pPr eaLnBrk="1" hangingPunct="1"/>
            <a:r>
              <a:rPr lang="en-US" altLang="en-US" sz="2400" dirty="0"/>
              <a:t>La </a:t>
            </a:r>
            <a:r>
              <a:rPr lang="en-US" altLang="en-US" sz="2400" dirty="0" err="1"/>
              <a:t>estrategia</a:t>
            </a:r>
            <a:r>
              <a:rPr lang="en-US" altLang="en-US" sz="2400" dirty="0"/>
              <a:t> </a:t>
            </a:r>
            <a:r>
              <a:rPr lang="en-US" altLang="en-US" sz="2400" dirty="0" err="1"/>
              <a:t>dominante</a:t>
            </a:r>
            <a:r>
              <a:rPr lang="en-US" altLang="en-US" sz="2400" dirty="0"/>
              <a:t> </a:t>
            </a:r>
            <a:r>
              <a:rPr lang="en-US" altLang="en-US" sz="2400" dirty="0" err="1"/>
              <a:t>es</a:t>
            </a:r>
            <a:r>
              <a:rPr lang="en-US" altLang="en-US" sz="2400" dirty="0"/>
              <a:t> </a:t>
            </a:r>
            <a:r>
              <a:rPr lang="en-US" altLang="en-US" sz="2400" dirty="0" err="1"/>
              <a:t>que</a:t>
            </a:r>
            <a:r>
              <a:rPr lang="en-US" altLang="en-US" sz="2400" dirty="0"/>
              <a:t> el </a:t>
            </a:r>
            <a:r>
              <a:rPr lang="en-US" altLang="en-US" sz="2400" dirty="0" err="1"/>
              <a:t>agente</a:t>
            </a:r>
            <a:r>
              <a:rPr lang="en-US" altLang="en-US" sz="2400" dirty="0"/>
              <a:t> </a:t>
            </a:r>
            <a:r>
              <a:rPr lang="en-US" altLang="en-US" sz="2400" dirty="0" err="1"/>
              <a:t>vaya</a:t>
            </a:r>
            <a:r>
              <a:rPr lang="en-US" altLang="en-US" sz="2400" dirty="0"/>
              <a:t> </a:t>
            </a:r>
            <a:r>
              <a:rPr lang="en-US" altLang="en-US" sz="2400" dirty="0" err="1"/>
              <a:t>sucesivamente</a:t>
            </a:r>
            <a:r>
              <a:rPr lang="en-US" altLang="en-US" sz="2400" dirty="0"/>
              <a:t> </a:t>
            </a:r>
            <a:r>
              <a:rPr lang="en-US" altLang="en-US" sz="2400" dirty="0" err="1"/>
              <a:t>ofreciendo</a:t>
            </a:r>
            <a:r>
              <a:rPr lang="en-US" altLang="en-US" sz="2400" dirty="0"/>
              <a:t> un </a:t>
            </a:r>
            <a:r>
              <a:rPr lang="en-US" altLang="en-US" sz="2400" dirty="0" err="1"/>
              <a:t>precio</a:t>
            </a:r>
            <a:r>
              <a:rPr lang="en-US" altLang="en-US" sz="2400" dirty="0"/>
              <a:t> </a:t>
            </a:r>
            <a:r>
              <a:rPr lang="en-US" altLang="en-US" sz="2400" dirty="0" err="1"/>
              <a:t>levemente</a:t>
            </a:r>
            <a:r>
              <a:rPr lang="en-US" altLang="en-US" sz="2400" dirty="0"/>
              <a:t> superior a la </a:t>
            </a:r>
            <a:r>
              <a:rPr lang="en-US" altLang="en-US" sz="2400" dirty="0" err="1"/>
              <a:t>máxima</a:t>
            </a:r>
            <a:r>
              <a:rPr lang="en-US" altLang="en-US" sz="2400" dirty="0"/>
              <a:t> </a:t>
            </a:r>
            <a:r>
              <a:rPr lang="en-US" altLang="en-US" sz="2400" dirty="0" err="1"/>
              <a:t>oferta</a:t>
            </a:r>
            <a:r>
              <a:rPr lang="en-US" altLang="en-US" sz="2400" dirty="0"/>
              <a:t> actual hasta </a:t>
            </a:r>
            <a:r>
              <a:rPr lang="en-US" altLang="en-US" sz="2400" dirty="0" err="1"/>
              <a:t>alcanzar</a:t>
            </a:r>
            <a:r>
              <a:rPr lang="en-US" altLang="en-US" sz="2400" dirty="0"/>
              <a:t> </a:t>
            </a:r>
            <a:r>
              <a:rPr lang="en-US" altLang="en-US" sz="2400" dirty="0" err="1"/>
              <a:t>su</a:t>
            </a:r>
            <a:r>
              <a:rPr lang="en-US" altLang="en-US" sz="2400" dirty="0"/>
              <a:t> </a:t>
            </a:r>
            <a:r>
              <a:rPr lang="en-US" altLang="en-US" sz="2400" dirty="0" err="1"/>
              <a:t>valorización</a:t>
            </a:r>
            <a:r>
              <a:rPr lang="en-US" altLang="en-US" sz="2400" dirty="0"/>
              <a:t> </a:t>
            </a:r>
            <a:r>
              <a:rPr lang="en-US" altLang="en-US" sz="2400" dirty="0" err="1"/>
              <a:t>propia</a:t>
            </a:r>
            <a:r>
              <a:rPr lang="en-US" altLang="en-US" sz="2400" dirty="0"/>
              <a:t> del </a:t>
            </a:r>
            <a:r>
              <a:rPr lang="en-US" altLang="en-US" sz="2400" dirty="0" err="1"/>
              <a:t>bien</a:t>
            </a:r>
            <a:r>
              <a:rPr lang="en-US" altLang="en-US" sz="2400" dirty="0"/>
              <a:t> y </a:t>
            </a:r>
            <a:r>
              <a:rPr lang="en-US" altLang="en-US" sz="2400" dirty="0" err="1"/>
              <a:t>luego</a:t>
            </a:r>
            <a:r>
              <a:rPr lang="en-US" altLang="en-US" sz="2400" dirty="0"/>
              <a:t> </a:t>
            </a:r>
            <a:r>
              <a:rPr lang="en-US" altLang="en-US" sz="2400" dirty="0" err="1"/>
              <a:t>retirarse</a:t>
            </a:r>
            <a:endParaRPr lang="en-US" altLang="en-US" sz="2400" dirty="0"/>
          </a:p>
          <a:p>
            <a:pPr eaLnBrk="1" hangingPunct="1"/>
            <a:r>
              <a:rPr lang="en-US" altLang="en-US" sz="2400" dirty="0"/>
              <a:t>Susceptible a:</a:t>
            </a:r>
          </a:p>
          <a:p>
            <a:pPr lvl="1" eaLnBrk="1" hangingPunct="1"/>
            <a:r>
              <a:rPr lang="en-US" altLang="en-US" sz="2000" i="1" dirty="0">
                <a:solidFill>
                  <a:srgbClr val="003399"/>
                </a:solidFill>
              </a:rPr>
              <a:t>La </a:t>
            </a:r>
            <a:r>
              <a:rPr lang="en-US" altLang="en-US" sz="2000" i="1" dirty="0" err="1">
                <a:solidFill>
                  <a:srgbClr val="003399"/>
                </a:solidFill>
              </a:rPr>
              <a:t>maldición</a:t>
            </a:r>
            <a:r>
              <a:rPr lang="en-US" altLang="en-US" sz="2000" i="1" dirty="0">
                <a:solidFill>
                  <a:srgbClr val="003399"/>
                </a:solidFill>
              </a:rPr>
              <a:t> del </a:t>
            </a:r>
            <a:r>
              <a:rPr lang="en-US" altLang="en-US" sz="2000" i="1" dirty="0" err="1">
                <a:solidFill>
                  <a:srgbClr val="003399"/>
                </a:solidFill>
              </a:rPr>
              <a:t>ganador</a:t>
            </a:r>
            <a:endParaRPr lang="en-US" altLang="en-US" sz="2000" i="1" dirty="0">
              <a:solidFill>
                <a:srgbClr val="003399"/>
              </a:solidFill>
            </a:endParaRPr>
          </a:p>
          <a:p>
            <a:pPr lvl="1" eaLnBrk="1" hangingPunct="1"/>
            <a:r>
              <a:rPr lang="en-US" altLang="en-US" sz="2000" i="1" dirty="0">
                <a:solidFill>
                  <a:srgbClr val="003399"/>
                </a:solidFill>
              </a:rPr>
              <a:t>“Palos </a:t>
            </a:r>
            <a:r>
              <a:rPr lang="en-US" altLang="en-US" sz="2000" i="1" dirty="0" err="1">
                <a:solidFill>
                  <a:srgbClr val="003399"/>
                </a:solidFill>
              </a:rPr>
              <a:t>blancos</a:t>
            </a:r>
            <a:r>
              <a:rPr lang="en-US" altLang="en-US" sz="2000" i="1" dirty="0">
                <a:solidFill>
                  <a:srgbClr val="003399"/>
                </a:solidFill>
              </a:rPr>
              <a:t>”</a:t>
            </a:r>
          </a:p>
        </p:txBody>
      </p:sp>
      <p:pic>
        <p:nvPicPr>
          <p:cNvPr id="5" name="Picture 2" descr="Becoming A 10 Million Dollar Seller On An Auction Marketplace | Sellercloud  Official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4393118"/>
            <a:ext cx="3873947" cy="1663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717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90420A52-EDE5-40FC-983B-F4E3F991F6B2}" type="slidenum">
              <a:rPr lang="en-US" altLang="en-US" smtClean="0"/>
              <a:pPr>
                <a:defRPr/>
              </a:pPr>
              <a:t>35</a:t>
            </a:fld>
            <a:endParaRPr lang="en-US" altLang="en-US" dirty="0"/>
          </a:p>
        </p:txBody>
      </p:sp>
      <p:sp>
        <p:nvSpPr>
          <p:cNvPr id="16387" name="Rectangle 2"/>
          <p:cNvSpPr>
            <a:spLocks noGrp="1" noChangeArrowheads="1"/>
          </p:cNvSpPr>
          <p:nvPr>
            <p:ph type="title"/>
          </p:nvPr>
        </p:nvSpPr>
        <p:spPr/>
        <p:txBody>
          <a:bodyPr/>
          <a:lstStyle/>
          <a:p>
            <a:pPr eaLnBrk="1" hangingPunct="1"/>
            <a:r>
              <a:rPr lang="en-US" altLang="en-US"/>
              <a:t>Negociación</a:t>
            </a:r>
          </a:p>
        </p:txBody>
      </p:sp>
      <p:sp>
        <p:nvSpPr>
          <p:cNvPr id="16388" name="Rectangle 3"/>
          <p:cNvSpPr>
            <a:spLocks noGrp="1" noChangeArrowheads="1"/>
          </p:cNvSpPr>
          <p:nvPr>
            <p:ph type="body" idx="1"/>
          </p:nvPr>
        </p:nvSpPr>
        <p:spPr>
          <a:xfrm>
            <a:off x="76200" y="990600"/>
            <a:ext cx="8991600" cy="5181600"/>
          </a:xfrm>
        </p:spPr>
        <p:txBody>
          <a:bodyPr/>
          <a:lstStyle/>
          <a:p>
            <a:pPr eaLnBrk="1" hangingPunct="1">
              <a:lnSpc>
                <a:spcPct val="80000"/>
              </a:lnSpc>
              <a:spcAft>
                <a:spcPts val="600"/>
              </a:spcAft>
            </a:pPr>
            <a:r>
              <a:rPr lang="en-US" altLang="en-US" sz="2000" dirty="0"/>
              <a:t>Las </a:t>
            </a:r>
            <a:r>
              <a:rPr lang="en-US" altLang="en-US" sz="2000" dirty="0" err="1"/>
              <a:t>subastas</a:t>
            </a:r>
            <a:r>
              <a:rPr lang="en-US" altLang="en-US" sz="2000" dirty="0"/>
              <a:t> </a:t>
            </a:r>
            <a:r>
              <a:rPr lang="en-US" altLang="en-US" sz="2000" dirty="0" err="1"/>
              <a:t>están</a:t>
            </a:r>
            <a:r>
              <a:rPr lang="en-US" altLang="en-US" sz="2000" dirty="0"/>
              <a:t> </a:t>
            </a:r>
            <a:r>
              <a:rPr lang="en-US" altLang="en-US" sz="2000" i="1" dirty="0" err="1">
                <a:solidFill>
                  <a:srgbClr val="003399"/>
                </a:solidFill>
              </a:rPr>
              <a:t>solamente</a:t>
            </a:r>
            <a:r>
              <a:rPr lang="en-US" altLang="en-US" sz="2000" dirty="0"/>
              <a:t> </a:t>
            </a:r>
            <a:r>
              <a:rPr lang="en-US" altLang="en-US" sz="2000" dirty="0" err="1"/>
              <a:t>relacionadas</a:t>
            </a:r>
            <a:r>
              <a:rPr lang="en-US" altLang="en-US" sz="2000" dirty="0"/>
              <a:t> con la </a:t>
            </a:r>
            <a:r>
              <a:rPr lang="en-US" altLang="en-US" sz="2000" dirty="0" err="1"/>
              <a:t>asignación</a:t>
            </a:r>
            <a:r>
              <a:rPr lang="en-US" altLang="en-US" sz="2000" dirty="0"/>
              <a:t> de </a:t>
            </a:r>
            <a:r>
              <a:rPr lang="en-US" altLang="en-US" sz="2000" dirty="0" err="1"/>
              <a:t>bienes</a:t>
            </a:r>
            <a:r>
              <a:rPr lang="en-US" altLang="en-US" sz="2000" dirty="0"/>
              <a:t>: se </a:t>
            </a:r>
            <a:r>
              <a:rPr lang="en-US" altLang="en-US" sz="2000" dirty="0" err="1"/>
              <a:t>requieren</a:t>
            </a:r>
            <a:r>
              <a:rPr lang="en-US" altLang="en-US" sz="2000" dirty="0"/>
              <a:t> </a:t>
            </a:r>
            <a:r>
              <a:rPr lang="en-US" altLang="en-US" sz="2000" dirty="0" err="1"/>
              <a:t>técnicas</a:t>
            </a:r>
            <a:r>
              <a:rPr lang="en-US" altLang="en-US" sz="2000" dirty="0"/>
              <a:t> </a:t>
            </a:r>
            <a:r>
              <a:rPr lang="en-US" altLang="en-US" sz="2000" dirty="0" err="1"/>
              <a:t>más</a:t>
            </a:r>
            <a:r>
              <a:rPr lang="en-US" altLang="en-US" sz="2000" dirty="0"/>
              <a:t> </a:t>
            </a:r>
            <a:r>
              <a:rPr lang="en-US" altLang="en-US" sz="2000" dirty="0" err="1"/>
              <a:t>ricas</a:t>
            </a:r>
            <a:r>
              <a:rPr lang="en-US" altLang="en-US" sz="2000" dirty="0"/>
              <a:t> para </a:t>
            </a:r>
            <a:r>
              <a:rPr lang="en-US" altLang="en-US" sz="2000" dirty="0" err="1"/>
              <a:t>lograr</a:t>
            </a:r>
            <a:r>
              <a:rPr lang="en-US" altLang="en-US" sz="2000" dirty="0"/>
              <a:t> </a:t>
            </a:r>
            <a:r>
              <a:rPr lang="en-US" altLang="en-US" sz="2000" dirty="0" err="1"/>
              <a:t>acuerdos</a:t>
            </a:r>
            <a:endParaRPr lang="en-US" altLang="en-US" sz="2000" dirty="0"/>
          </a:p>
          <a:p>
            <a:pPr eaLnBrk="1" hangingPunct="1">
              <a:lnSpc>
                <a:spcPct val="80000"/>
              </a:lnSpc>
              <a:spcAft>
                <a:spcPts val="600"/>
              </a:spcAft>
            </a:pPr>
            <a:r>
              <a:rPr lang="en-US" altLang="en-US" sz="2000" i="1" dirty="0" err="1">
                <a:solidFill>
                  <a:srgbClr val="003399"/>
                </a:solidFill>
              </a:rPr>
              <a:t>Negociación</a:t>
            </a:r>
            <a:r>
              <a:rPr lang="en-US" altLang="en-US" sz="2000" i="1" dirty="0">
                <a:solidFill>
                  <a:srgbClr val="003399"/>
                </a:solidFill>
              </a:rPr>
              <a:t> </a:t>
            </a:r>
            <a:r>
              <a:rPr lang="en-US" altLang="en-US" sz="2000" dirty="0" err="1"/>
              <a:t>es</a:t>
            </a:r>
            <a:r>
              <a:rPr lang="en-US" altLang="en-US" sz="2000" dirty="0"/>
              <a:t> el </a:t>
            </a:r>
            <a:r>
              <a:rPr lang="en-US" altLang="en-US" sz="2000" dirty="0" err="1"/>
              <a:t>proceso</a:t>
            </a:r>
            <a:r>
              <a:rPr lang="en-US" altLang="en-US" sz="2000" dirty="0"/>
              <a:t> de </a:t>
            </a:r>
            <a:r>
              <a:rPr lang="en-US" altLang="en-US" sz="2000" dirty="0" err="1"/>
              <a:t>lograr</a:t>
            </a:r>
            <a:r>
              <a:rPr lang="en-US" altLang="en-US" sz="2000" dirty="0"/>
              <a:t> </a:t>
            </a:r>
            <a:r>
              <a:rPr lang="en-US" altLang="en-US" sz="2000" dirty="0" err="1"/>
              <a:t>acuerdos</a:t>
            </a:r>
            <a:r>
              <a:rPr lang="en-US" altLang="en-US" sz="2000" dirty="0"/>
              <a:t> </a:t>
            </a:r>
            <a:r>
              <a:rPr lang="en-US" altLang="en-US" sz="2000" dirty="0" err="1"/>
              <a:t>respecto</a:t>
            </a:r>
            <a:r>
              <a:rPr lang="en-US" altLang="en-US" sz="2000" dirty="0"/>
              <a:t> a </a:t>
            </a:r>
            <a:r>
              <a:rPr lang="en-US" altLang="en-US" sz="2000" dirty="0" err="1"/>
              <a:t>asuntos</a:t>
            </a:r>
            <a:r>
              <a:rPr lang="en-US" altLang="en-US" sz="2000" dirty="0"/>
              <a:t> de </a:t>
            </a:r>
            <a:r>
              <a:rPr lang="en-US" altLang="en-US" sz="2000" dirty="0" err="1"/>
              <a:t>interés</a:t>
            </a:r>
            <a:r>
              <a:rPr lang="en-US" altLang="en-US" sz="2000" dirty="0"/>
              <a:t> </a:t>
            </a:r>
            <a:r>
              <a:rPr lang="en-US" altLang="en-US" sz="2000" dirty="0" err="1"/>
              <a:t>común</a:t>
            </a:r>
            <a:endParaRPr lang="en-US" altLang="en-US" sz="2000" dirty="0"/>
          </a:p>
          <a:p>
            <a:pPr eaLnBrk="1" hangingPunct="1">
              <a:lnSpc>
                <a:spcPct val="80000"/>
              </a:lnSpc>
              <a:spcAft>
                <a:spcPts val="600"/>
              </a:spcAft>
            </a:pPr>
            <a:r>
              <a:rPr lang="en-US" altLang="en-US" sz="2000" dirty="0" err="1"/>
              <a:t>Cualquier</a:t>
            </a:r>
            <a:r>
              <a:rPr lang="en-US" altLang="en-US" sz="2000" dirty="0"/>
              <a:t> </a:t>
            </a:r>
            <a:r>
              <a:rPr lang="en-US" altLang="en-US" sz="2000" dirty="0" err="1"/>
              <a:t>negociación</a:t>
            </a:r>
            <a:r>
              <a:rPr lang="en-US" altLang="en-US" sz="2000" dirty="0"/>
              <a:t> </a:t>
            </a:r>
            <a:r>
              <a:rPr lang="en-US" altLang="en-US" sz="2000" dirty="0" err="1"/>
              <a:t>tiene</a:t>
            </a:r>
            <a:r>
              <a:rPr lang="en-US" altLang="en-US" sz="2000" dirty="0"/>
              <a:t> </a:t>
            </a:r>
            <a:r>
              <a:rPr lang="en-US" altLang="en-US" sz="2000" dirty="0" err="1"/>
              <a:t>cuatro</a:t>
            </a:r>
            <a:r>
              <a:rPr lang="en-US" altLang="en-US" sz="2000" dirty="0"/>
              <a:t> </a:t>
            </a:r>
            <a:r>
              <a:rPr lang="en-US" altLang="en-US" sz="2000" dirty="0" err="1"/>
              <a:t>componentes</a:t>
            </a:r>
            <a:r>
              <a:rPr lang="en-US" altLang="en-US" sz="2000" dirty="0"/>
              <a:t>:</a:t>
            </a:r>
          </a:p>
          <a:p>
            <a:pPr lvl="1" eaLnBrk="1" hangingPunct="1">
              <a:lnSpc>
                <a:spcPct val="80000"/>
              </a:lnSpc>
              <a:spcAft>
                <a:spcPts val="600"/>
              </a:spcAft>
            </a:pPr>
            <a:r>
              <a:rPr lang="en-US" altLang="en-US" sz="2000" dirty="0"/>
              <a:t>Un </a:t>
            </a:r>
            <a:r>
              <a:rPr lang="en-US" altLang="en-US" sz="2000" dirty="0" err="1"/>
              <a:t>conjunto</a:t>
            </a:r>
            <a:r>
              <a:rPr lang="en-US" altLang="en-US" sz="2000" dirty="0"/>
              <a:t> de </a:t>
            </a:r>
            <a:r>
              <a:rPr lang="en-US" altLang="en-US" sz="2000" dirty="0" err="1"/>
              <a:t>negociación</a:t>
            </a:r>
            <a:r>
              <a:rPr lang="en-US" altLang="en-US" sz="2000" dirty="0"/>
              <a:t>: </a:t>
            </a:r>
            <a:r>
              <a:rPr lang="en-US" altLang="en-US" sz="2000" dirty="0" err="1"/>
              <a:t>las</a:t>
            </a:r>
            <a:r>
              <a:rPr lang="en-US" altLang="en-US" sz="2000" dirty="0"/>
              <a:t> </a:t>
            </a:r>
            <a:r>
              <a:rPr lang="en-US" altLang="en-US" sz="2000" dirty="0" err="1"/>
              <a:t>posibles</a:t>
            </a:r>
            <a:r>
              <a:rPr lang="en-US" altLang="en-US" sz="2000" dirty="0"/>
              <a:t> </a:t>
            </a:r>
            <a:r>
              <a:rPr lang="en-US" altLang="en-US" sz="2000" dirty="0" err="1"/>
              <a:t>propuestas</a:t>
            </a:r>
            <a:r>
              <a:rPr lang="en-US" altLang="en-US" sz="2000" dirty="0"/>
              <a:t> </a:t>
            </a:r>
            <a:r>
              <a:rPr lang="en-US" altLang="en-US" sz="2000" dirty="0" err="1"/>
              <a:t>que</a:t>
            </a:r>
            <a:r>
              <a:rPr lang="en-US" altLang="en-US" sz="2000" dirty="0"/>
              <a:t> </a:t>
            </a:r>
            <a:r>
              <a:rPr lang="en-US" altLang="en-US" sz="2000" dirty="0" err="1"/>
              <a:t>pueden</a:t>
            </a:r>
            <a:r>
              <a:rPr lang="en-US" altLang="en-US" sz="2000" dirty="0"/>
              <a:t> </a:t>
            </a:r>
            <a:r>
              <a:rPr lang="en-US" altLang="en-US" sz="2000" dirty="0" err="1"/>
              <a:t>hacer</a:t>
            </a:r>
            <a:r>
              <a:rPr lang="en-US" altLang="en-US" sz="2000" dirty="0"/>
              <a:t> los </a:t>
            </a:r>
            <a:r>
              <a:rPr lang="en-US" altLang="en-US" sz="2000" dirty="0" err="1"/>
              <a:t>agentes</a:t>
            </a:r>
            <a:endParaRPr lang="en-US" altLang="en-US" sz="2000" dirty="0"/>
          </a:p>
          <a:p>
            <a:pPr lvl="1" eaLnBrk="1" hangingPunct="1">
              <a:lnSpc>
                <a:spcPct val="80000"/>
              </a:lnSpc>
              <a:spcAft>
                <a:spcPts val="600"/>
              </a:spcAft>
            </a:pPr>
            <a:r>
              <a:rPr lang="en-US" altLang="en-US" sz="2000" dirty="0"/>
              <a:t>Un </a:t>
            </a:r>
            <a:r>
              <a:rPr lang="en-US" altLang="en-US" sz="2000" dirty="0" err="1"/>
              <a:t>protocolo</a:t>
            </a:r>
            <a:endParaRPr lang="en-US" altLang="en-US" sz="2000" dirty="0"/>
          </a:p>
          <a:p>
            <a:pPr lvl="1" eaLnBrk="1" hangingPunct="1">
              <a:lnSpc>
                <a:spcPct val="80000"/>
              </a:lnSpc>
              <a:spcAft>
                <a:spcPts val="600"/>
              </a:spcAft>
            </a:pPr>
            <a:r>
              <a:rPr lang="en-US" altLang="en-US" sz="2000" dirty="0" err="1"/>
              <a:t>Estrategias</a:t>
            </a:r>
            <a:r>
              <a:rPr lang="en-US" altLang="en-US" sz="2000" dirty="0"/>
              <a:t>, </a:t>
            </a:r>
            <a:r>
              <a:rPr lang="en-US" altLang="en-US" sz="2000" dirty="0" err="1"/>
              <a:t>una</a:t>
            </a:r>
            <a:r>
              <a:rPr lang="en-US" altLang="en-US" sz="2000" dirty="0"/>
              <a:t> para </a:t>
            </a:r>
            <a:r>
              <a:rPr lang="en-US" altLang="en-US" sz="2000" dirty="0" err="1"/>
              <a:t>cada</a:t>
            </a:r>
            <a:r>
              <a:rPr lang="en-US" altLang="en-US" sz="2000" dirty="0"/>
              <a:t> </a:t>
            </a:r>
            <a:r>
              <a:rPr lang="en-US" altLang="en-US" sz="2000" dirty="0" err="1"/>
              <a:t>agente</a:t>
            </a:r>
            <a:r>
              <a:rPr lang="en-US" altLang="en-US" sz="2000" dirty="0"/>
              <a:t>, </a:t>
            </a:r>
            <a:r>
              <a:rPr lang="en-US" altLang="en-US" sz="2000" dirty="0" err="1"/>
              <a:t>las</a:t>
            </a:r>
            <a:r>
              <a:rPr lang="en-US" altLang="en-US" sz="2000" dirty="0"/>
              <a:t> </a:t>
            </a:r>
            <a:r>
              <a:rPr lang="en-US" altLang="en-US" sz="2000" dirty="0" err="1"/>
              <a:t>que</a:t>
            </a:r>
            <a:r>
              <a:rPr lang="en-US" altLang="en-US" sz="2000" dirty="0"/>
              <a:t> son </a:t>
            </a:r>
            <a:r>
              <a:rPr lang="en-US" altLang="en-US" sz="2000" dirty="0" err="1"/>
              <a:t>privadas</a:t>
            </a:r>
            <a:endParaRPr lang="en-US" altLang="en-US" sz="2000" dirty="0"/>
          </a:p>
          <a:p>
            <a:pPr lvl="1" eaLnBrk="1" hangingPunct="1">
              <a:lnSpc>
                <a:spcPct val="80000"/>
              </a:lnSpc>
              <a:spcAft>
                <a:spcPts val="600"/>
              </a:spcAft>
            </a:pPr>
            <a:r>
              <a:rPr lang="en-US" altLang="en-US" sz="2000" dirty="0" err="1"/>
              <a:t>Una</a:t>
            </a:r>
            <a:r>
              <a:rPr lang="en-US" altLang="en-US" sz="2000" dirty="0"/>
              <a:t> </a:t>
            </a:r>
            <a:r>
              <a:rPr lang="en-US" altLang="en-US" sz="2000" dirty="0" err="1"/>
              <a:t>regla</a:t>
            </a:r>
            <a:r>
              <a:rPr lang="en-US" altLang="en-US" sz="2000" dirty="0"/>
              <a:t> </a:t>
            </a:r>
            <a:r>
              <a:rPr lang="en-US" altLang="en-US" sz="2000" dirty="0" err="1"/>
              <a:t>que</a:t>
            </a:r>
            <a:r>
              <a:rPr lang="en-US" altLang="en-US" sz="2000" dirty="0"/>
              <a:t> </a:t>
            </a:r>
            <a:r>
              <a:rPr lang="en-US" altLang="en-US" sz="2000" dirty="0" err="1"/>
              <a:t>determina</a:t>
            </a:r>
            <a:r>
              <a:rPr lang="en-US" altLang="en-US" sz="2000" dirty="0"/>
              <a:t> </a:t>
            </a:r>
            <a:r>
              <a:rPr lang="en-US" altLang="en-US" sz="2000" dirty="0" err="1"/>
              <a:t>cuándo</a:t>
            </a:r>
            <a:r>
              <a:rPr lang="en-US" altLang="en-US" sz="2000" dirty="0"/>
              <a:t> se </a:t>
            </a:r>
            <a:r>
              <a:rPr lang="en-US" altLang="en-US" sz="2000" dirty="0" err="1"/>
              <a:t>alcanza</a:t>
            </a:r>
            <a:r>
              <a:rPr lang="en-US" altLang="en-US" sz="2000" dirty="0"/>
              <a:t> un </a:t>
            </a:r>
            <a:r>
              <a:rPr lang="en-US" altLang="en-US" sz="2000" dirty="0" err="1"/>
              <a:t>trato</a:t>
            </a:r>
            <a:r>
              <a:rPr lang="en-US" altLang="en-US" sz="2000" dirty="0"/>
              <a:t> y </a:t>
            </a:r>
            <a:r>
              <a:rPr lang="en-US" altLang="en-US" sz="2000" dirty="0" err="1"/>
              <a:t>cuál</a:t>
            </a:r>
            <a:r>
              <a:rPr lang="en-US" altLang="en-US" sz="2000" dirty="0"/>
              <a:t> </a:t>
            </a:r>
            <a:r>
              <a:rPr lang="en-US" altLang="en-US" sz="2000" dirty="0" err="1"/>
              <a:t>es</a:t>
            </a:r>
            <a:r>
              <a:rPr lang="en-US" altLang="en-US" sz="2000" dirty="0"/>
              <a:t> </a:t>
            </a:r>
            <a:r>
              <a:rPr lang="en-US" altLang="en-US" sz="2000" dirty="0" err="1"/>
              <a:t>ese</a:t>
            </a:r>
            <a:r>
              <a:rPr lang="en-US" altLang="en-US" sz="2000" dirty="0"/>
              <a:t> </a:t>
            </a:r>
            <a:r>
              <a:rPr lang="en-US" altLang="en-US" sz="2000" dirty="0" err="1"/>
              <a:t>trato</a:t>
            </a:r>
            <a:r>
              <a:rPr lang="en-US" altLang="en-US" sz="2000" dirty="0"/>
              <a:t> (</a:t>
            </a:r>
            <a:r>
              <a:rPr lang="en-US" altLang="en-US" sz="2000" dirty="0" err="1"/>
              <a:t>acuerdo</a:t>
            </a:r>
            <a:r>
              <a:rPr lang="en-US" altLang="en-US" sz="2000" dirty="0"/>
              <a:t>)</a:t>
            </a:r>
          </a:p>
          <a:p>
            <a:pPr eaLnBrk="1" hangingPunct="1">
              <a:lnSpc>
                <a:spcPct val="80000"/>
              </a:lnSpc>
              <a:spcAft>
                <a:spcPts val="600"/>
              </a:spcAft>
            </a:pPr>
            <a:r>
              <a:rPr lang="en-US" altLang="en-US" sz="2000" dirty="0"/>
              <a:t>La </a:t>
            </a:r>
            <a:r>
              <a:rPr lang="en-US" altLang="en-US" sz="2000" dirty="0" err="1"/>
              <a:t>negociación</a:t>
            </a:r>
            <a:r>
              <a:rPr lang="en-US" altLang="en-US" sz="2000" dirty="0"/>
              <a:t> </a:t>
            </a:r>
            <a:r>
              <a:rPr lang="en-US" altLang="en-US" sz="2000" dirty="0" err="1"/>
              <a:t>usualmente</a:t>
            </a:r>
            <a:r>
              <a:rPr lang="en-US" altLang="en-US" sz="2000" dirty="0"/>
              <a:t> </a:t>
            </a:r>
            <a:r>
              <a:rPr lang="en-US" altLang="en-US" sz="2000" dirty="0" err="1"/>
              <a:t>procede</a:t>
            </a:r>
            <a:r>
              <a:rPr lang="en-US" altLang="en-US" sz="2000" dirty="0"/>
              <a:t> en </a:t>
            </a:r>
            <a:r>
              <a:rPr lang="en-US" altLang="en-US" sz="2000" dirty="0" err="1"/>
              <a:t>una</a:t>
            </a:r>
            <a:r>
              <a:rPr lang="en-US" altLang="en-US" sz="2000" dirty="0"/>
              <a:t> </a:t>
            </a:r>
            <a:r>
              <a:rPr lang="en-US" altLang="en-US" sz="2000" dirty="0" err="1"/>
              <a:t>serie</a:t>
            </a:r>
            <a:r>
              <a:rPr lang="en-US" altLang="en-US" sz="2000" dirty="0"/>
              <a:t> de </a:t>
            </a:r>
            <a:r>
              <a:rPr lang="en-US" altLang="en-US" sz="2000" dirty="0" err="1"/>
              <a:t>rondas</a:t>
            </a:r>
            <a:r>
              <a:rPr lang="en-US" altLang="en-US" sz="2000" dirty="0"/>
              <a:t>, en </a:t>
            </a:r>
            <a:r>
              <a:rPr lang="en-US" altLang="en-US" sz="2000" dirty="0" err="1"/>
              <a:t>las</a:t>
            </a:r>
            <a:r>
              <a:rPr lang="en-US" altLang="en-US" sz="2000" dirty="0"/>
              <a:t> </a:t>
            </a:r>
            <a:r>
              <a:rPr lang="en-US" altLang="en-US" sz="2000" dirty="0" err="1"/>
              <a:t>cuales</a:t>
            </a:r>
            <a:r>
              <a:rPr lang="en-US" altLang="en-US" sz="2000" dirty="0"/>
              <a:t> </a:t>
            </a:r>
            <a:r>
              <a:rPr lang="en-US" altLang="en-US" sz="2000" dirty="0" err="1"/>
              <a:t>cada</a:t>
            </a:r>
            <a:r>
              <a:rPr lang="en-US" altLang="en-US" sz="2000" dirty="0"/>
              <a:t> </a:t>
            </a:r>
            <a:r>
              <a:rPr lang="en-US" altLang="en-US" sz="2000" dirty="0" err="1"/>
              <a:t>agente</a:t>
            </a:r>
            <a:r>
              <a:rPr lang="en-US" altLang="en-US" sz="2000" dirty="0"/>
              <a:t> </a:t>
            </a:r>
            <a:r>
              <a:rPr lang="en-US" altLang="en-US" sz="2000" dirty="0" err="1"/>
              <a:t>hace</a:t>
            </a:r>
            <a:r>
              <a:rPr lang="en-US" altLang="en-US" sz="2000" dirty="0"/>
              <a:t> </a:t>
            </a:r>
            <a:r>
              <a:rPr lang="en-US" altLang="en-US" sz="2000" dirty="0" err="1"/>
              <a:t>una</a:t>
            </a:r>
            <a:r>
              <a:rPr lang="en-US" altLang="en-US" sz="2000" dirty="0"/>
              <a:t> </a:t>
            </a:r>
            <a:r>
              <a:rPr lang="en-US" altLang="en-US" sz="2000" dirty="0" err="1"/>
              <a:t>propuesta</a:t>
            </a:r>
            <a:endParaRPr lang="en-US" altLang="en-US" sz="2000" dirty="0"/>
          </a:p>
        </p:txBody>
      </p:sp>
      <p:pic>
        <p:nvPicPr>
          <p:cNvPr id="11266" name="Picture 2" descr="negotiation Icon - Free PNG &amp; SVG 2998696 - Noun Pro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5029200"/>
            <a:ext cx="1608306" cy="1608306"/>
          </a:xfrm>
          <a:prstGeom prst="rect">
            <a:avLst/>
          </a:prstGeom>
          <a:solidFill>
            <a:schemeClr val="bg1"/>
          </a:solidFill>
        </p:spPr>
      </p:pic>
    </p:spTree>
    <p:extLst>
      <p:ext uri="{BB962C8B-B14F-4D97-AF65-F5344CB8AC3E}">
        <p14:creationId xmlns:p14="http://schemas.microsoft.com/office/powerpoint/2010/main" val="3469787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7ED64EF8-EF7F-45FC-9EA0-A073190EDC00}" type="slidenum">
              <a:rPr lang="en-US" altLang="en-US" smtClean="0"/>
              <a:pPr>
                <a:defRPr/>
              </a:pPr>
              <a:t>36</a:t>
            </a:fld>
            <a:endParaRPr lang="en-US" altLang="en-US" dirty="0"/>
          </a:p>
        </p:txBody>
      </p:sp>
      <p:sp>
        <p:nvSpPr>
          <p:cNvPr id="17411" name="Rectangle 2"/>
          <p:cNvSpPr>
            <a:spLocks noGrp="1" noChangeArrowheads="1"/>
          </p:cNvSpPr>
          <p:nvPr>
            <p:ph type="title"/>
          </p:nvPr>
        </p:nvSpPr>
        <p:spPr>
          <a:xfrm>
            <a:off x="381000" y="304800"/>
            <a:ext cx="8617930" cy="1308100"/>
          </a:xfrm>
          <a:noFill/>
          <a:extLst>
            <a:ext uri="{91240B29-F687-4F45-9708-019B960494DF}">
              <a14:hiddenLine xmlns:a14="http://schemas.microsoft.com/office/drawing/2010/main" w="12700">
                <a:solidFill>
                  <a:schemeClr val="tx1"/>
                </a:solidFill>
                <a:miter lim="800000"/>
                <a:headEnd/>
                <a:tailEnd/>
              </a14:hiddenLine>
            </a:ext>
          </a:extLst>
        </p:spPr>
        <p:txBody>
          <a:bodyPr lIns="82240" tIns="41121" rIns="82240" bIns="41121" anchor="ctr"/>
          <a:lstStyle/>
          <a:p>
            <a:pPr defTabSz="785813" eaLnBrk="1" hangingPunct="1">
              <a:lnSpc>
                <a:spcPct val="85000"/>
              </a:lnSpc>
            </a:pPr>
            <a:r>
              <a:rPr lang="en-US" altLang="en-US" sz="3600" dirty="0" err="1"/>
              <a:t>Máquinas</a:t>
            </a:r>
            <a:r>
              <a:rPr lang="en-US" altLang="en-US" sz="3600" dirty="0"/>
              <a:t> </a:t>
            </a:r>
            <a:r>
              <a:rPr lang="en-US" altLang="en-US" sz="3600" dirty="0" err="1"/>
              <a:t>que</a:t>
            </a:r>
            <a:r>
              <a:rPr lang="en-US" altLang="en-US" sz="3600" dirty="0"/>
              <a:t> </a:t>
            </a:r>
            <a:r>
              <a:rPr lang="en-US" altLang="en-US" sz="3600" dirty="0" err="1"/>
              <a:t>Controlan</a:t>
            </a:r>
            <a:r>
              <a:rPr lang="en-US" altLang="en-US" sz="3600" dirty="0"/>
              <a:t> y </a:t>
            </a:r>
            <a:r>
              <a:rPr lang="en-US" altLang="en-US" sz="3600" dirty="0" err="1"/>
              <a:t>Comparten</a:t>
            </a:r>
            <a:r>
              <a:rPr lang="en-US" altLang="en-US" sz="3600" dirty="0"/>
              <a:t> </a:t>
            </a:r>
            <a:r>
              <a:rPr lang="en-US" altLang="en-US" sz="3600" dirty="0" err="1"/>
              <a:t>Recursos</a:t>
            </a:r>
            <a:endParaRPr lang="en-US" altLang="en-US" sz="3600" dirty="0"/>
          </a:p>
        </p:txBody>
      </p:sp>
      <p:sp>
        <p:nvSpPr>
          <p:cNvPr id="17412" name="Rectangle 3"/>
          <p:cNvSpPr>
            <a:spLocks noGrp="1" noChangeArrowheads="1"/>
          </p:cNvSpPr>
          <p:nvPr>
            <p:ph type="body" idx="1"/>
          </p:nvPr>
        </p:nvSpPr>
        <p:spPr>
          <a:xfrm>
            <a:off x="767225" y="1535165"/>
            <a:ext cx="7308850" cy="3276600"/>
          </a:xfrm>
          <a:noFill/>
          <a:extLst>
            <a:ext uri="{91240B29-F687-4F45-9708-019B960494DF}">
              <a14:hiddenLine xmlns:a14="http://schemas.microsoft.com/office/drawing/2010/main" w="12700">
                <a:solidFill>
                  <a:schemeClr val="tx1"/>
                </a:solidFill>
                <a:miter lim="800000"/>
                <a:headEnd/>
                <a:tailEnd/>
              </a14:hiddenLine>
            </a:ext>
          </a:extLst>
        </p:spPr>
        <p:txBody>
          <a:bodyPr lIns="82240" tIns="41121" rIns="82240" bIns="41121"/>
          <a:lstStyle/>
          <a:p>
            <a:pPr marL="246063" indent="-246063" defTabSz="785813" eaLnBrk="1" hangingPunct="1">
              <a:lnSpc>
                <a:spcPct val="110000"/>
              </a:lnSpc>
            </a:pPr>
            <a:r>
              <a:rPr lang="en-US" altLang="en-US" sz="2400" dirty="0" err="1"/>
              <a:t>Redes</a:t>
            </a:r>
            <a:r>
              <a:rPr lang="en-US" altLang="en-US" sz="2400" dirty="0"/>
              <a:t> </a:t>
            </a:r>
            <a:r>
              <a:rPr lang="en-US" altLang="en-US" sz="2400" dirty="0" err="1"/>
              <a:t>eléctricas</a:t>
            </a:r>
            <a:r>
              <a:rPr lang="en-US" altLang="en-US" sz="2400" dirty="0"/>
              <a:t> (</a:t>
            </a:r>
            <a:r>
              <a:rPr lang="en-US" altLang="en-US" sz="2400" dirty="0" err="1"/>
              <a:t>balanceo</a:t>
            </a:r>
            <a:r>
              <a:rPr lang="en-US" altLang="en-US" sz="2400" dirty="0"/>
              <a:t> de </a:t>
            </a:r>
            <a:r>
              <a:rPr lang="en-US" altLang="en-US" sz="2400" dirty="0" err="1"/>
              <a:t>carga</a:t>
            </a:r>
            <a:r>
              <a:rPr lang="en-US" altLang="en-US" sz="2400" dirty="0"/>
              <a:t>)</a:t>
            </a:r>
          </a:p>
          <a:p>
            <a:pPr marL="246063" indent="-246063" defTabSz="785813" eaLnBrk="1" hangingPunct="1">
              <a:lnSpc>
                <a:spcPct val="110000"/>
              </a:lnSpc>
            </a:pPr>
            <a:r>
              <a:rPr lang="en-US" altLang="en-US" sz="2400" dirty="0" err="1"/>
              <a:t>Redes</a:t>
            </a:r>
            <a:r>
              <a:rPr lang="en-US" altLang="en-US" sz="2400" dirty="0"/>
              <a:t> de </a:t>
            </a:r>
            <a:r>
              <a:rPr lang="en-US" altLang="en-US" sz="2400" dirty="0" err="1"/>
              <a:t>Telecomunicaciones</a:t>
            </a:r>
            <a:r>
              <a:rPr lang="en-US" altLang="en-US" sz="2400" dirty="0"/>
              <a:t> (</a:t>
            </a:r>
            <a:r>
              <a:rPr lang="en-US" altLang="en-US" sz="2400" dirty="0" err="1"/>
              <a:t>ruteo</a:t>
            </a:r>
            <a:r>
              <a:rPr lang="en-US" altLang="en-US" sz="2400" dirty="0"/>
              <a:t>)</a:t>
            </a:r>
          </a:p>
          <a:p>
            <a:pPr marL="246063" indent="-246063" defTabSz="785813" eaLnBrk="1" hangingPunct="1">
              <a:lnSpc>
                <a:spcPct val="110000"/>
              </a:lnSpc>
            </a:pPr>
            <a:r>
              <a:rPr lang="en-US" altLang="en-US" sz="2400" dirty="0" err="1"/>
              <a:t>Agendadores</a:t>
            </a:r>
            <a:r>
              <a:rPr lang="en-US" altLang="en-US" sz="2400" dirty="0"/>
              <a:t> de </a:t>
            </a:r>
            <a:r>
              <a:rPr lang="en-US" altLang="en-US" sz="2400" dirty="0" err="1"/>
              <a:t>eventos</a:t>
            </a:r>
            <a:endParaRPr lang="en-US" altLang="en-US" sz="2400" dirty="0"/>
          </a:p>
          <a:p>
            <a:pPr marL="246063" indent="-246063" defTabSz="785813" eaLnBrk="1" hangingPunct="1">
              <a:lnSpc>
                <a:spcPct val="110000"/>
              </a:lnSpc>
            </a:pPr>
            <a:r>
              <a:rPr lang="en-US" altLang="en-US" sz="2400" dirty="0"/>
              <a:t>BBDD </a:t>
            </a:r>
            <a:r>
              <a:rPr lang="en-US" altLang="en-US" sz="2400" dirty="0" err="1"/>
              <a:t>compartidas</a:t>
            </a:r>
            <a:r>
              <a:rPr lang="en-US" altLang="en-US" sz="2400" dirty="0"/>
              <a:t> (</a:t>
            </a:r>
            <a:r>
              <a:rPr lang="en-US" altLang="en-US" sz="2400" dirty="0" err="1"/>
              <a:t>acceso</a:t>
            </a:r>
            <a:r>
              <a:rPr lang="en-US" altLang="en-US" sz="2400" dirty="0"/>
              <a:t> </a:t>
            </a:r>
            <a:r>
              <a:rPr lang="en-US" altLang="en-US" sz="2400" dirty="0" err="1"/>
              <a:t>inteligente</a:t>
            </a:r>
            <a:r>
              <a:rPr lang="en-US" altLang="en-US" sz="2400" dirty="0"/>
              <a:t>)</a:t>
            </a:r>
          </a:p>
          <a:p>
            <a:pPr marL="246063" indent="-246063" defTabSz="785813" eaLnBrk="1" hangingPunct="1">
              <a:lnSpc>
                <a:spcPct val="110000"/>
              </a:lnSpc>
            </a:pPr>
            <a:r>
              <a:rPr lang="en-US" altLang="en-US" sz="2400" dirty="0"/>
              <a:t>Control de </a:t>
            </a:r>
            <a:r>
              <a:rPr lang="en-US" altLang="en-US" sz="2400" dirty="0" err="1"/>
              <a:t>tráfico</a:t>
            </a:r>
            <a:r>
              <a:rPr lang="en-US" altLang="en-US" sz="2400" dirty="0"/>
              <a:t> (</a:t>
            </a:r>
            <a:r>
              <a:rPr lang="en-US" altLang="en-US" sz="2400" dirty="0" err="1"/>
              <a:t>coordinación</a:t>
            </a:r>
            <a:r>
              <a:rPr lang="en-US" altLang="en-US" sz="2400" dirty="0"/>
              <a:t>)</a:t>
            </a:r>
          </a:p>
        </p:txBody>
      </p:sp>
      <p:pic>
        <p:nvPicPr>
          <p:cNvPr id="12290" name="Picture 2" descr="Telecommunication concept icon Overall wireless network Satellite  connection Global communication - stock vector 3662620 | Crushpixel"/>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6909"/>
          <a:stretch/>
        </p:blipFill>
        <p:spPr bwMode="auto">
          <a:xfrm>
            <a:off x="2302746" y="5182516"/>
            <a:ext cx="1980000" cy="144720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electricity grid – coal pow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758" y="4032528"/>
            <a:ext cx="2340000" cy="1558473"/>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35+ Schedule Templates | Free &amp; Premium Templat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2942" y="4196883"/>
            <a:ext cx="2196000" cy="1229761"/>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EFKON India - Products - Adaptive Traffic Control Systems (ATC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4800" y="3484720"/>
            <a:ext cx="2232000" cy="1697796"/>
          </a:xfrm>
          <a:prstGeom prst="rect">
            <a:avLst/>
          </a:prstGeom>
          <a:noFill/>
          <a:extLst>
            <a:ext uri="{909E8E84-426E-40DD-AFC4-6F175D3DCCD1}">
              <a14:hiddenFill xmlns:a14="http://schemas.microsoft.com/office/drawing/2010/main">
                <a:solidFill>
                  <a:srgbClr val="FFFFFF"/>
                </a:solidFill>
              </a14:hiddenFill>
            </a:ext>
          </a:extLst>
        </p:spPr>
      </p:pic>
      <p:pic>
        <p:nvPicPr>
          <p:cNvPr id="12300" name="Picture 12" descr="Diagram Database Logo Icon Design Stock Vector - Illustration of branding,  market: 129008651"/>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4290" t="20659" r="10714" b="20416"/>
          <a:stretch/>
        </p:blipFill>
        <p:spPr bwMode="auto">
          <a:xfrm>
            <a:off x="6366568" y="5263287"/>
            <a:ext cx="1551709"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10791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91AC00E7-41E7-4998-A6AB-BF6FC94B4D9E}" type="slidenum">
              <a:rPr lang="en-US" altLang="en-US" smtClean="0"/>
              <a:pPr>
                <a:defRPr/>
              </a:pPr>
              <a:t>37</a:t>
            </a:fld>
            <a:endParaRPr lang="en-US" altLang="en-US" dirty="0"/>
          </a:p>
        </p:txBody>
      </p:sp>
      <p:sp>
        <p:nvSpPr>
          <p:cNvPr id="31747" name="Rectangle 2"/>
          <p:cNvSpPr>
            <a:spLocks noGrp="1" noChangeArrowheads="1"/>
          </p:cNvSpPr>
          <p:nvPr>
            <p:ph type="title"/>
          </p:nvPr>
        </p:nvSpPr>
        <p:spPr/>
        <p:txBody>
          <a:bodyPr/>
          <a:lstStyle/>
          <a:p>
            <a:pPr eaLnBrk="1" hangingPunct="1"/>
            <a:r>
              <a:rPr lang="en-US" altLang="en-US"/>
              <a:t>El Conjunto de Negociación</a:t>
            </a:r>
          </a:p>
        </p:txBody>
      </p:sp>
      <p:sp>
        <p:nvSpPr>
          <p:cNvPr id="31748" name="Rectangle 3"/>
          <p:cNvSpPr>
            <a:spLocks noGrp="1" noChangeArrowheads="1"/>
          </p:cNvSpPr>
          <p:nvPr>
            <p:ph type="body" idx="1"/>
          </p:nvPr>
        </p:nvSpPr>
        <p:spPr>
          <a:xfrm>
            <a:off x="457200" y="1412774"/>
            <a:ext cx="8229600" cy="4530725"/>
          </a:xfrm>
        </p:spPr>
        <p:txBody>
          <a:bodyPr/>
          <a:lstStyle/>
          <a:p>
            <a:pPr eaLnBrk="1" hangingPunct="1"/>
            <a:r>
              <a:rPr lang="en-US" altLang="en-US" dirty="0"/>
              <a:t>El </a:t>
            </a:r>
            <a:r>
              <a:rPr lang="en-US" altLang="en-US" dirty="0" err="1"/>
              <a:t>conjunto</a:t>
            </a:r>
            <a:r>
              <a:rPr lang="en-US" altLang="en-US" dirty="0"/>
              <a:t> de </a:t>
            </a:r>
            <a:r>
              <a:rPr lang="en-US" altLang="en-US" dirty="0" err="1"/>
              <a:t>tratos</a:t>
            </a:r>
            <a:r>
              <a:rPr lang="en-US" altLang="en-US" dirty="0"/>
              <a:t> en los </a:t>
            </a:r>
            <a:r>
              <a:rPr lang="en-US" altLang="en-US" dirty="0" err="1"/>
              <a:t>cuales</a:t>
            </a:r>
            <a:r>
              <a:rPr lang="en-US" altLang="en-US" dirty="0"/>
              <a:t> los </a:t>
            </a:r>
            <a:r>
              <a:rPr lang="en-US" altLang="en-US" dirty="0" err="1"/>
              <a:t>agentes</a:t>
            </a:r>
            <a:r>
              <a:rPr lang="en-US" altLang="en-US" dirty="0"/>
              <a:t> </a:t>
            </a:r>
            <a:r>
              <a:rPr lang="en-US" altLang="en-US" dirty="0" err="1"/>
              <a:t>negocian</a:t>
            </a:r>
            <a:r>
              <a:rPr lang="en-US" altLang="en-US" dirty="0"/>
              <a:t> son </a:t>
            </a:r>
            <a:r>
              <a:rPr lang="en-US" altLang="en-US" dirty="0" err="1"/>
              <a:t>aquellos</a:t>
            </a:r>
            <a:r>
              <a:rPr lang="en-US" altLang="en-US" dirty="0"/>
              <a:t> </a:t>
            </a:r>
            <a:r>
              <a:rPr lang="en-US" altLang="en-US" dirty="0" err="1"/>
              <a:t>que</a:t>
            </a:r>
            <a:r>
              <a:rPr lang="en-US" altLang="en-US" dirty="0"/>
              <a:t> son:</a:t>
            </a:r>
          </a:p>
          <a:p>
            <a:pPr lvl="1" eaLnBrk="1" hangingPunct="1"/>
            <a:r>
              <a:rPr lang="en-US" altLang="en-US" dirty="0" err="1"/>
              <a:t>Individualmente</a:t>
            </a:r>
            <a:r>
              <a:rPr lang="en-US" altLang="en-US" dirty="0"/>
              <a:t> </a:t>
            </a:r>
            <a:r>
              <a:rPr lang="en-US" altLang="en-US" dirty="0" err="1"/>
              <a:t>racionales</a:t>
            </a:r>
            <a:endParaRPr lang="en-US" altLang="en-US" dirty="0"/>
          </a:p>
          <a:p>
            <a:pPr lvl="1" eaLnBrk="1" hangingPunct="1"/>
            <a:r>
              <a:rPr lang="en-US" altLang="en-US" dirty="0" err="1"/>
              <a:t>Eficientes</a:t>
            </a:r>
            <a:r>
              <a:rPr lang="en-US" altLang="en-US" dirty="0"/>
              <a:t> </a:t>
            </a:r>
            <a:r>
              <a:rPr lang="en-US" altLang="en-US" dirty="0" err="1"/>
              <a:t>según</a:t>
            </a:r>
            <a:r>
              <a:rPr lang="en-US" altLang="en-US" dirty="0"/>
              <a:t> Pareto</a:t>
            </a:r>
          </a:p>
        </p:txBody>
      </p:sp>
      <p:pic>
        <p:nvPicPr>
          <p:cNvPr id="13314" name="Picture 2" descr="Crafting Winning Negotiation Strategies - CKGS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3645776"/>
            <a:ext cx="3733800" cy="2297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602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5"/>
          <p:cNvSpPr>
            <a:spLocks noGrp="1"/>
          </p:cNvSpPr>
          <p:nvPr>
            <p:ph type="sldNum" sz="quarter" idx="12"/>
          </p:nvPr>
        </p:nvSpPr>
        <p:spPr/>
        <p:txBody>
          <a:bodyPr/>
          <a:lstStyle/>
          <a:p>
            <a:pPr>
              <a:defRPr/>
            </a:pPr>
            <a:fld id="{199753A9-6119-4B6D-A001-5BFBF0CBE256}" type="slidenum">
              <a:rPr lang="en-US" altLang="en-US" smtClean="0"/>
              <a:pPr>
                <a:defRPr/>
              </a:pPr>
              <a:t>38</a:t>
            </a:fld>
            <a:endParaRPr lang="en-US" altLang="en-US" dirty="0"/>
          </a:p>
        </p:txBody>
      </p:sp>
      <p:sp>
        <p:nvSpPr>
          <p:cNvPr id="32771" name="Rectangle 2"/>
          <p:cNvSpPr>
            <a:spLocks noGrp="1" noChangeArrowheads="1"/>
          </p:cNvSpPr>
          <p:nvPr>
            <p:ph type="title"/>
          </p:nvPr>
        </p:nvSpPr>
        <p:spPr/>
        <p:txBody>
          <a:bodyPr/>
          <a:lstStyle/>
          <a:p>
            <a:pPr eaLnBrk="1" hangingPunct="1"/>
            <a:r>
              <a:rPr lang="en-US" altLang="en-US"/>
              <a:t>Gráfico del Conjunto de Negociación</a:t>
            </a:r>
          </a:p>
        </p:txBody>
      </p:sp>
      <p:pic>
        <p:nvPicPr>
          <p:cNvPr id="3277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19200"/>
            <a:ext cx="7391400" cy="501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91310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3ADDB168-7325-41CF-B2BB-2E19E0D94EED}" type="slidenum">
              <a:rPr lang="en-US" altLang="en-US" smtClean="0"/>
              <a:pPr>
                <a:defRPr/>
              </a:pPr>
              <a:t>39</a:t>
            </a:fld>
            <a:endParaRPr lang="en-US" altLang="en-US" dirty="0"/>
          </a:p>
        </p:txBody>
      </p:sp>
      <p:sp>
        <p:nvSpPr>
          <p:cNvPr id="33795" name="Rectangle 2"/>
          <p:cNvSpPr>
            <a:spLocks noGrp="1" noChangeArrowheads="1"/>
          </p:cNvSpPr>
          <p:nvPr>
            <p:ph type="title"/>
          </p:nvPr>
        </p:nvSpPr>
        <p:spPr>
          <a:xfrm>
            <a:off x="381000" y="228600"/>
            <a:ext cx="6469063" cy="755650"/>
          </a:xfrm>
          <a:noFill/>
          <a:extLst>
            <a:ext uri="{91240B29-F687-4F45-9708-019B960494DF}">
              <a14:hiddenLine xmlns:a14="http://schemas.microsoft.com/office/drawing/2010/main" w="12700">
                <a:solidFill>
                  <a:schemeClr val="tx1"/>
                </a:solidFill>
                <a:miter lim="800000"/>
                <a:headEnd/>
                <a:tailEnd/>
              </a14:hiddenLine>
            </a:ext>
          </a:extLst>
        </p:spPr>
        <p:txBody>
          <a:bodyPr lIns="82240" tIns="41121" rIns="82240" bIns="41121" anchor="ctr"/>
          <a:lstStyle/>
          <a:p>
            <a:pPr defTabSz="785813" eaLnBrk="1" hangingPunct="1"/>
            <a:r>
              <a:rPr lang="en-US" altLang="en-US"/>
              <a:t>Protocolos de Negociación</a:t>
            </a:r>
          </a:p>
        </p:txBody>
      </p:sp>
      <p:sp>
        <p:nvSpPr>
          <p:cNvPr id="33796" name="Rectangle 3"/>
          <p:cNvSpPr>
            <a:spLocks noGrp="1" noChangeArrowheads="1"/>
          </p:cNvSpPr>
          <p:nvPr>
            <p:ph type="body" idx="1"/>
          </p:nvPr>
        </p:nvSpPr>
        <p:spPr>
          <a:xfrm>
            <a:off x="533400" y="1295400"/>
            <a:ext cx="7354888" cy="4248150"/>
          </a:xfrm>
          <a:noFill/>
          <a:extLst>
            <a:ext uri="{91240B29-F687-4F45-9708-019B960494DF}">
              <a14:hiddenLine xmlns:a14="http://schemas.microsoft.com/office/drawing/2010/main" w="12700">
                <a:solidFill>
                  <a:schemeClr val="tx1"/>
                </a:solidFill>
                <a:miter lim="800000"/>
                <a:headEnd/>
                <a:tailEnd/>
              </a14:hiddenLine>
            </a:ext>
          </a:extLst>
        </p:spPr>
        <p:txBody>
          <a:bodyPr lIns="82240" tIns="41121" rIns="82240" bIns="41121"/>
          <a:lstStyle/>
          <a:p>
            <a:pPr marL="246063" indent="-246063" defTabSz="785813" eaLnBrk="1" hangingPunct="1">
              <a:lnSpc>
                <a:spcPct val="105000"/>
              </a:lnSpc>
              <a:spcBef>
                <a:spcPct val="50000"/>
              </a:spcBef>
            </a:pPr>
            <a:r>
              <a:rPr lang="en-US" altLang="en-US"/>
              <a:t>Los agentes usan un protocolo de negociación que maximiza el producto (utilidad total)</a:t>
            </a:r>
          </a:p>
          <a:p>
            <a:pPr marL="246063" indent="-246063" defTabSz="785813" eaLnBrk="1" hangingPunct="1">
              <a:lnSpc>
                <a:spcPct val="105000"/>
              </a:lnSpc>
              <a:spcBef>
                <a:spcPct val="50000"/>
              </a:spcBef>
            </a:pPr>
            <a:r>
              <a:rPr lang="en-US" altLang="en-US"/>
              <a:t>Debería ser un PMM simétrico (product maximizing mechanism)</a:t>
            </a:r>
          </a:p>
          <a:p>
            <a:pPr marL="246063" indent="-246063" defTabSz="785813" eaLnBrk="1" hangingPunct="1">
              <a:lnSpc>
                <a:spcPct val="105000"/>
              </a:lnSpc>
              <a:spcBef>
                <a:spcPct val="50000"/>
              </a:spcBef>
            </a:pPr>
            <a:r>
              <a:rPr lang="en-US" altLang="en-US"/>
              <a:t>Ejemplos: protocolo de un paso, protocolo de concesión monotónica…</a:t>
            </a:r>
          </a:p>
        </p:txBody>
      </p:sp>
    </p:spTree>
    <p:extLst>
      <p:ext uri="{BB962C8B-B14F-4D97-AF65-F5344CB8AC3E}">
        <p14:creationId xmlns:p14="http://schemas.microsoft.com/office/powerpoint/2010/main" val="59944467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30A153D8-D3E5-45C1-8EC9-356F19F77F81}" type="slidenum">
              <a:rPr lang="en-US" altLang="en-US" smtClean="0"/>
              <a:pPr>
                <a:defRPr/>
              </a:pPr>
              <a:t>40</a:t>
            </a:fld>
            <a:endParaRPr lang="en-US" altLang="en-US" dirty="0"/>
          </a:p>
        </p:txBody>
      </p:sp>
      <p:sp>
        <p:nvSpPr>
          <p:cNvPr id="34819" name="Rectangle 2"/>
          <p:cNvSpPr>
            <a:spLocks noGrp="1" noChangeArrowheads="1"/>
          </p:cNvSpPr>
          <p:nvPr>
            <p:ph type="title"/>
          </p:nvPr>
        </p:nvSpPr>
        <p:spPr/>
        <p:txBody>
          <a:bodyPr/>
          <a:lstStyle/>
          <a:p>
            <a:pPr eaLnBrk="1" hangingPunct="1"/>
            <a:r>
              <a:rPr lang="en-US" altLang="en-US" sz="3800"/>
              <a:t>El Protocolo de Concesión Monotónica</a:t>
            </a:r>
          </a:p>
        </p:txBody>
      </p:sp>
      <p:sp>
        <p:nvSpPr>
          <p:cNvPr id="34820" name="Rectangle 3"/>
          <p:cNvSpPr>
            <a:spLocks noGrp="1" noChangeArrowheads="1"/>
          </p:cNvSpPr>
          <p:nvPr>
            <p:ph type="body" idx="1"/>
          </p:nvPr>
        </p:nvSpPr>
        <p:spPr>
          <a:xfrm>
            <a:off x="228600" y="1066800"/>
            <a:ext cx="8610600" cy="5334000"/>
          </a:xfrm>
        </p:spPr>
        <p:txBody>
          <a:bodyPr/>
          <a:lstStyle/>
          <a:p>
            <a:pPr eaLnBrk="1" hangingPunct="1">
              <a:lnSpc>
                <a:spcPct val="80000"/>
              </a:lnSpc>
              <a:spcAft>
                <a:spcPts val="1200"/>
              </a:spcAft>
              <a:buFont typeface="Wingdings" panose="05000000000000000000" pitchFamily="2" charset="2"/>
              <a:buNone/>
            </a:pPr>
            <a:r>
              <a:rPr lang="en-US" altLang="en-US" sz="2000" dirty="0"/>
              <a:t>Las </a:t>
            </a:r>
            <a:r>
              <a:rPr lang="en-US" altLang="en-US" sz="2000" dirty="0" err="1"/>
              <a:t>reglas</a:t>
            </a:r>
            <a:r>
              <a:rPr lang="en-US" altLang="en-US" sz="2000" dirty="0"/>
              <a:t> del </a:t>
            </a:r>
            <a:r>
              <a:rPr lang="en-US" altLang="en-US" sz="2000" dirty="0" err="1"/>
              <a:t>protocolo</a:t>
            </a:r>
            <a:r>
              <a:rPr lang="en-US" altLang="en-US" sz="2000" dirty="0"/>
              <a:t> son </a:t>
            </a:r>
            <a:r>
              <a:rPr lang="en-US" altLang="en-US" sz="2000" dirty="0" err="1"/>
              <a:t>las</a:t>
            </a:r>
            <a:r>
              <a:rPr lang="en-US" altLang="en-US" sz="2000" dirty="0"/>
              <a:t> </a:t>
            </a:r>
            <a:r>
              <a:rPr lang="en-US" altLang="en-US" sz="2000" dirty="0" err="1"/>
              <a:t>siguientes</a:t>
            </a:r>
            <a:r>
              <a:rPr lang="en-US" altLang="en-US" sz="2000" dirty="0"/>
              <a:t>:</a:t>
            </a:r>
          </a:p>
          <a:p>
            <a:pPr eaLnBrk="1" hangingPunct="1">
              <a:lnSpc>
                <a:spcPct val="80000"/>
              </a:lnSpc>
              <a:spcAft>
                <a:spcPts val="1200"/>
              </a:spcAft>
            </a:pPr>
            <a:r>
              <a:rPr lang="en-US" altLang="en-US" sz="2000" dirty="0"/>
              <a:t>La </a:t>
            </a:r>
            <a:r>
              <a:rPr lang="en-US" altLang="en-US" sz="2000" dirty="0" err="1"/>
              <a:t>negociación</a:t>
            </a:r>
            <a:r>
              <a:rPr lang="en-US" altLang="en-US" sz="2000" dirty="0"/>
              <a:t> </a:t>
            </a:r>
            <a:r>
              <a:rPr lang="en-US" altLang="en-US" sz="2000" dirty="0" err="1"/>
              <a:t>procede</a:t>
            </a:r>
            <a:r>
              <a:rPr lang="en-US" altLang="en-US" sz="2000" dirty="0"/>
              <a:t> en </a:t>
            </a:r>
            <a:r>
              <a:rPr lang="en-US" altLang="en-US" sz="2000" dirty="0" err="1"/>
              <a:t>rondas</a:t>
            </a:r>
            <a:endParaRPr lang="en-US" altLang="en-US" sz="2000" dirty="0"/>
          </a:p>
          <a:p>
            <a:pPr eaLnBrk="1" hangingPunct="1">
              <a:lnSpc>
                <a:spcPct val="80000"/>
              </a:lnSpc>
              <a:spcAft>
                <a:spcPts val="1200"/>
              </a:spcAft>
            </a:pPr>
            <a:r>
              <a:rPr lang="en-US" altLang="en-US" sz="2000" dirty="0"/>
              <a:t>En la </a:t>
            </a:r>
            <a:r>
              <a:rPr lang="en-US" altLang="en-US" sz="2000" dirty="0" err="1"/>
              <a:t>ronda</a:t>
            </a:r>
            <a:r>
              <a:rPr lang="en-US" altLang="en-US" sz="2000" dirty="0"/>
              <a:t> 1, los </a:t>
            </a:r>
            <a:r>
              <a:rPr lang="en-US" altLang="en-US" sz="2000" dirty="0" err="1"/>
              <a:t>agentes</a:t>
            </a:r>
            <a:r>
              <a:rPr lang="en-US" altLang="en-US" sz="2000" dirty="0"/>
              <a:t> </a:t>
            </a:r>
            <a:r>
              <a:rPr lang="en-US" altLang="en-US" sz="2000" dirty="0" err="1"/>
              <a:t>proponen</a:t>
            </a:r>
            <a:r>
              <a:rPr lang="en-US" altLang="en-US" sz="2000" dirty="0"/>
              <a:t> </a:t>
            </a:r>
            <a:r>
              <a:rPr lang="en-US" altLang="en-US" sz="2000" dirty="0" err="1"/>
              <a:t>simultáneamente</a:t>
            </a:r>
            <a:r>
              <a:rPr lang="en-US" altLang="en-US" sz="2000" dirty="0"/>
              <a:t> un </a:t>
            </a:r>
            <a:r>
              <a:rPr lang="en-US" altLang="en-US" sz="2000" dirty="0" err="1"/>
              <a:t>trato</a:t>
            </a:r>
            <a:r>
              <a:rPr lang="en-US" altLang="en-US" sz="2000" dirty="0"/>
              <a:t> del </a:t>
            </a:r>
            <a:r>
              <a:rPr lang="en-US" altLang="en-US" sz="2000" dirty="0" err="1"/>
              <a:t>conjunto</a:t>
            </a:r>
            <a:r>
              <a:rPr lang="en-US" altLang="en-US" sz="2000" dirty="0"/>
              <a:t> de </a:t>
            </a:r>
            <a:r>
              <a:rPr lang="en-US" altLang="en-US" sz="2000" dirty="0" err="1"/>
              <a:t>negociación</a:t>
            </a:r>
            <a:r>
              <a:rPr lang="en-US" altLang="en-US" sz="2000" dirty="0"/>
              <a:t> </a:t>
            </a:r>
          </a:p>
          <a:p>
            <a:pPr eaLnBrk="1" hangingPunct="1">
              <a:lnSpc>
                <a:spcPct val="80000"/>
              </a:lnSpc>
              <a:spcAft>
                <a:spcPts val="1200"/>
              </a:spcAft>
            </a:pPr>
            <a:r>
              <a:rPr lang="en-US" altLang="en-US" sz="2000" dirty="0"/>
              <a:t>Se </a:t>
            </a:r>
            <a:r>
              <a:rPr lang="en-US" altLang="en-US" sz="2000" dirty="0" err="1"/>
              <a:t>alcanza</a:t>
            </a:r>
            <a:r>
              <a:rPr lang="en-US" altLang="en-US" sz="2000" dirty="0"/>
              <a:t> </a:t>
            </a:r>
            <a:r>
              <a:rPr lang="en-US" altLang="en-US" sz="2000" dirty="0" err="1"/>
              <a:t>acuerdo</a:t>
            </a:r>
            <a:r>
              <a:rPr lang="en-US" altLang="en-US" sz="2000" dirty="0"/>
              <a:t> </a:t>
            </a:r>
            <a:r>
              <a:rPr lang="en-US" altLang="en-US" sz="2000" dirty="0" err="1"/>
              <a:t>si</a:t>
            </a:r>
            <a:r>
              <a:rPr lang="en-US" altLang="en-US" sz="2000" dirty="0"/>
              <a:t> un </a:t>
            </a:r>
            <a:r>
              <a:rPr lang="en-US" altLang="en-US" sz="2000" dirty="0" err="1"/>
              <a:t>agente</a:t>
            </a:r>
            <a:r>
              <a:rPr lang="en-US" altLang="en-US" sz="2000" dirty="0"/>
              <a:t> </a:t>
            </a:r>
            <a:r>
              <a:rPr lang="en-US" altLang="en-US" sz="2000" dirty="0" err="1"/>
              <a:t>encuentra</a:t>
            </a:r>
            <a:r>
              <a:rPr lang="en-US" altLang="en-US" sz="2000" dirty="0"/>
              <a:t> </a:t>
            </a:r>
            <a:r>
              <a:rPr lang="en-US" altLang="en-US" sz="2000" dirty="0" err="1"/>
              <a:t>que</a:t>
            </a:r>
            <a:r>
              <a:rPr lang="en-US" altLang="en-US" sz="2000" dirty="0"/>
              <a:t> el </a:t>
            </a:r>
            <a:r>
              <a:rPr lang="en-US" altLang="en-US" sz="2000" dirty="0" err="1"/>
              <a:t>trato</a:t>
            </a:r>
            <a:r>
              <a:rPr lang="en-US" altLang="en-US" sz="2000" dirty="0"/>
              <a:t> </a:t>
            </a:r>
            <a:r>
              <a:rPr lang="en-US" altLang="en-US" sz="2000" dirty="0" err="1"/>
              <a:t>propuesto</a:t>
            </a:r>
            <a:r>
              <a:rPr lang="en-US" altLang="en-US" sz="2000" dirty="0"/>
              <a:t> </a:t>
            </a:r>
            <a:r>
              <a:rPr lang="en-US" altLang="en-US" sz="2000" dirty="0" err="1"/>
              <a:t>por</a:t>
            </a:r>
            <a:r>
              <a:rPr lang="en-US" altLang="en-US" sz="2000" dirty="0"/>
              <a:t> el </a:t>
            </a:r>
            <a:r>
              <a:rPr lang="en-US" altLang="en-US" sz="2000" dirty="0" err="1"/>
              <a:t>otro</a:t>
            </a:r>
            <a:r>
              <a:rPr lang="en-US" altLang="en-US" sz="2000" dirty="0"/>
              <a:t> </a:t>
            </a:r>
            <a:r>
              <a:rPr lang="en-US" altLang="en-US" sz="2000" dirty="0" err="1"/>
              <a:t>es</a:t>
            </a:r>
            <a:r>
              <a:rPr lang="en-US" altLang="en-US" sz="2000" dirty="0"/>
              <a:t> al </a:t>
            </a:r>
            <a:r>
              <a:rPr lang="en-US" altLang="en-US" sz="2000" dirty="0" err="1"/>
              <a:t>menos</a:t>
            </a:r>
            <a:r>
              <a:rPr lang="en-US" altLang="en-US" sz="2000" dirty="0"/>
              <a:t> </a:t>
            </a:r>
            <a:r>
              <a:rPr lang="en-US" altLang="en-US" sz="2000" dirty="0" err="1"/>
              <a:t>igual</a:t>
            </a:r>
            <a:r>
              <a:rPr lang="en-US" altLang="en-US" sz="2000" dirty="0"/>
              <a:t> de </a:t>
            </a:r>
            <a:r>
              <a:rPr lang="en-US" altLang="en-US" sz="2000" dirty="0" err="1"/>
              <a:t>bueno</a:t>
            </a:r>
            <a:r>
              <a:rPr lang="en-US" altLang="en-US" sz="2000" dirty="0"/>
              <a:t> o </a:t>
            </a:r>
            <a:r>
              <a:rPr lang="en-US" altLang="en-US" sz="2000" dirty="0" err="1"/>
              <a:t>mejor</a:t>
            </a:r>
            <a:r>
              <a:rPr lang="en-US" altLang="en-US" sz="2000" dirty="0"/>
              <a:t> </a:t>
            </a:r>
            <a:r>
              <a:rPr lang="en-US" altLang="en-US" sz="2000" dirty="0" err="1"/>
              <a:t>que</a:t>
            </a:r>
            <a:r>
              <a:rPr lang="en-US" altLang="en-US" sz="2000" dirty="0"/>
              <a:t> </a:t>
            </a:r>
            <a:r>
              <a:rPr lang="en-US" altLang="en-US" sz="2000" dirty="0" err="1"/>
              <a:t>su</a:t>
            </a:r>
            <a:r>
              <a:rPr lang="en-US" altLang="en-US" sz="2000" dirty="0"/>
              <a:t> </a:t>
            </a:r>
            <a:r>
              <a:rPr lang="en-US" altLang="en-US" sz="2000" dirty="0" err="1"/>
              <a:t>propuesta</a:t>
            </a:r>
            <a:endParaRPr lang="en-US" altLang="en-US" sz="2000" dirty="0"/>
          </a:p>
          <a:p>
            <a:pPr eaLnBrk="1" hangingPunct="1">
              <a:lnSpc>
                <a:spcPct val="80000"/>
              </a:lnSpc>
              <a:spcAft>
                <a:spcPts val="1200"/>
              </a:spcAft>
            </a:pPr>
            <a:r>
              <a:rPr lang="en-US" altLang="en-US" sz="2000" dirty="0"/>
              <a:t>Si no se </a:t>
            </a:r>
            <a:r>
              <a:rPr lang="en-US" altLang="en-US" sz="2000" dirty="0" err="1"/>
              <a:t>logra</a:t>
            </a:r>
            <a:r>
              <a:rPr lang="en-US" altLang="en-US" sz="2000" dirty="0"/>
              <a:t> </a:t>
            </a:r>
            <a:r>
              <a:rPr lang="en-US" altLang="en-US" sz="2000" dirty="0" err="1"/>
              <a:t>acuerdo</a:t>
            </a:r>
            <a:r>
              <a:rPr lang="en-US" altLang="en-US" sz="2000" dirty="0"/>
              <a:t>, </a:t>
            </a:r>
            <a:r>
              <a:rPr lang="en-US" altLang="en-US" sz="2000" dirty="0" err="1"/>
              <a:t>entonces</a:t>
            </a:r>
            <a:r>
              <a:rPr lang="en-US" altLang="en-US" sz="2000" dirty="0"/>
              <a:t> la </a:t>
            </a:r>
            <a:r>
              <a:rPr lang="en-US" altLang="en-US" sz="2000" dirty="0" err="1"/>
              <a:t>negociación</a:t>
            </a:r>
            <a:r>
              <a:rPr lang="en-US" altLang="en-US" sz="2000" dirty="0"/>
              <a:t> </a:t>
            </a:r>
            <a:r>
              <a:rPr lang="en-US" altLang="en-US" sz="2000" dirty="0" err="1"/>
              <a:t>pasa</a:t>
            </a:r>
            <a:r>
              <a:rPr lang="en-US" altLang="en-US" sz="2000" dirty="0"/>
              <a:t> a </a:t>
            </a:r>
            <a:r>
              <a:rPr lang="en-US" altLang="en-US" sz="2000" dirty="0" err="1"/>
              <a:t>otra</a:t>
            </a:r>
            <a:r>
              <a:rPr lang="en-US" altLang="en-US" sz="2000" dirty="0"/>
              <a:t> </a:t>
            </a:r>
            <a:r>
              <a:rPr lang="en-US" altLang="en-US" sz="2000" dirty="0" err="1"/>
              <a:t>ronda</a:t>
            </a:r>
            <a:r>
              <a:rPr lang="en-US" altLang="en-US" sz="2000" dirty="0"/>
              <a:t> de </a:t>
            </a:r>
            <a:r>
              <a:rPr lang="en-US" altLang="en-US" sz="2000" dirty="0" err="1"/>
              <a:t>propuestas</a:t>
            </a:r>
            <a:r>
              <a:rPr lang="en-US" altLang="en-US" sz="2000" dirty="0"/>
              <a:t> </a:t>
            </a:r>
            <a:r>
              <a:rPr lang="en-US" altLang="en-US" sz="2000" dirty="0" err="1"/>
              <a:t>simultáneas</a:t>
            </a:r>
            <a:endParaRPr lang="en-US" altLang="en-US" sz="2000" dirty="0"/>
          </a:p>
          <a:p>
            <a:pPr eaLnBrk="1" hangingPunct="1">
              <a:lnSpc>
                <a:spcPct val="80000"/>
              </a:lnSpc>
              <a:spcAft>
                <a:spcPts val="1200"/>
              </a:spcAft>
            </a:pPr>
            <a:r>
              <a:rPr lang="en-US" altLang="en-US" sz="2000" dirty="0"/>
              <a:t>En la </a:t>
            </a:r>
            <a:r>
              <a:rPr lang="en-US" altLang="en-US" sz="2000" dirty="0" err="1"/>
              <a:t>ronda</a:t>
            </a:r>
            <a:r>
              <a:rPr lang="en-US" altLang="en-US" sz="2000" dirty="0"/>
              <a:t> </a:t>
            </a:r>
            <a:r>
              <a:rPr lang="en-US" altLang="en-US" sz="2000" i="1" dirty="0">
                <a:latin typeface="Times New Roman" panose="02020603050405020304" pitchFamily="18" charset="0"/>
                <a:cs typeface="Times New Roman" panose="02020603050405020304" pitchFamily="18" charset="0"/>
              </a:rPr>
              <a:t>t </a:t>
            </a:r>
            <a:r>
              <a:rPr lang="en-US" altLang="en-US" sz="2000" dirty="0">
                <a:latin typeface="Times New Roman" panose="02020603050405020304" pitchFamily="18" charset="0"/>
                <a:cs typeface="Times New Roman" panose="02020603050405020304" pitchFamily="18" charset="0"/>
              </a:rPr>
              <a:t>+ 1</a:t>
            </a:r>
            <a:r>
              <a:rPr lang="en-US" altLang="en-US" sz="2000" dirty="0"/>
              <a:t>, no se </a:t>
            </a:r>
            <a:r>
              <a:rPr lang="en-US" altLang="en-US" sz="2000" dirty="0" err="1"/>
              <a:t>permite</a:t>
            </a:r>
            <a:r>
              <a:rPr lang="en-US" altLang="en-US" sz="2000" dirty="0"/>
              <a:t> a </a:t>
            </a:r>
            <a:r>
              <a:rPr lang="en-US" altLang="en-US" sz="2000" dirty="0" err="1"/>
              <a:t>ningún</a:t>
            </a:r>
            <a:r>
              <a:rPr lang="en-US" altLang="en-US" sz="2000" dirty="0"/>
              <a:t> </a:t>
            </a:r>
            <a:r>
              <a:rPr lang="en-US" altLang="en-US" sz="2000" dirty="0" err="1"/>
              <a:t>agente</a:t>
            </a:r>
            <a:r>
              <a:rPr lang="en-US" altLang="en-US" sz="2000" dirty="0"/>
              <a:t>  </a:t>
            </a:r>
            <a:r>
              <a:rPr lang="en-US" altLang="en-US" sz="2000" dirty="0" err="1"/>
              <a:t>hacer</a:t>
            </a:r>
            <a:r>
              <a:rPr lang="en-US" altLang="en-US" sz="2000" dirty="0"/>
              <a:t> </a:t>
            </a:r>
            <a:r>
              <a:rPr lang="en-US" altLang="en-US" sz="2000" dirty="0" err="1"/>
              <a:t>una</a:t>
            </a:r>
            <a:r>
              <a:rPr lang="en-US" altLang="en-US" sz="2000" dirty="0"/>
              <a:t> </a:t>
            </a:r>
            <a:r>
              <a:rPr lang="en-US" altLang="en-US" sz="2000" dirty="0" err="1"/>
              <a:t>propuesta</a:t>
            </a:r>
            <a:r>
              <a:rPr lang="en-US" altLang="en-US" sz="2000" dirty="0"/>
              <a:t> </a:t>
            </a:r>
            <a:r>
              <a:rPr lang="en-US" altLang="en-US" sz="2000" dirty="0" err="1"/>
              <a:t>que</a:t>
            </a:r>
            <a:r>
              <a:rPr lang="en-US" altLang="en-US" sz="2000" dirty="0"/>
              <a:t> sea inferior para el </a:t>
            </a:r>
            <a:r>
              <a:rPr lang="en-US" altLang="en-US" sz="2000" dirty="0" err="1"/>
              <a:t>otro</a:t>
            </a:r>
            <a:r>
              <a:rPr lang="en-US" altLang="en-US" sz="2000" dirty="0"/>
              <a:t> </a:t>
            </a:r>
            <a:r>
              <a:rPr lang="en-US" altLang="en-US" sz="2000" dirty="0" err="1"/>
              <a:t>agente</a:t>
            </a:r>
            <a:r>
              <a:rPr lang="en-US" altLang="en-US" sz="2000" dirty="0"/>
              <a:t> </a:t>
            </a:r>
            <a:r>
              <a:rPr lang="en-US" altLang="en-US" sz="2000" dirty="0" err="1"/>
              <a:t>que</a:t>
            </a:r>
            <a:r>
              <a:rPr lang="en-US" altLang="en-US" sz="2000" dirty="0"/>
              <a:t> la </a:t>
            </a:r>
            <a:r>
              <a:rPr lang="en-US" altLang="en-US" sz="2000" dirty="0" err="1"/>
              <a:t>propuesta</a:t>
            </a:r>
            <a:r>
              <a:rPr lang="en-US" altLang="en-US" sz="2000" dirty="0"/>
              <a:t> </a:t>
            </a:r>
            <a:r>
              <a:rPr lang="en-US" altLang="en-US" sz="2000" dirty="0" err="1"/>
              <a:t>hecha</a:t>
            </a:r>
            <a:r>
              <a:rPr lang="en-US" altLang="en-US" sz="2000" dirty="0"/>
              <a:t> en la </a:t>
            </a:r>
            <a:r>
              <a:rPr lang="en-US" altLang="en-US" sz="2000" dirty="0" err="1"/>
              <a:t>ronda</a:t>
            </a:r>
            <a:r>
              <a:rPr lang="en-US" altLang="en-US" sz="2000" dirty="0"/>
              <a:t>  </a:t>
            </a:r>
            <a:r>
              <a:rPr lang="en-US" altLang="en-US" sz="2000" i="1" dirty="0">
                <a:latin typeface="Times New Roman" panose="02020603050405020304" pitchFamily="18" charset="0"/>
                <a:cs typeface="Times New Roman" panose="02020603050405020304" pitchFamily="18" charset="0"/>
              </a:rPr>
              <a:t>t</a:t>
            </a:r>
          </a:p>
          <a:p>
            <a:pPr eaLnBrk="1" hangingPunct="1">
              <a:lnSpc>
                <a:spcPct val="80000"/>
              </a:lnSpc>
              <a:spcAft>
                <a:spcPts val="1200"/>
              </a:spcAft>
            </a:pPr>
            <a:r>
              <a:rPr lang="en-US" altLang="en-US" sz="2000" dirty="0"/>
              <a:t>Si </a:t>
            </a:r>
            <a:r>
              <a:rPr lang="en-US" altLang="en-US" sz="2000" dirty="0" err="1"/>
              <a:t>ningún</a:t>
            </a:r>
            <a:r>
              <a:rPr lang="en-US" altLang="en-US" sz="2000" dirty="0"/>
              <a:t> </a:t>
            </a:r>
            <a:r>
              <a:rPr lang="en-US" altLang="en-US" sz="2000" dirty="0" err="1"/>
              <a:t>agente</a:t>
            </a:r>
            <a:r>
              <a:rPr lang="en-US" altLang="en-US" sz="2000" dirty="0"/>
              <a:t> </a:t>
            </a:r>
            <a:r>
              <a:rPr lang="en-US" altLang="en-US" sz="2000" dirty="0" err="1"/>
              <a:t>hace</a:t>
            </a:r>
            <a:r>
              <a:rPr lang="en-US" altLang="en-US" sz="2000" dirty="0"/>
              <a:t> </a:t>
            </a:r>
            <a:r>
              <a:rPr lang="en-US" altLang="en-US" sz="2000" dirty="0" err="1"/>
              <a:t>una</a:t>
            </a:r>
            <a:r>
              <a:rPr lang="en-US" altLang="en-US" sz="2000" dirty="0"/>
              <a:t> </a:t>
            </a:r>
            <a:r>
              <a:rPr lang="en-US" altLang="en-US" sz="2000" dirty="0" err="1"/>
              <a:t>concesión</a:t>
            </a:r>
            <a:r>
              <a:rPr lang="en-US" altLang="en-US" sz="2000" dirty="0"/>
              <a:t> en </a:t>
            </a:r>
            <a:r>
              <a:rPr lang="en-US" altLang="en-US" sz="2000" dirty="0" err="1"/>
              <a:t>alguna</a:t>
            </a:r>
            <a:r>
              <a:rPr lang="en-US" altLang="en-US" sz="2000" dirty="0"/>
              <a:t> </a:t>
            </a:r>
            <a:r>
              <a:rPr lang="en-US" altLang="en-US" sz="2000" dirty="0" err="1"/>
              <a:t>ronda</a:t>
            </a:r>
            <a:br>
              <a:rPr lang="en-US" altLang="en-US" sz="2000" dirty="0"/>
            </a:br>
            <a:r>
              <a:rPr lang="en-US" altLang="en-US" sz="2000" i="1" dirty="0">
                <a:latin typeface="Times New Roman" panose="02020603050405020304" pitchFamily="18" charset="0"/>
                <a:cs typeface="Times New Roman" panose="02020603050405020304" pitchFamily="18" charset="0"/>
              </a:rPr>
              <a:t>t</a:t>
            </a:r>
            <a:r>
              <a:rPr lang="en-US" altLang="en-US" sz="2000" dirty="0">
                <a:latin typeface="Times New Roman" panose="02020603050405020304" pitchFamily="18" charset="0"/>
                <a:cs typeface="Times New Roman" panose="02020603050405020304" pitchFamily="18" charset="0"/>
              </a:rPr>
              <a:t> &gt;</a:t>
            </a:r>
            <a:r>
              <a:rPr lang="en-US" altLang="en-US" sz="2000" dirty="0"/>
              <a:t> </a:t>
            </a:r>
            <a:r>
              <a:rPr lang="en-US" altLang="en-US" sz="2000" dirty="0">
                <a:latin typeface="Times New Roman" panose="02020603050405020304" pitchFamily="18" charset="0"/>
                <a:cs typeface="Times New Roman" panose="02020603050405020304" pitchFamily="18" charset="0"/>
              </a:rPr>
              <a:t>0</a:t>
            </a:r>
            <a:r>
              <a:rPr lang="en-US" altLang="en-US" sz="2000" dirty="0"/>
              <a:t>, </a:t>
            </a:r>
            <a:r>
              <a:rPr lang="en-US" altLang="en-US" sz="2000" dirty="0" err="1"/>
              <a:t>entonces</a:t>
            </a:r>
            <a:r>
              <a:rPr lang="en-US" altLang="en-US" sz="2000" dirty="0"/>
              <a:t> la </a:t>
            </a:r>
            <a:r>
              <a:rPr lang="en-US" altLang="en-US" sz="2000" dirty="0" err="1"/>
              <a:t>negociación</a:t>
            </a:r>
            <a:r>
              <a:rPr lang="en-US" altLang="en-US" sz="2000" dirty="0"/>
              <a:t> </a:t>
            </a:r>
            <a:r>
              <a:rPr lang="en-US" altLang="en-US" sz="2000" dirty="0" err="1"/>
              <a:t>termina</a:t>
            </a:r>
            <a:r>
              <a:rPr lang="en-US" altLang="en-US" sz="2000" dirty="0"/>
              <a:t> con el </a:t>
            </a:r>
            <a:r>
              <a:rPr lang="en-US" altLang="en-US" sz="2000" dirty="0" err="1"/>
              <a:t>trato</a:t>
            </a:r>
            <a:r>
              <a:rPr lang="en-US" altLang="en-US" sz="2000" dirty="0"/>
              <a:t> de </a:t>
            </a:r>
            <a:r>
              <a:rPr lang="en-US" altLang="en-US" sz="2000" dirty="0" err="1"/>
              <a:t>conflicto</a:t>
            </a:r>
            <a:r>
              <a:rPr lang="en-US" altLang="en-US" sz="2000" dirty="0"/>
              <a:t> </a:t>
            </a:r>
          </a:p>
        </p:txBody>
      </p:sp>
    </p:spTree>
    <p:extLst>
      <p:ext uri="{BB962C8B-B14F-4D97-AF65-F5344CB8AC3E}">
        <p14:creationId xmlns:p14="http://schemas.microsoft.com/office/powerpoint/2010/main" val="2286688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AD01605B-5722-4434-AC7C-DFE9104385E0}" type="slidenum">
              <a:rPr lang="en-US" altLang="en-US" smtClean="0"/>
              <a:pPr>
                <a:defRPr/>
              </a:pPr>
              <a:t>41</a:t>
            </a:fld>
            <a:endParaRPr lang="en-US" altLang="en-US" dirty="0"/>
          </a:p>
        </p:txBody>
      </p:sp>
      <p:sp>
        <p:nvSpPr>
          <p:cNvPr id="35843" name="Rectangle 2"/>
          <p:cNvSpPr>
            <a:spLocks noGrp="1" noChangeArrowheads="1"/>
          </p:cNvSpPr>
          <p:nvPr>
            <p:ph type="title"/>
          </p:nvPr>
        </p:nvSpPr>
        <p:spPr/>
        <p:txBody>
          <a:bodyPr/>
          <a:lstStyle/>
          <a:p>
            <a:pPr eaLnBrk="1" hangingPunct="1"/>
            <a:r>
              <a:rPr lang="en-US" altLang="en-US"/>
              <a:t>La estrategia de Zeuthen</a:t>
            </a:r>
          </a:p>
        </p:txBody>
      </p:sp>
      <p:sp>
        <p:nvSpPr>
          <p:cNvPr id="35844" name="Rectangle 3"/>
          <p:cNvSpPr>
            <a:spLocks noGrp="1" noChangeArrowheads="1"/>
          </p:cNvSpPr>
          <p:nvPr>
            <p:ph type="body" idx="1"/>
          </p:nvPr>
        </p:nvSpPr>
        <p:spPr>
          <a:xfrm>
            <a:off x="457200" y="1295400"/>
            <a:ext cx="8229600" cy="5105400"/>
          </a:xfrm>
        </p:spPr>
        <p:txBody>
          <a:bodyPr/>
          <a:lstStyle/>
          <a:p>
            <a:pPr eaLnBrk="1" hangingPunct="1">
              <a:lnSpc>
                <a:spcPct val="90000"/>
              </a:lnSpc>
              <a:buFont typeface="Wingdings" panose="05000000000000000000" pitchFamily="2" charset="2"/>
              <a:buNone/>
            </a:pPr>
            <a:r>
              <a:rPr lang="en-US" altLang="en-US" dirty="0" err="1"/>
              <a:t>Tres</a:t>
            </a:r>
            <a:r>
              <a:rPr lang="en-US" altLang="en-US" dirty="0"/>
              <a:t> </a:t>
            </a:r>
            <a:r>
              <a:rPr lang="en-US" altLang="en-US" dirty="0" err="1"/>
              <a:t>problemas</a:t>
            </a:r>
            <a:r>
              <a:rPr lang="en-US" altLang="en-US" dirty="0"/>
              <a:t>:</a:t>
            </a:r>
            <a:br>
              <a:rPr lang="en-US" altLang="en-US" dirty="0"/>
            </a:br>
            <a:endParaRPr lang="en-US" altLang="en-US" dirty="0"/>
          </a:p>
          <a:p>
            <a:pPr eaLnBrk="1" hangingPunct="1">
              <a:lnSpc>
                <a:spcPct val="90000"/>
              </a:lnSpc>
              <a:spcAft>
                <a:spcPts val="1800"/>
              </a:spcAft>
            </a:pPr>
            <a:r>
              <a:rPr lang="en-US" altLang="en-US" sz="2400" dirty="0"/>
              <a:t>¿</a:t>
            </a:r>
            <a:r>
              <a:rPr lang="en-US" altLang="en-US" sz="2400" dirty="0" err="1"/>
              <a:t>Cuál</a:t>
            </a:r>
            <a:r>
              <a:rPr lang="en-US" altLang="en-US" sz="2400" dirty="0"/>
              <a:t> </a:t>
            </a:r>
            <a:r>
              <a:rPr lang="en-US" altLang="en-US" sz="2400" dirty="0" err="1"/>
              <a:t>debería</a:t>
            </a:r>
            <a:r>
              <a:rPr lang="en-US" altLang="en-US" sz="2400" dirty="0"/>
              <a:t> </a:t>
            </a:r>
            <a:r>
              <a:rPr lang="en-US" altLang="en-US" sz="2400" dirty="0" err="1"/>
              <a:t>ser</a:t>
            </a:r>
            <a:r>
              <a:rPr lang="en-US" altLang="en-US" sz="2400" dirty="0"/>
              <a:t> la </a:t>
            </a:r>
            <a:r>
              <a:rPr lang="en-US" altLang="en-US" sz="2400" dirty="0" err="1"/>
              <a:t>primera</a:t>
            </a:r>
            <a:r>
              <a:rPr lang="en-US" altLang="en-US" sz="2400" dirty="0"/>
              <a:t> </a:t>
            </a:r>
            <a:r>
              <a:rPr lang="en-US" altLang="en-US" sz="2400" dirty="0" err="1"/>
              <a:t>propuesta</a:t>
            </a:r>
            <a:r>
              <a:rPr lang="en-US" altLang="en-US" sz="2400" dirty="0"/>
              <a:t> del </a:t>
            </a:r>
            <a:r>
              <a:rPr lang="en-US" altLang="en-US" sz="2400" dirty="0" err="1"/>
              <a:t>agente</a:t>
            </a:r>
            <a:r>
              <a:rPr lang="en-US" altLang="en-US" sz="2400" dirty="0"/>
              <a:t>?</a:t>
            </a:r>
            <a:br>
              <a:rPr lang="en-US" altLang="en-US" sz="2400" dirty="0"/>
            </a:br>
            <a:br>
              <a:rPr lang="en-US" altLang="en-US" sz="2400" dirty="0"/>
            </a:br>
            <a:r>
              <a:rPr lang="en-US" altLang="en-US" sz="2400" i="1" dirty="0">
                <a:solidFill>
                  <a:srgbClr val="003399"/>
                </a:solidFill>
              </a:rPr>
              <a:t>Su </a:t>
            </a:r>
            <a:r>
              <a:rPr lang="en-US" altLang="en-US" sz="2400" i="1" dirty="0" err="1">
                <a:solidFill>
                  <a:srgbClr val="003399"/>
                </a:solidFill>
              </a:rPr>
              <a:t>trato</a:t>
            </a:r>
            <a:r>
              <a:rPr lang="en-US" altLang="en-US" sz="2400" i="1" dirty="0">
                <a:solidFill>
                  <a:srgbClr val="003399"/>
                </a:solidFill>
              </a:rPr>
              <a:t> </a:t>
            </a:r>
            <a:r>
              <a:rPr lang="en-US" altLang="en-US" sz="2400" i="1" dirty="0" err="1">
                <a:solidFill>
                  <a:srgbClr val="003399"/>
                </a:solidFill>
              </a:rPr>
              <a:t>más</a:t>
            </a:r>
            <a:r>
              <a:rPr lang="en-US" altLang="en-US" sz="2400" i="1" dirty="0">
                <a:solidFill>
                  <a:srgbClr val="003399"/>
                </a:solidFill>
              </a:rPr>
              <a:t> </a:t>
            </a:r>
            <a:r>
              <a:rPr lang="en-US" altLang="en-US" sz="2400" i="1" dirty="0" err="1">
                <a:solidFill>
                  <a:srgbClr val="003399"/>
                </a:solidFill>
              </a:rPr>
              <a:t>preferido</a:t>
            </a:r>
            <a:endParaRPr lang="en-US" altLang="en-US" sz="2400" i="1" dirty="0">
              <a:solidFill>
                <a:srgbClr val="003399"/>
              </a:solidFill>
            </a:endParaRPr>
          </a:p>
          <a:p>
            <a:pPr eaLnBrk="1" hangingPunct="1">
              <a:lnSpc>
                <a:spcPct val="90000"/>
              </a:lnSpc>
              <a:spcAft>
                <a:spcPts val="1800"/>
              </a:spcAft>
            </a:pPr>
            <a:r>
              <a:rPr lang="en-US" altLang="en-US" sz="2400" dirty="0"/>
              <a:t>¿En </a:t>
            </a:r>
            <a:r>
              <a:rPr lang="en-US" altLang="en-US" sz="2400" dirty="0" err="1"/>
              <a:t>cada</a:t>
            </a:r>
            <a:r>
              <a:rPr lang="en-US" altLang="en-US" sz="2400" dirty="0"/>
              <a:t> </a:t>
            </a:r>
            <a:r>
              <a:rPr lang="en-US" altLang="en-US" sz="2400" dirty="0" err="1"/>
              <a:t>ronda</a:t>
            </a:r>
            <a:r>
              <a:rPr lang="en-US" altLang="en-US" sz="2400" dirty="0"/>
              <a:t>, </a:t>
            </a:r>
            <a:r>
              <a:rPr lang="en-US" altLang="en-US" sz="2400" i="1" dirty="0" err="1">
                <a:solidFill>
                  <a:srgbClr val="003399"/>
                </a:solidFill>
              </a:rPr>
              <a:t>quién</a:t>
            </a:r>
            <a:r>
              <a:rPr lang="en-US" altLang="en-US" sz="2400" i="1" dirty="0">
                <a:solidFill>
                  <a:srgbClr val="003399"/>
                </a:solidFill>
              </a:rPr>
              <a:t> </a:t>
            </a:r>
            <a:r>
              <a:rPr lang="en-US" altLang="en-US" sz="2400" i="1" dirty="0" err="1">
                <a:solidFill>
                  <a:srgbClr val="003399"/>
                </a:solidFill>
              </a:rPr>
              <a:t>debería</a:t>
            </a:r>
            <a:r>
              <a:rPr lang="en-US" altLang="en-US" sz="2400" i="1" dirty="0">
                <a:solidFill>
                  <a:srgbClr val="003399"/>
                </a:solidFill>
              </a:rPr>
              <a:t> conceder</a:t>
            </a:r>
            <a:r>
              <a:rPr lang="en-US" altLang="en-US" sz="2400" dirty="0"/>
              <a:t>?</a:t>
            </a:r>
            <a:br>
              <a:rPr lang="en-US" altLang="en-US" sz="2400" dirty="0"/>
            </a:br>
            <a:br>
              <a:rPr lang="en-US" altLang="en-US" sz="2400" i="1" dirty="0"/>
            </a:br>
            <a:r>
              <a:rPr lang="en-US" altLang="en-US" sz="2400" i="1" dirty="0">
                <a:solidFill>
                  <a:srgbClr val="003399"/>
                </a:solidFill>
              </a:rPr>
              <a:t>El </a:t>
            </a:r>
            <a:r>
              <a:rPr lang="en-US" altLang="en-US" sz="2400" i="1" dirty="0" err="1">
                <a:solidFill>
                  <a:srgbClr val="003399"/>
                </a:solidFill>
              </a:rPr>
              <a:t>agente</a:t>
            </a:r>
            <a:r>
              <a:rPr lang="en-US" altLang="en-US" sz="2400" i="1" dirty="0">
                <a:solidFill>
                  <a:srgbClr val="003399"/>
                </a:solidFill>
              </a:rPr>
              <a:t> </a:t>
            </a:r>
            <a:r>
              <a:rPr lang="en-US" altLang="en-US" sz="2400" i="1" dirty="0" err="1">
                <a:solidFill>
                  <a:srgbClr val="003399"/>
                </a:solidFill>
              </a:rPr>
              <a:t>que</a:t>
            </a:r>
            <a:r>
              <a:rPr lang="en-US" altLang="en-US" sz="2400" i="1" dirty="0">
                <a:solidFill>
                  <a:srgbClr val="003399"/>
                </a:solidFill>
              </a:rPr>
              <a:t> </a:t>
            </a:r>
            <a:r>
              <a:rPr lang="en-US" altLang="en-US" sz="2400" i="1" dirty="0" err="1">
                <a:solidFill>
                  <a:srgbClr val="003399"/>
                </a:solidFill>
              </a:rPr>
              <a:t>menos</a:t>
            </a:r>
            <a:r>
              <a:rPr lang="en-US" altLang="en-US" sz="2400" i="1" dirty="0">
                <a:solidFill>
                  <a:srgbClr val="003399"/>
                </a:solidFill>
              </a:rPr>
              <a:t> </a:t>
            </a:r>
            <a:r>
              <a:rPr lang="en-US" altLang="en-US" sz="2400" i="1" dirty="0" err="1">
                <a:solidFill>
                  <a:srgbClr val="003399"/>
                </a:solidFill>
              </a:rPr>
              <a:t>desee</a:t>
            </a:r>
            <a:r>
              <a:rPr lang="en-US" altLang="en-US" sz="2400" i="1" dirty="0">
                <a:solidFill>
                  <a:srgbClr val="003399"/>
                </a:solidFill>
              </a:rPr>
              <a:t> </a:t>
            </a:r>
            <a:r>
              <a:rPr lang="en-US" altLang="en-US" sz="2400" i="1" dirty="0" err="1">
                <a:solidFill>
                  <a:srgbClr val="003399"/>
                </a:solidFill>
              </a:rPr>
              <a:t>arriesgarse</a:t>
            </a:r>
            <a:r>
              <a:rPr lang="en-US" altLang="en-US" sz="2400" i="1" dirty="0">
                <a:solidFill>
                  <a:srgbClr val="003399"/>
                </a:solidFill>
              </a:rPr>
              <a:t> a un </a:t>
            </a:r>
            <a:r>
              <a:rPr lang="en-US" altLang="en-US" sz="2400" i="1" dirty="0" err="1">
                <a:solidFill>
                  <a:srgbClr val="003399"/>
                </a:solidFill>
              </a:rPr>
              <a:t>conflicto</a:t>
            </a:r>
            <a:endParaRPr lang="en-US" altLang="en-US" sz="2400" dirty="0">
              <a:solidFill>
                <a:srgbClr val="003399"/>
              </a:solidFill>
            </a:endParaRPr>
          </a:p>
          <a:p>
            <a:pPr eaLnBrk="1" hangingPunct="1">
              <a:lnSpc>
                <a:spcPct val="90000"/>
              </a:lnSpc>
              <a:spcAft>
                <a:spcPts val="1800"/>
              </a:spcAft>
            </a:pPr>
            <a:r>
              <a:rPr lang="en-US" altLang="en-US" sz="2400" dirty="0"/>
              <a:t>¿Si el </a:t>
            </a:r>
            <a:r>
              <a:rPr lang="en-US" altLang="en-US" sz="2400" dirty="0" err="1"/>
              <a:t>agente</a:t>
            </a:r>
            <a:r>
              <a:rPr lang="en-US" altLang="en-US" sz="2400" dirty="0"/>
              <a:t> concede, </a:t>
            </a:r>
            <a:r>
              <a:rPr lang="en-US" altLang="en-US" sz="2400" i="1" dirty="0" err="1">
                <a:solidFill>
                  <a:srgbClr val="003399"/>
                </a:solidFill>
              </a:rPr>
              <a:t>cuánto</a:t>
            </a:r>
            <a:r>
              <a:rPr lang="en-US" altLang="en-US" sz="2400" i="1" dirty="0"/>
              <a:t> </a:t>
            </a:r>
            <a:r>
              <a:rPr lang="en-US" altLang="en-US" sz="2400" dirty="0" err="1"/>
              <a:t>debería</a:t>
            </a:r>
            <a:r>
              <a:rPr lang="en-US" altLang="en-US" sz="2400" dirty="0"/>
              <a:t>  conceder?</a:t>
            </a:r>
            <a:br>
              <a:rPr lang="en-US" altLang="en-US" sz="2400" dirty="0"/>
            </a:br>
            <a:br>
              <a:rPr lang="en-US" altLang="en-US" sz="2400" dirty="0"/>
            </a:br>
            <a:r>
              <a:rPr lang="en-US" altLang="en-US" sz="2400" i="1" dirty="0">
                <a:solidFill>
                  <a:srgbClr val="003399"/>
                </a:solidFill>
              </a:rPr>
              <a:t>Justo lo </a:t>
            </a:r>
            <a:r>
              <a:rPr lang="en-US" altLang="en-US" sz="2400" i="1" dirty="0" err="1">
                <a:solidFill>
                  <a:srgbClr val="003399"/>
                </a:solidFill>
              </a:rPr>
              <a:t>necesario</a:t>
            </a:r>
            <a:r>
              <a:rPr lang="en-US" altLang="en-US" sz="2400" i="1" dirty="0">
                <a:solidFill>
                  <a:srgbClr val="003399"/>
                </a:solidFill>
              </a:rPr>
              <a:t> para </a:t>
            </a:r>
            <a:r>
              <a:rPr lang="en-US" altLang="en-US" sz="2400" i="1" dirty="0" err="1">
                <a:solidFill>
                  <a:srgbClr val="003399"/>
                </a:solidFill>
              </a:rPr>
              <a:t>cambiar</a:t>
            </a:r>
            <a:r>
              <a:rPr lang="en-US" altLang="en-US" sz="2400" i="1" dirty="0">
                <a:solidFill>
                  <a:srgbClr val="003399"/>
                </a:solidFill>
              </a:rPr>
              <a:t> el balance del </a:t>
            </a:r>
            <a:r>
              <a:rPr lang="en-US" altLang="en-US" sz="2400" i="1" dirty="0" err="1">
                <a:solidFill>
                  <a:srgbClr val="003399"/>
                </a:solidFill>
              </a:rPr>
              <a:t>riesgo</a:t>
            </a:r>
            <a:r>
              <a:rPr lang="en-US" altLang="en-US" sz="2400" i="1" dirty="0">
                <a:solidFill>
                  <a:srgbClr val="003399"/>
                </a:solidFill>
              </a:rPr>
              <a:t> de </a:t>
            </a:r>
            <a:r>
              <a:rPr lang="en-US" altLang="en-US" sz="2400" i="1" dirty="0" err="1">
                <a:solidFill>
                  <a:srgbClr val="003399"/>
                </a:solidFill>
              </a:rPr>
              <a:t>conflicto</a:t>
            </a:r>
            <a:endParaRPr lang="en-US" altLang="en-US" sz="2400" dirty="0">
              <a:solidFill>
                <a:srgbClr val="003399"/>
              </a:solidFill>
            </a:endParaRPr>
          </a:p>
        </p:txBody>
      </p:sp>
    </p:spTree>
    <p:extLst>
      <p:ext uri="{BB962C8B-B14F-4D97-AF65-F5344CB8AC3E}">
        <p14:creationId xmlns:p14="http://schemas.microsoft.com/office/powerpoint/2010/main" val="3425605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FC8E43A9-4E6C-4A10-9D05-4417033641E6}" type="slidenum">
              <a:rPr lang="en-US" altLang="en-US" smtClean="0"/>
              <a:pPr>
                <a:defRPr/>
              </a:pPr>
              <a:t>42</a:t>
            </a:fld>
            <a:endParaRPr lang="en-US" altLang="en-US" dirty="0"/>
          </a:p>
        </p:txBody>
      </p:sp>
      <p:sp>
        <p:nvSpPr>
          <p:cNvPr id="36867" name="Rectangle 2"/>
          <p:cNvSpPr>
            <a:spLocks noGrp="1" noChangeArrowheads="1"/>
          </p:cNvSpPr>
          <p:nvPr>
            <p:ph type="title"/>
          </p:nvPr>
        </p:nvSpPr>
        <p:spPr/>
        <p:txBody>
          <a:bodyPr/>
          <a:lstStyle/>
          <a:p>
            <a:pPr eaLnBrk="1" hangingPunct="1"/>
            <a:r>
              <a:rPr lang="en-US" altLang="en-US"/>
              <a:t>Deseo de Arriesgar Conflicto</a:t>
            </a:r>
          </a:p>
        </p:txBody>
      </p:sp>
      <p:sp>
        <p:nvSpPr>
          <p:cNvPr id="36868" name="Rectangle 3"/>
          <p:cNvSpPr>
            <a:spLocks noGrp="1" noChangeArrowheads="1"/>
          </p:cNvSpPr>
          <p:nvPr>
            <p:ph type="body" idx="1"/>
          </p:nvPr>
        </p:nvSpPr>
        <p:spPr>
          <a:xfrm>
            <a:off x="457200" y="1447800"/>
            <a:ext cx="8229600" cy="5029200"/>
          </a:xfrm>
        </p:spPr>
        <p:txBody>
          <a:bodyPr/>
          <a:lstStyle/>
          <a:p>
            <a:pPr eaLnBrk="1" hangingPunct="1">
              <a:lnSpc>
                <a:spcPct val="90000"/>
              </a:lnSpc>
              <a:spcAft>
                <a:spcPts val="1200"/>
              </a:spcAft>
            </a:pPr>
            <a:r>
              <a:rPr lang="en-US" altLang="en-US" sz="2800" dirty="0" err="1"/>
              <a:t>Suponga</a:t>
            </a:r>
            <a:r>
              <a:rPr lang="en-US" altLang="en-US" sz="2800" dirty="0"/>
              <a:t> </a:t>
            </a:r>
            <a:r>
              <a:rPr lang="en-US" altLang="en-US" sz="2800" dirty="0" err="1"/>
              <a:t>que</a:t>
            </a:r>
            <a:r>
              <a:rPr lang="en-US" altLang="en-US" sz="2800" dirty="0"/>
              <a:t> </a:t>
            </a:r>
            <a:r>
              <a:rPr lang="en-US" altLang="en-US" sz="2800" dirty="0" err="1"/>
              <a:t>Ud</a:t>
            </a:r>
            <a:r>
              <a:rPr lang="en-US" altLang="en-US" sz="2800" dirty="0"/>
              <a:t>. concede  un </a:t>
            </a:r>
            <a:r>
              <a:rPr lang="en-US" altLang="en-US" sz="2800" i="1" dirty="0" err="1">
                <a:solidFill>
                  <a:srgbClr val="003399"/>
                </a:solidFill>
              </a:rPr>
              <a:t>montón</a:t>
            </a:r>
            <a:r>
              <a:rPr lang="en-US" altLang="en-US" sz="2800" dirty="0"/>
              <a:t>. </a:t>
            </a:r>
            <a:r>
              <a:rPr lang="en-US" altLang="en-US" sz="2800" dirty="0" err="1"/>
              <a:t>Entonces</a:t>
            </a:r>
            <a:r>
              <a:rPr lang="en-US" altLang="en-US" sz="2800" dirty="0"/>
              <a:t>:</a:t>
            </a:r>
          </a:p>
          <a:p>
            <a:pPr lvl="1" eaLnBrk="1" hangingPunct="1">
              <a:lnSpc>
                <a:spcPct val="90000"/>
              </a:lnSpc>
              <a:spcAft>
                <a:spcPts val="1200"/>
              </a:spcAft>
            </a:pPr>
            <a:r>
              <a:rPr lang="en-US" altLang="en-US" sz="2400" dirty="0"/>
              <a:t>Su </a:t>
            </a:r>
            <a:r>
              <a:rPr lang="en-US" altLang="en-US" sz="2400" dirty="0" err="1"/>
              <a:t>proposición</a:t>
            </a:r>
            <a:r>
              <a:rPr lang="en-US" altLang="en-US" sz="2400" dirty="0"/>
              <a:t> se </a:t>
            </a:r>
            <a:r>
              <a:rPr lang="en-US" altLang="en-US" sz="2400" dirty="0" err="1"/>
              <a:t>acerca</a:t>
            </a:r>
            <a:r>
              <a:rPr lang="en-US" altLang="en-US" sz="2400" dirty="0"/>
              <a:t> </a:t>
            </a:r>
            <a:r>
              <a:rPr lang="en-US" altLang="en-US" sz="2400" dirty="0" err="1"/>
              <a:t>ahora</a:t>
            </a:r>
            <a:r>
              <a:rPr lang="en-US" altLang="en-US" sz="2400" dirty="0"/>
              <a:t> al </a:t>
            </a:r>
            <a:r>
              <a:rPr lang="en-US" altLang="en-US" sz="2400" dirty="0" err="1"/>
              <a:t>trato</a:t>
            </a:r>
            <a:r>
              <a:rPr lang="en-US" altLang="en-US" sz="2400" dirty="0"/>
              <a:t> de </a:t>
            </a:r>
            <a:r>
              <a:rPr lang="en-US" altLang="en-US" sz="2400" dirty="0" err="1"/>
              <a:t>conflicto</a:t>
            </a:r>
            <a:endParaRPr lang="en-US" altLang="en-US" sz="2400" dirty="0"/>
          </a:p>
          <a:p>
            <a:pPr lvl="1" eaLnBrk="1" hangingPunct="1">
              <a:lnSpc>
                <a:spcPct val="90000"/>
              </a:lnSpc>
              <a:spcAft>
                <a:spcPts val="1200"/>
              </a:spcAft>
            </a:pPr>
            <a:r>
              <a:rPr lang="en-US" altLang="en-US" sz="2400" dirty="0"/>
              <a:t>Si </a:t>
            </a:r>
            <a:r>
              <a:rPr lang="en-US" altLang="en-US" sz="2400" dirty="0" err="1"/>
              <a:t>ocurre</a:t>
            </a:r>
            <a:r>
              <a:rPr lang="en-US" altLang="en-US" sz="2400" dirty="0"/>
              <a:t> el </a:t>
            </a:r>
            <a:r>
              <a:rPr lang="en-US" altLang="en-US" sz="2400" dirty="0" err="1"/>
              <a:t>conflicto</a:t>
            </a:r>
            <a:r>
              <a:rPr lang="en-US" altLang="en-US" sz="2400" dirty="0"/>
              <a:t>, </a:t>
            </a:r>
            <a:r>
              <a:rPr lang="en-US" altLang="en-US" sz="2400" dirty="0" err="1"/>
              <a:t>Ud</a:t>
            </a:r>
            <a:r>
              <a:rPr lang="en-US" altLang="en-US" sz="2400" dirty="0"/>
              <a:t>. no </a:t>
            </a:r>
            <a:r>
              <a:rPr lang="en-US" altLang="en-US" sz="2400" dirty="0" err="1"/>
              <a:t>estará</a:t>
            </a:r>
            <a:r>
              <a:rPr lang="en-US" altLang="en-US" sz="2400" dirty="0"/>
              <a:t> mucho </a:t>
            </a:r>
            <a:r>
              <a:rPr lang="en-US" altLang="en-US" sz="2400" dirty="0" err="1"/>
              <a:t>más</a:t>
            </a:r>
            <a:r>
              <a:rPr lang="en-US" altLang="en-US" sz="2400" dirty="0"/>
              <a:t> mal</a:t>
            </a:r>
          </a:p>
          <a:p>
            <a:pPr lvl="1" eaLnBrk="1" hangingPunct="1">
              <a:lnSpc>
                <a:spcPct val="90000"/>
              </a:lnSpc>
              <a:spcAft>
                <a:spcPts val="1200"/>
              </a:spcAft>
            </a:pPr>
            <a:r>
              <a:rPr lang="en-US" altLang="en-US" sz="2400" dirty="0" err="1"/>
              <a:t>Ud</a:t>
            </a:r>
            <a:r>
              <a:rPr lang="en-US" altLang="en-US" sz="2400" dirty="0"/>
              <a:t>. </a:t>
            </a:r>
            <a:r>
              <a:rPr lang="en-US" altLang="en-US" sz="2400" dirty="0" err="1"/>
              <a:t>está</a:t>
            </a:r>
            <a:r>
              <a:rPr lang="en-US" altLang="en-US" sz="2400" dirty="0"/>
              <a:t>  </a:t>
            </a:r>
            <a:r>
              <a:rPr lang="en-US" altLang="en-US" sz="2400" i="1" dirty="0" err="1">
                <a:solidFill>
                  <a:srgbClr val="003399"/>
                </a:solidFill>
              </a:rPr>
              <a:t>más</a:t>
            </a:r>
            <a:r>
              <a:rPr lang="en-US" altLang="en-US" sz="2400" i="1" dirty="0">
                <a:solidFill>
                  <a:srgbClr val="003399"/>
                </a:solidFill>
              </a:rPr>
              <a:t> </a:t>
            </a:r>
            <a:r>
              <a:rPr lang="en-US" altLang="en-US" sz="2400" i="1" dirty="0" err="1">
                <a:solidFill>
                  <a:srgbClr val="003399"/>
                </a:solidFill>
              </a:rPr>
              <a:t>deseoso</a:t>
            </a:r>
            <a:r>
              <a:rPr lang="en-US" altLang="en-US" sz="2400" i="1" dirty="0"/>
              <a:t> </a:t>
            </a:r>
            <a:r>
              <a:rPr lang="en-US" altLang="en-US" sz="2400" dirty="0"/>
              <a:t>de </a:t>
            </a:r>
            <a:r>
              <a:rPr lang="en-US" altLang="en-US" sz="2400" dirty="0" err="1"/>
              <a:t>arriesgar</a:t>
            </a:r>
            <a:r>
              <a:rPr lang="en-US" altLang="en-US" sz="2400" dirty="0"/>
              <a:t> </a:t>
            </a:r>
            <a:r>
              <a:rPr lang="en-US" altLang="en-US" sz="2400" dirty="0" err="1"/>
              <a:t>conflicto</a:t>
            </a:r>
            <a:endParaRPr lang="en-US" altLang="en-US" sz="2400" dirty="0"/>
          </a:p>
          <a:p>
            <a:pPr eaLnBrk="1" hangingPunct="1">
              <a:lnSpc>
                <a:spcPct val="90000"/>
              </a:lnSpc>
              <a:spcAft>
                <a:spcPts val="1200"/>
              </a:spcAft>
            </a:pPr>
            <a:r>
              <a:rPr lang="en-US" altLang="en-US" sz="2800" dirty="0"/>
              <a:t>Un </a:t>
            </a:r>
            <a:r>
              <a:rPr lang="en-US" altLang="en-US" sz="2800" dirty="0" err="1"/>
              <a:t>agente</a:t>
            </a:r>
            <a:r>
              <a:rPr lang="en-US" altLang="en-US" sz="2800" dirty="0"/>
              <a:t> </a:t>
            </a:r>
            <a:r>
              <a:rPr lang="en-US" altLang="en-US" sz="2800" dirty="0" err="1"/>
              <a:t>va</a:t>
            </a:r>
            <a:r>
              <a:rPr lang="en-US" altLang="en-US" sz="2800" dirty="0"/>
              <a:t> a </a:t>
            </a:r>
            <a:r>
              <a:rPr lang="en-US" altLang="en-US" sz="2800" dirty="0" err="1"/>
              <a:t>estar</a:t>
            </a:r>
            <a:r>
              <a:rPr lang="en-US" altLang="en-US" sz="2800" dirty="0"/>
              <a:t> </a:t>
            </a:r>
            <a:r>
              <a:rPr lang="en-US" altLang="en-US" sz="2800" i="1" dirty="0" err="1">
                <a:solidFill>
                  <a:srgbClr val="003399"/>
                </a:solidFill>
              </a:rPr>
              <a:t>más</a:t>
            </a:r>
            <a:r>
              <a:rPr lang="en-US" altLang="en-US" sz="2800" i="1" dirty="0">
                <a:solidFill>
                  <a:srgbClr val="003399"/>
                </a:solidFill>
              </a:rPr>
              <a:t> </a:t>
            </a:r>
            <a:r>
              <a:rPr lang="en-US" altLang="en-US" sz="2800" i="1" dirty="0" err="1">
                <a:solidFill>
                  <a:srgbClr val="003399"/>
                </a:solidFill>
              </a:rPr>
              <a:t>deseoso</a:t>
            </a:r>
            <a:r>
              <a:rPr lang="en-US" altLang="en-US" sz="2800" i="1" dirty="0"/>
              <a:t> </a:t>
            </a:r>
            <a:r>
              <a:rPr lang="en-US" altLang="en-US" sz="2800" dirty="0"/>
              <a:t>de </a:t>
            </a:r>
            <a:r>
              <a:rPr lang="en-US" altLang="en-US" sz="2800" dirty="0" err="1"/>
              <a:t>arriesgar</a:t>
            </a:r>
            <a:r>
              <a:rPr lang="en-US" altLang="en-US" sz="2800" dirty="0"/>
              <a:t> </a:t>
            </a:r>
            <a:r>
              <a:rPr lang="en-US" altLang="en-US" sz="2800" dirty="0" err="1"/>
              <a:t>conflicto</a:t>
            </a:r>
            <a:r>
              <a:rPr lang="en-US" altLang="en-US" sz="2800" dirty="0"/>
              <a:t> </a:t>
            </a:r>
            <a:r>
              <a:rPr lang="en-US" altLang="en-US" sz="2800" dirty="0" err="1"/>
              <a:t>si</a:t>
            </a:r>
            <a:r>
              <a:rPr lang="en-US" altLang="en-US" sz="2800" dirty="0"/>
              <a:t> la </a:t>
            </a:r>
            <a:r>
              <a:rPr lang="en-US" altLang="en-US" sz="2800" dirty="0" err="1"/>
              <a:t>diferencia</a:t>
            </a:r>
            <a:r>
              <a:rPr lang="en-US" altLang="en-US" sz="2800" dirty="0"/>
              <a:t> entre la </a:t>
            </a:r>
            <a:r>
              <a:rPr lang="en-US" altLang="en-US" sz="2800" dirty="0" err="1"/>
              <a:t>utilidad</a:t>
            </a:r>
            <a:r>
              <a:rPr lang="en-US" altLang="en-US" sz="2800" dirty="0"/>
              <a:t> de </a:t>
            </a:r>
            <a:r>
              <a:rPr lang="en-US" altLang="en-US" sz="2800" dirty="0" err="1"/>
              <a:t>su</a:t>
            </a:r>
            <a:r>
              <a:rPr lang="en-US" altLang="en-US" sz="2800" dirty="0"/>
              <a:t> actual </a:t>
            </a:r>
            <a:r>
              <a:rPr lang="en-US" altLang="en-US" sz="2800" dirty="0" err="1"/>
              <a:t>propuesta</a:t>
            </a:r>
            <a:r>
              <a:rPr lang="en-US" altLang="en-US" sz="2800" dirty="0"/>
              <a:t> y la del </a:t>
            </a:r>
            <a:r>
              <a:rPr lang="en-US" altLang="en-US" sz="2800" dirty="0" err="1"/>
              <a:t>trato</a:t>
            </a:r>
            <a:r>
              <a:rPr lang="en-US" altLang="en-US" sz="2800" dirty="0"/>
              <a:t> de </a:t>
            </a:r>
            <a:r>
              <a:rPr lang="en-US" altLang="en-US" sz="2800" dirty="0" err="1"/>
              <a:t>conflicto</a:t>
            </a:r>
            <a:r>
              <a:rPr lang="en-US" altLang="en-US" sz="2800" dirty="0"/>
              <a:t> </a:t>
            </a:r>
            <a:r>
              <a:rPr lang="en-US" altLang="en-US" sz="2800" dirty="0" err="1"/>
              <a:t>es</a:t>
            </a:r>
            <a:r>
              <a:rPr lang="en-US" altLang="en-US" sz="2800" dirty="0"/>
              <a:t> </a:t>
            </a:r>
            <a:r>
              <a:rPr lang="en-US" altLang="en-US" sz="2800" i="1" dirty="0" err="1">
                <a:solidFill>
                  <a:srgbClr val="003399"/>
                </a:solidFill>
              </a:rPr>
              <a:t>pequeña</a:t>
            </a:r>
            <a:endParaRPr lang="en-US" altLang="en-US" sz="2800" dirty="0">
              <a:solidFill>
                <a:srgbClr val="003399"/>
              </a:solidFill>
            </a:endParaRPr>
          </a:p>
          <a:p>
            <a:pPr eaLnBrk="1" hangingPunct="1">
              <a:lnSpc>
                <a:spcPct val="90000"/>
              </a:lnSpc>
            </a:pPr>
            <a:endParaRPr lang="en-US" altLang="en-US" dirty="0">
              <a:solidFill>
                <a:srgbClr val="003399"/>
              </a:solidFill>
            </a:endParaRPr>
          </a:p>
        </p:txBody>
      </p:sp>
    </p:spTree>
    <p:extLst>
      <p:ext uri="{BB962C8B-B14F-4D97-AF65-F5344CB8AC3E}">
        <p14:creationId xmlns:p14="http://schemas.microsoft.com/office/powerpoint/2010/main" val="745093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Marcador de número de diapositiva 5"/>
          <p:cNvSpPr>
            <a:spLocks noGrp="1"/>
          </p:cNvSpPr>
          <p:nvPr>
            <p:ph type="sldNum" sz="quarter" idx="12"/>
          </p:nvPr>
        </p:nvSpPr>
        <p:spPr/>
        <p:txBody>
          <a:bodyPr/>
          <a:lstStyle/>
          <a:p>
            <a:pPr>
              <a:defRPr/>
            </a:pPr>
            <a:fld id="{283E5F52-904D-45F4-89DE-D4F96DD23CB0}" type="slidenum">
              <a:rPr lang="en-US" altLang="en-US" smtClean="0"/>
              <a:pPr>
                <a:defRPr/>
              </a:pPr>
              <a:t>43</a:t>
            </a:fld>
            <a:endParaRPr lang="en-US" altLang="en-US" dirty="0"/>
          </a:p>
        </p:txBody>
      </p:sp>
      <p:sp>
        <p:nvSpPr>
          <p:cNvPr id="37891" name="Rectangle 2"/>
          <p:cNvSpPr>
            <a:spLocks noGrp="1" noChangeArrowheads="1"/>
          </p:cNvSpPr>
          <p:nvPr>
            <p:ph type="title"/>
          </p:nvPr>
        </p:nvSpPr>
        <p:spPr/>
        <p:txBody>
          <a:bodyPr/>
          <a:lstStyle/>
          <a:p>
            <a:pPr eaLnBrk="1" hangingPunct="1"/>
            <a:r>
              <a:rPr lang="en-US" altLang="en-US"/>
              <a:t>Deseo de Arriesgar Conflicto</a:t>
            </a:r>
          </a:p>
        </p:txBody>
      </p:sp>
      <p:sp>
        <p:nvSpPr>
          <p:cNvPr id="37892" name="Rectangle 3"/>
          <p:cNvSpPr>
            <a:spLocks noGrp="1" noChangeArrowheads="1"/>
          </p:cNvSpPr>
          <p:nvPr>
            <p:ph type="body" idx="1"/>
          </p:nvPr>
        </p:nvSpPr>
        <p:spPr>
          <a:xfrm>
            <a:off x="457200" y="1447800"/>
            <a:ext cx="8229600" cy="5029200"/>
          </a:xfrm>
        </p:spPr>
        <p:txBody>
          <a:bodyPr/>
          <a:lstStyle/>
          <a:p>
            <a:pPr eaLnBrk="1" hangingPunct="1"/>
            <a:r>
              <a:rPr lang="en-US" altLang="en-US" sz="2400" dirty="0"/>
              <a:t>El </a:t>
            </a:r>
            <a:r>
              <a:rPr lang="en-US" altLang="en-US" sz="2400" dirty="0" err="1"/>
              <a:t>deseo</a:t>
            </a:r>
            <a:r>
              <a:rPr lang="en-US" altLang="en-US" sz="2400" dirty="0"/>
              <a:t> del </a:t>
            </a:r>
            <a:r>
              <a:rPr lang="en-US" altLang="en-US" sz="2400" dirty="0" err="1"/>
              <a:t>agente</a:t>
            </a:r>
            <a:r>
              <a:rPr lang="en-US" altLang="en-US" sz="2400" dirty="0"/>
              <a:t> </a:t>
            </a:r>
            <a:r>
              <a:rPr lang="en-US" altLang="en-US" sz="2400" i="1" dirty="0" err="1"/>
              <a:t>i</a:t>
            </a:r>
            <a:r>
              <a:rPr lang="en-US" altLang="en-US" sz="2400" dirty="0"/>
              <a:t> de </a:t>
            </a:r>
            <a:r>
              <a:rPr lang="en-US" altLang="en-US" sz="2400" dirty="0" err="1"/>
              <a:t>arriesgar</a:t>
            </a:r>
            <a:r>
              <a:rPr lang="en-US" altLang="en-US" sz="2400" dirty="0"/>
              <a:t> </a:t>
            </a:r>
            <a:r>
              <a:rPr lang="en-US" altLang="en-US" sz="2400" dirty="0" err="1"/>
              <a:t>conflicto</a:t>
            </a:r>
            <a:r>
              <a:rPr lang="en-US" altLang="en-US" sz="2400" dirty="0"/>
              <a:t> en la </a:t>
            </a:r>
            <a:r>
              <a:rPr lang="en-US" altLang="en-US" sz="2400" dirty="0" err="1"/>
              <a:t>ronda</a:t>
            </a:r>
            <a:r>
              <a:rPr lang="en-US" altLang="en-US" sz="2400" dirty="0"/>
              <a:t> </a:t>
            </a:r>
            <a:r>
              <a:rPr lang="en-US" altLang="en-US" sz="2400" i="1" dirty="0"/>
              <a:t>t</a:t>
            </a:r>
            <a:r>
              <a:rPr lang="en-US" altLang="en-US" sz="2400" dirty="0"/>
              <a:t> </a:t>
            </a:r>
            <a:r>
              <a:rPr lang="en-US" altLang="en-US" sz="2400" dirty="0" err="1"/>
              <a:t>es</a:t>
            </a:r>
            <a:r>
              <a:rPr lang="en-US" altLang="en-US" sz="2400" dirty="0"/>
              <a:t> </a:t>
            </a:r>
            <a:r>
              <a:rPr lang="en-US" altLang="en-US" sz="2400" dirty="0" err="1"/>
              <a:t>medido</a:t>
            </a:r>
            <a:r>
              <a:rPr lang="en-US" altLang="en-US" sz="2400" dirty="0"/>
              <a:t> </a:t>
            </a:r>
            <a:r>
              <a:rPr lang="en-US" altLang="en-US" sz="2400" dirty="0" err="1"/>
              <a:t>como</a:t>
            </a:r>
            <a:r>
              <a:rPr lang="en-US" altLang="en-US" sz="2400" dirty="0"/>
              <a:t>:</a:t>
            </a:r>
            <a:endParaRPr lang="en-US" altLang="en-US" sz="2400" dirty="0">
              <a:solidFill>
                <a:srgbClr val="003399"/>
              </a:solidFill>
            </a:endParaRPr>
          </a:p>
          <a:p>
            <a:pPr eaLnBrk="1" hangingPunct="1"/>
            <a:endParaRPr lang="en-US" altLang="en-US" dirty="0">
              <a:solidFill>
                <a:srgbClr val="003399"/>
              </a:solidFill>
            </a:endParaRPr>
          </a:p>
        </p:txBody>
      </p:sp>
      <p:graphicFrame>
        <p:nvGraphicFramePr>
          <p:cNvPr id="37893" name="Object 4"/>
          <p:cNvGraphicFramePr>
            <a:graphicFrameLocks noChangeAspect="1"/>
          </p:cNvGraphicFramePr>
          <p:nvPr>
            <p:extLst/>
          </p:nvPr>
        </p:nvGraphicFramePr>
        <p:xfrm>
          <a:off x="1447800" y="2424762"/>
          <a:ext cx="6699493" cy="720000"/>
        </p:xfrm>
        <a:graphic>
          <a:graphicData uri="http://schemas.openxmlformats.org/presentationml/2006/ole">
            <mc:AlternateContent xmlns:mc="http://schemas.openxmlformats.org/markup-compatibility/2006">
              <mc:Choice xmlns:v="urn:schemas-microsoft-com:vml" Requires="v">
                <p:oleObj spid="_x0000_s1032" name="Ecuación" r:id="rId4" imgW="4013200" imgH="431800" progId="Equation.3">
                  <p:embed/>
                </p:oleObj>
              </mc:Choice>
              <mc:Fallback>
                <p:oleObj name="Ecuación" r:id="rId4" imgW="40132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424762"/>
                        <a:ext cx="6699493" cy="720000"/>
                      </a:xfrm>
                      <a:prstGeom prst="rect">
                        <a:avLst/>
                      </a:prstGeom>
                      <a:noFill/>
                      <a:ln>
                        <a:noFill/>
                      </a:ln>
                      <a:effectLst/>
                      <a:extLst/>
                    </p:spPr>
                  </p:pic>
                </p:oleObj>
              </mc:Fallback>
            </mc:AlternateContent>
          </a:graphicData>
        </a:graphic>
      </p:graphicFrame>
      <p:graphicFrame>
        <p:nvGraphicFramePr>
          <p:cNvPr id="6" name="Object 4"/>
          <p:cNvGraphicFramePr>
            <a:graphicFrameLocks noChangeAspect="1"/>
          </p:cNvGraphicFramePr>
          <p:nvPr>
            <p:extLst/>
          </p:nvPr>
        </p:nvGraphicFramePr>
        <p:xfrm>
          <a:off x="1524000" y="3473724"/>
          <a:ext cx="5418448" cy="1296000"/>
        </p:xfrm>
        <a:graphic>
          <a:graphicData uri="http://schemas.openxmlformats.org/presentationml/2006/ole">
            <mc:AlternateContent xmlns:mc="http://schemas.openxmlformats.org/markup-compatibility/2006">
              <mc:Choice xmlns:v="urn:schemas-microsoft-com:vml" Requires="v">
                <p:oleObj spid="_x0000_s1033" name="Ecuación" r:id="rId6" imgW="3289300" imgH="787400" progId="Equation.3">
                  <p:embed/>
                </p:oleObj>
              </mc:Choice>
              <mc:Fallback>
                <p:oleObj name="Ecuación" r:id="rId6" imgW="3289300" imgH="787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3473724"/>
                        <a:ext cx="5418448" cy="1296000"/>
                      </a:xfrm>
                      <a:prstGeom prst="rect">
                        <a:avLst/>
                      </a:prstGeom>
                      <a:noFill/>
                      <a:ln>
                        <a:noFill/>
                      </a:ln>
                      <a:effectLst/>
                      <a:extLst/>
                    </p:spPr>
                  </p:pic>
                </p:oleObj>
              </mc:Fallback>
            </mc:AlternateContent>
          </a:graphicData>
        </a:graphic>
      </p:graphicFrame>
      <p:sp>
        <p:nvSpPr>
          <p:cNvPr id="7" name="AutoShape 5"/>
          <p:cNvSpPr>
            <a:spLocks/>
          </p:cNvSpPr>
          <p:nvPr/>
        </p:nvSpPr>
        <p:spPr bwMode="auto">
          <a:xfrm>
            <a:off x="2819400" y="3429000"/>
            <a:ext cx="152400" cy="1371600"/>
          </a:xfrm>
          <a:prstGeom prst="leftBrace">
            <a:avLst>
              <a:gd name="adj1" fmla="val 2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CL"/>
          </a:p>
        </p:txBody>
      </p:sp>
      <p:sp>
        <p:nvSpPr>
          <p:cNvPr id="2" name="CuadroTexto 1"/>
          <p:cNvSpPr txBox="1"/>
          <p:nvPr/>
        </p:nvSpPr>
        <p:spPr>
          <a:xfrm>
            <a:off x="304800" y="5202970"/>
            <a:ext cx="8839200" cy="923330"/>
          </a:xfrm>
          <a:prstGeom prst="rect">
            <a:avLst/>
          </a:prstGeom>
          <a:noFill/>
        </p:spPr>
        <p:txBody>
          <a:bodyPr wrap="square" rtlCol="0">
            <a:spAutoFit/>
          </a:bodyPr>
          <a:lstStyle/>
          <a:p>
            <a:r>
              <a:rPr lang="es-CL" dirty="0"/>
              <a:t>Notar que a </a:t>
            </a:r>
            <a:r>
              <a:rPr lang="es-CL" u="sng" dirty="0"/>
              <a:t>mayor</a:t>
            </a:r>
            <a:r>
              <a:rPr lang="es-CL" dirty="0"/>
              <a:t> riesgo, </a:t>
            </a:r>
            <a:r>
              <a:rPr lang="es-CL" u="sng" dirty="0"/>
              <a:t>más</a:t>
            </a:r>
            <a:r>
              <a:rPr lang="es-CL" dirty="0"/>
              <a:t> deseo de arriesgar conflicto (</a:t>
            </a:r>
            <a:r>
              <a:rPr lang="es-CL" u="sng" dirty="0"/>
              <a:t>menos</a:t>
            </a:r>
            <a:r>
              <a:rPr lang="es-CL" dirty="0"/>
              <a:t> deseo de ceder)</a:t>
            </a:r>
          </a:p>
          <a:p>
            <a:endParaRPr lang="es-CL" dirty="0"/>
          </a:p>
          <a:p>
            <a:r>
              <a:rPr lang="es-CL" dirty="0"/>
              <a:t>Notar que a </a:t>
            </a:r>
            <a:r>
              <a:rPr lang="es-CL" u="sng" dirty="0"/>
              <a:t>menor</a:t>
            </a:r>
            <a:r>
              <a:rPr lang="es-CL" dirty="0"/>
              <a:t> riesgo, </a:t>
            </a:r>
            <a:r>
              <a:rPr lang="es-CL" u="sng" dirty="0"/>
              <a:t>menos</a:t>
            </a:r>
            <a:r>
              <a:rPr lang="es-CL" dirty="0"/>
              <a:t> deseo de arriesgar conflicto (</a:t>
            </a:r>
            <a:r>
              <a:rPr lang="es-CL" u="sng" dirty="0"/>
              <a:t>más</a:t>
            </a:r>
            <a:r>
              <a:rPr lang="es-CL" dirty="0"/>
              <a:t> deseo de ceder)</a:t>
            </a:r>
          </a:p>
        </p:txBody>
      </p:sp>
    </p:spTree>
    <p:extLst>
      <p:ext uri="{BB962C8B-B14F-4D97-AF65-F5344CB8AC3E}">
        <p14:creationId xmlns:p14="http://schemas.microsoft.com/office/powerpoint/2010/main" val="1541629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5"/>
          <p:cNvSpPr>
            <a:spLocks noGrp="1"/>
          </p:cNvSpPr>
          <p:nvPr>
            <p:ph type="sldNum" sz="quarter" idx="12"/>
          </p:nvPr>
        </p:nvSpPr>
        <p:spPr/>
        <p:txBody>
          <a:bodyPr/>
          <a:lstStyle/>
          <a:p>
            <a:pPr>
              <a:defRPr/>
            </a:pPr>
            <a:fld id="{02769A20-2F44-456C-8CAE-9A373DE5A4D0}" type="slidenum">
              <a:rPr lang="en-US" altLang="en-US" smtClean="0"/>
              <a:pPr>
                <a:defRPr/>
              </a:pPr>
              <a:t>44</a:t>
            </a:fld>
            <a:endParaRPr lang="en-US" altLang="en-US" dirty="0"/>
          </a:p>
        </p:txBody>
      </p:sp>
      <p:sp>
        <p:nvSpPr>
          <p:cNvPr id="39939" name="Rectangle 2"/>
          <p:cNvSpPr>
            <a:spLocks noGrp="1" noChangeArrowheads="1"/>
          </p:cNvSpPr>
          <p:nvPr>
            <p:ph type="title"/>
          </p:nvPr>
        </p:nvSpPr>
        <p:spPr/>
        <p:txBody>
          <a:bodyPr/>
          <a:lstStyle/>
          <a:p>
            <a:pPr eaLnBrk="1" hangingPunct="1"/>
            <a:r>
              <a:rPr lang="en-US" altLang="en-US"/>
              <a:t>Equilibrio de Nash, nuevamente…</a:t>
            </a:r>
          </a:p>
        </p:txBody>
      </p:sp>
      <p:sp>
        <p:nvSpPr>
          <p:cNvPr id="39940" name="Rectangle 3"/>
          <p:cNvSpPr>
            <a:spLocks noGrp="1" noChangeArrowheads="1"/>
          </p:cNvSpPr>
          <p:nvPr>
            <p:ph type="body" idx="1"/>
          </p:nvPr>
        </p:nvSpPr>
        <p:spPr>
          <a:xfrm>
            <a:off x="304800" y="1066800"/>
            <a:ext cx="8534400" cy="5105400"/>
          </a:xfrm>
        </p:spPr>
        <p:txBody>
          <a:bodyPr/>
          <a:lstStyle/>
          <a:p>
            <a:pPr eaLnBrk="1" hangingPunct="1">
              <a:spcAft>
                <a:spcPts val="1200"/>
              </a:spcAft>
            </a:pPr>
            <a:r>
              <a:rPr lang="en-US" altLang="en-US" sz="2600" dirty="0"/>
              <a:t>La </a:t>
            </a:r>
            <a:r>
              <a:rPr lang="en-US" altLang="en-US" sz="2600" dirty="0" err="1"/>
              <a:t>estrategia</a:t>
            </a:r>
            <a:r>
              <a:rPr lang="en-US" altLang="en-US" sz="2600" dirty="0"/>
              <a:t> de </a:t>
            </a:r>
            <a:r>
              <a:rPr lang="en-US" altLang="en-US" sz="2600" dirty="0" err="1"/>
              <a:t>Zeuthen</a:t>
            </a:r>
            <a:r>
              <a:rPr lang="en-US" altLang="en-US" sz="2600" dirty="0"/>
              <a:t> </a:t>
            </a:r>
            <a:r>
              <a:rPr lang="en-US" altLang="en-US" sz="2600" dirty="0" err="1"/>
              <a:t>está</a:t>
            </a:r>
            <a:r>
              <a:rPr lang="en-US" altLang="en-US" sz="2600" dirty="0"/>
              <a:t> en </a:t>
            </a:r>
            <a:r>
              <a:rPr lang="en-US" altLang="en-US" sz="2600" dirty="0" err="1"/>
              <a:t>equilibrio</a:t>
            </a:r>
            <a:r>
              <a:rPr lang="en-US" altLang="en-US" sz="2600" dirty="0"/>
              <a:t> de Nash: </a:t>
            </a:r>
            <a:r>
              <a:rPr lang="en-US" altLang="en-US" sz="2600" dirty="0" err="1"/>
              <a:t>bajo</a:t>
            </a:r>
            <a:r>
              <a:rPr lang="en-US" altLang="en-US" sz="2600" dirty="0"/>
              <a:t> el </a:t>
            </a:r>
            <a:r>
              <a:rPr lang="en-US" altLang="en-US" sz="2600" dirty="0" err="1"/>
              <a:t>supuesto</a:t>
            </a:r>
            <a:r>
              <a:rPr lang="en-US" altLang="en-US" sz="2600" dirty="0"/>
              <a:t> </a:t>
            </a:r>
            <a:r>
              <a:rPr lang="en-US" altLang="en-US" sz="2600" dirty="0" err="1"/>
              <a:t>que</a:t>
            </a:r>
            <a:r>
              <a:rPr lang="en-US" altLang="en-US" sz="2600" dirty="0"/>
              <a:t> un </a:t>
            </a:r>
            <a:r>
              <a:rPr lang="en-US" altLang="en-US" sz="2600" dirty="0" err="1"/>
              <a:t>agente</a:t>
            </a:r>
            <a:r>
              <a:rPr lang="en-US" altLang="en-US" sz="2600" dirty="0"/>
              <a:t> la </a:t>
            </a:r>
            <a:r>
              <a:rPr lang="en-US" altLang="en-US" sz="2600" dirty="0" err="1"/>
              <a:t>está</a:t>
            </a:r>
            <a:r>
              <a:rPr lang="en-US" altLang="en-US" sz="2600" dirty="0"/>
              <a:t> </a:t>
            </a:r>
            <a:r>
              <a:rPr lang="en-US" altLang="en-US" sz="2600" dirty="0" err="1"/>
              <a:t>usando</a:t>
            </a:r>
            <a:r>
              <a:rPr lang="en-US" altLang="en-US" sz="2600" dirty="0"/>
              <a:t>, el </a:t>
            </a:r>
            <a:r>
              <a:rPr lang="en-US" altLang="en-US" sz="2600" dirty="0" err="1"/>
              <a:t>otro</a:t>
            </a:r>
            <a:r>
              <a:rPr lang="en-US" altLang="en-US" sz="2600" dirty="0"/>
              <a:t> no </a:t>
            </a:r>
            <a:r>
              <a:rPr lang="en-US" altLang="en-US" sz="2600" dirty="0" err="1"/>
              <a:t>puede</a:t>
            </a:r>
            <a:r>
              <a:rPr lang="en-US" altLang="en-US" sz="2600" dirty="0"/>
              <a:t> </a:t>
            </a:r>
            <a:r>
              <a:rPr lang="en-US" altLang="en-US" sz="2600" dirty="0" err="1"/>
              <a:t>hacer</a:t>
            </a:r>
            <a:r>
              <a:rPr lang="en-US" altLang="en-US" sz="2600" dirty="0"/>
              <a:t> nada </a:t>
            </a:r>
            <a:r>
              <a:rPr lang="en-US" altLang="en-US" sz="2600" dirty="0" err="1"/>
              <a:t>mejor</a:t>
            </a:r>
            <a:r>
              <a:rPr lang="en-US" altLang="en-US" sz="2600" dirty="0"/>
              <a:t> </a:t>
            </a:r>
            <a:r>
              <a:rPr lang="en-US" altLang="en-US" sz="2600" dirty="0" err="1"/>
              <a:t>que</a:t>
            </a:r>
            <a:r>
              <a:rPr lang="en-US" altLang="en-US" sz="2600" dirty="0"/>
              <a:t> </a:t>
            </a:r>
            <a:r>
              <a:rPr lang="en-US" altLang="en-US" sz="2600" dirty="0" err="1"/>
              <a:t>usarla</a:t>
            </a:r>
            <a:r>
              <a:rPr lang="en-US" altLang="en-US" sz="2600" dirty="0"/>
              <a:t>…</a:t>
            </a:r>
          </a:p>
          <a:p>
            <a:pPr eaLnBrk="1" hangingPunct="1">
              <a:spcAft>
                <a:spcPts val="1200"/>
              </a:spcAft>
            </a:pPr>
            <a:r>
              <a:rPr lang="en-US" altLang="en-US" sz="2600" dirty="0" err="1"/>
              <a:t>Esto</a:t>
            </a:r>
            <a:r>
              <a:rPr lang="en-US" altLang="en-US" sz="2600" dirty="0"/>
              <a:t> </a:t>
            </a:r>
            <a:r>
              <a:rPr lang="en-US" altLang="en-US" sz="2600" dirty="0" err="1"/>
              <a:t>es</a:t>
            </a:r>
            <a:r>
              <a:rPr lang="en-US" altLang="en-US" sz="2600" dirty="0"/>
              <a:t> de particular </a:t>
            </a:r>
            <a:r>
              <a:rPr lang="en-US" altLang="en-US" sz="2600" dirty="0" err="1"/>
              <a:t>interés</a:t>
            </a:r>
            <a:r>
              <a:rPr lang="en-US" altLang="en-US" sz="2600" dirty="0"/>
              <a:t> para el </a:t>
            </a:r>
            <a:r>
              <a:rPr lang="en-US" altLang="en-US" sz="2600" dirty="0" err="1"/>
              <a:t>diseñador</a:t>
            </a:r>
            <a:r>
              <a:rPr lang="en-US" altLang="en-US" sz="2600" dirty="0"/>
              <a:t> de </a:t>
            </a:r>
            <a:r>
              <a:rPr lang="en-US" altLang="en-US" sz="2600" dirty="0" err="1"/>
              <a:t>agentes</a:t>
            </a:r>
            <a:r>
              <a:rPr lang="en-US" altLang="en-US" sz="2600" dirty="0"/>
              <a:t> </a:t>
            </a:r>
            <a:r>
              <a:rPr lang="en-US" altLang="en-US" sz="2600" dirty="0" err="1"/>
              <a:t>automáticos</a:t>
            </a:r>
            <a:r>
              <a:rPr lang="en-US" altLang="en-US" sz="2600" dirty="0"/>
              <a:t>. No </a:t>
            </a:r>
            <a:r>
              <a:rPr lang="en-US" altLang="en-US" sz="2600" dirty="0" err="1"/>
              <a:t>requiere</a:t>
            </a:r>
            <a:r>
              <a:rPr lang="en-US" altLang="en-US" sz="2600" dirty="0"/>
              <a:t> de </a:t>
            </a:r>
            <a:r>
              <a:rPr lang="en-US" altLang="en-US" sz="2600" dirty="0" err="1"/>
              <a:t>secretos</a:t>
            </a:r>
            <a:r>
              <a:rPr lang="en-US" altLang="en-US" sz="2600" dirty="0"/>
              <a:t> </a:t>
            </a:r>
            <a:r>
              <a:rPr lang="en-US" altLang="en-US" sz="2600" dirty="0" err="1"/>
              <a:t>por</a:t>
            </a:r>
            <a:r>
              <a:rPr lang="en-US" altLang="en-US" sz="2600" dirty="0"/>
              <a:t> parte del </a:t>
            </a:r>
            <a:r>
              <a:rPr lang="en-US" altLang="en-US" sz="2600" dirty="0" err="1"/>
              <a:t>programador</a:t>
            </a:r>
            <a:r>
              <a:rPr lang="en-US" altLang="en-US" sz="2600" dirty="0"/>
              <a:t>. La </a:t>
            </a:r>
            <a:r>
              <a:rPr lang="en-US" altLang="en-US" sz="2600" dirty="0" err="1"/>
              <a:t>estrategia</a:t>
            </a:r>
            <a:r>
              <a:rPr lang="en-US" altLang="en-US" sz="2600" dirty="0"/>
              <a:t> del </a:t>
            </a:r>
            <a:r>
              <a:rPr lang="en-US" altLang="en-US" sz="2600" dirty="0" err="1"/>
              <a:t>agente</a:t>
            </a:r>
            <a:r>
              <a:rPr lang="en-US" altLang="en-US" sz="2600" dirty="0"/>
              <a:t> </a:t>
            </a:r>
            <a:r>
              <a:rPr lang="en-US" altLang="en-US" sz="2600" dirty="0" err="1"/>
              <a:t>puede</a:t>
            </a:r>
            <a:r>
              <a:rPr lang="en-US" altLang="en-US" sz="2600" dirty="0"/>
              <a:t> </a:t>
            </a:r>
            <a:r>
              <a:rPr lang="en-US" altLang="en-US" sz="2600" dirty="0" err="1"/>
              <a:t>ser</a:t>
            </a:r>
            <a:r>
              <a:rPr lang="en-US" altLang="en-US" sz="2600" dirty="0"/>
              <a:t> </a:t>
            </a:r>
            <a:r>
              <a:rPr lang="en-US" altLang="en-US" sz="2600" dirty="0" err="1"/>
              <a:t>conocida</a:t>
            </a:r>
            <a:r>
              <a:rPr lang="en-US" altLang="en-US" sz="2600" dirty="0"/>
              <a:t> </a:t>
            </a:r>
            <a:r>
              <a:rPr lang="en-US" altLang="en-US" sz="2600" dirty="0" err="1"/>
              <a:t>públicamente</a:t>
            </a:r>
            <a:r>
              <a:rPr lang="en-US" altLang="en-US" sz="2600" dirty="0"/>
              <a:t> y </a:t>
            </a:r>
            <a:r>
              <a:rPr lang="en-US" altLang="en-US" sz="2600" dirty="0" err="1"/>
              <a:t>ningún</a:t>
            </a:r>
            <a:r>
              <a:rPr lang="en-US" altLang="en-US" sz="2600" dirty="0"/>
              <a:t> </a:t>
            </a:r>
            <a:r>
              <a:rPr lang="en-US" altLang="en-US" sz="2600" dirty="0" err="1"/>
              <a:t>otro</a:t>
            </a:r>
            <a:r>
              <a:rPr lang="en-US" altLang="en-US" sz="2600" dirty="0"/>
              <a:t> </a:t>
            </a:r>
            <a:r>
              <a:rPr lang="en-US" altLang="en-US" sz="2600" dirty="0" err="1"/>
              <a:t>diseñador</a:t>
            </a:r>
            <a:r>
              <a:rPr lang="en-US" altLang="en-US" sz="2600" dirty="0"/>
              <a:t> de </a:t>
            </a:r>
            <a:r>
              <a:rPr lang="en-US" altLang="en-US" sz="2600" dirty="0" err="1"/>
              <a:t>agentes</a:t>
            </a:r>
            <a:r>
              <a:rPr lang="en-US" altLang="en-US" sz="2600" dirty="0"/>
              <a:t> </a:t>
            </a:r>
            <a:r>
              <a:rPr lang="en-US" altLang="en-US" sz="2600" dirty="0" err="1"/>
              <a:t>puede</a:t>
            </a:r>
            <a:r>
              <a:rPr lang="en-US" altLang="en-US" sz="2600" dirty="0"/>
              <a:t> </a:t>
            </a:r>
            <a:r>
              <a:rPr lang="en-US" altLang="en-US" sz="2600" dirty="0" err="1"/>
              <a:t>explotar</a:t>
            </a:r>
            <a:r>
              <a:rPr lang="en-US" altLang="en-US" sz="2600" dirty="0"/>
              <a:t> </a:t>
            </a:r>
            <a:r>
              <a:rPr lang="en-US" altLang="en-US" sz="2600" dirty="0" err="1"/>
              <a:t>dicha</a:t>
            </a:r>
            <a:r>
              <a:rPr lang="en-US" altLang="en-US" sz="2600" dirty="0"/>
              <a:t> </a:t>
            </a:r>
            <a:r>
              <a:rPr lang="en-US" altLang="en-US" sz="2600" dirty="0" err="1"/>
              <a:t>información</a:t>
            </a:r>
            <a:r>
              <a:rPr lang="en-US" altLang="en-US" sz="2600" dirty="0"/>
              <a:t>, </a:t>
            </a:r>
            <a:r>
              <a:rPr lang="en-US" altLang="en-US" sz="2600" dirty="0" err="1"/>
              <a:t>eligiendo</a:t>
            </a:r>
            <a:r>
              <a:rPr lang="en-US" altLang="en-US" sz="2600" dirty="0"/>
              <a:t> </a:t>
            </a:r>
            <a:r>
              <a:rPr lang="en-US" altLang="en-US" sz="2600" dirty="0" err="1"/>
              <a:t>una</a:t>
            </a:r>
            <a:r>
              <a:rPr lang="en-US" altLang="en-US" sz="2600" dirty="0"/>
              <a:t> </a:t>
            </a:r>
            <a:r>
              <a:rPr lang="en-US" altLang="en-US" sz="2600" dirty="0" err="1"/>
              <a:t>estrategia</a:t>
            </a:r>
            <a:r>
              <a:rPr lang="en-US" altLang="en-US" sz="2600" dirty="0"/>
              <a:t> </a:t>
            </a:r>
            <a:r>
              <a:rPr lang="en-US" altLang="en-US" sz="2600" dirty="0" err="1"/>
              <a:t>diferente</a:t>
            </a:r>
            <a:r>
              <a:rPr lang="en-US" altLang="en-US" sz="2600" dirty="0"/>
              <a:t>. De </a:t>
            </a:r>
            <a:r>
              <a:rPr lang="en-US" altLang="en-US" sz="2600" dirty="0" err="1"/>
              <a:t>hecho</a:t>
            </a:r>
            <a:r>
              <a:rPr lang="en-US" altLang="en-US" sz="2600" dirty="0"/>
              <a:t>, </a:t>
            </a:r>
            <a:r>
              <a:rPr lang="en-US" altLang="en-US" sz="2600" dirty="0" err="1"/>
              <a:t>es</a:t>
            </a:r>
            <a:r>
              <a:rPr lang="en-US" altLang="en-US" sz="2600" dirty="0"/>
              <a:t> </a:t>
            </a:r>
            <a:r>
              <a:rPr lang="en-US" altLang="en-US" sz="2600" dirty="0" err="1"/>
              <a:t>deseable</a:t>
            </a:r>
            <a:r>
              <a:rPr lang="en-US" altLang="en-US" sz="2600" dirty="0"/>
              <a:t> </a:t>
            </a:r>
            <a:r>
              <a:rPr lang="en-US" altLang="en-US" sz="2600" dirty="0" err="1"/>
              <a:t>que</a:t>
            </a:r>
            <a:r>
              <a:rPr lang="en-US" altLang="en-US" sz="2600" dirty="0"/>
              <a:t> la </a:t>
            </a:r>
            <a:r>
              <a:rPr lang="en-US" altLang="en-US" sz="2600" dirty="0" err="1"/>
              <a:t>estrategia</a:t>
            </a:r>
            <a:r>
              <a:rPr lang="en-US" altLang="en-US" sz="2600" dirty="0"/>
              <a:t> sea </a:t>
            </a:r>
            <a:r>
              <a:rPr lang="en-US" altLang="en-US" sz="2600" dirty="0" err="1"/>
              <a:t>conocida</a:t>
            </a:r>
            <a:r>
              <a:rPr lang="en-US" altLang="en-US" sz="2600" dirty="0"/>
              <a:t> para </a:t>
            </a:r>
            <a:r>
              <a:rPr lang="en-US" altLang="en-US" sz="2600" dirty="0" err="1"/>
              <a:t>evitar</a:t>
            </a:r>
            <a:r>
              <a:rPr lang="en-US" altLang="en-US" sz="2600" dirty="0"/>
              <a:t> </a:t>
            </a:r>
            <a:r>
              <a:rPr lang="en-US" altLang="en-US" sz="2600" dirty="0" err="1"/>
              <a:t>conflictos</a:t>
            </a:r>
            <a:r>
              <a:rPr lang="en-US" altLang="en-US" sz="2600" dirty="0"/>
              <a:t> </a:t>
            </a:r>
            <a:r>
              <a:rPr lang="en-US" altLang="en-US" sz="2600" dirty="0" err="1"/>
              <a:t>inadvertidos</a:t>
            </a:r>
            <a:r>
              <a:rPr lang="en-US" altLang="en-US" sz="2600" dirty="0"/>
              <a:t>.</a:t>
            </a:r>
          </a:p>
        </p:txBody>
      </p:sp>
    </p:spTree>
    <p:extLst>
      <p:ext uri="{BB962C8B-B14F-4D97-AF65-F5344CB8AC3E}">
        <p14:creationId xmlns:p14="http://schemas.microsoft.com/office/powerpoint/2010/main" val="1970976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45</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990600"/>
            <a:ext cx="8610600" cy="5410200"/>
          </a:xfrm>
        </p:spPr>
        <p:txBody>
          <a:bodyPr/>
          <a:lstStyle/>
          <a:p>
            <a:pPr eaLnBrk="1" hangingPunct="1">
              <a:lnSpc>
                <a:spcPct val="90000"/>
              </a:lnSpc>
              <a:spcAft>
                <a:spcPts val="1200"/>
              </a:spcAft>
            </a:pPr>
            <a:r>
              <a:rPr lang="es-CL" altLang="es-CL" sz="2000" dirty="0"/>
              <a:t>Modelo implementa el Protocolo de Concesión </a:t>
            </a:r>
            <a:r>
              <a:rPr lang="es-CL" altLang="es-CL" sz="2000" dirty="0" err="1"/>
              <a:t>monotónica</a:t>
            </a:r>
            <a:r>
              <a:rPr lang="es-CL" altLang="es-CL" sz="2000" dirty="0"/>
              <a:t> y Estrategia de </a:t>
            </a:r>
            <a:r>
              <a:rPr lang="es-CL" altLang="es-CL" sz="2000" dirty="0" err="1"/>
              <a:t>Zeuthen</a:t>
            </a:r>
            <a:endParaRPr lang="es-CL" altLang="es-CL" sz="2000" dirty="0"/>
          </a:p>
          <a:p>
            <a:pPr eaLnBrk="1" hangingPunct="1">
              <a:lnSpc>
                <a:spcPct val="90000"/>
              </a:lnSpc>
              <a:spcAft>
                <a:spcPts val="1200"/>
              </a:spcAft>
            </a:pPr>
            <a:r>
              <a:rPr lang="es-CL" altLang="es-CL" sz="2000" dirty="0"/>
              <a:t>Algunos detalles específicos al modelo:</a:t>
            </a:r>
          </a:p>
          <a:p>
            <a:pPr lvl="1" eaLnBrk="1" hangingPunct="1">
              <a:lnSpc>
                <a:spcPct val="90000"/>
              </a:lnSpc>
              <a:spcAft>
                <a:spcPts val="1200"/>
              </a:spcAft>
            </a:pPr>
            <a:r>
              <a:rPr lang="es-CL" altLang="es-CL" sz="1600" dirty="0"/>
              <a:t>Se transa (vende/compra) un solo tipo de bien.</a:t>
            </a:r>
          </a:p>
          <a:p>
            <a:pPr lvl="1" eaLnBrk="1" hangingPunct="1">
              <a:lnSpc>
                <a:spcPct val="90000"/>
              </a:lnSpc>
              <a:spcAft>
                <a:spcPts val="1200"/>
              </a:spcAft>
            </a:pPr>
            <a:r>
              <a:rPr lang="es-CL" altLang="es-CL" sz="1600" dirty="0"/>
              <a:t>Existen 3 vendedores y 3 compradores.</a:t>
            </a:r>
          </a:p>
          <a:p>
            <a:pPr lvl="1" eaLnBrk="1" hangingPunct="1">
              <a:lnSpc>
                <a:spcPct val="90000"/>
              </a:lnSpc>
              <a:spcAft>
                <a:spcPts val="1200"/>
              </a:spcAft>
            </a:pPr>
            <a:r>
              <a:rPr lang="es-CL" altLang="es-CL" sz="1600" dirty="0"/>
              <a:t>NO se modela suficiencia de fondos para comprar: compradores tienen fondos ilimitados.</a:t>
            </a:r>
          </a:p>
          <a:p>
            <a:pPr lvl="1" eaLnBrk="1" hangingPunct="1">
              <a:lnSpc>
                <a:spcPct val="90000"/>
              </a:lnSpc>
              <a:spcAft>
                <a:spcPts val="1200"/>
              </a:spcAft>
            </a:pPr>
            <a:r>
              <a:rPr lang="es-CL" altLang="es-CL" sz="1600" dirty="0"/>
              <a:t>En cada ronda, se negocia la compra/venta de un bien (cantidad bien negociado = 1).</a:t>
            </a:r>
          </a:p>
          <a:p>
            <a:pPr lvl="1" eaLnBrk="1" hangingPunct="1">
              <a:lnSpc>
                <a:spcPct val="90000"/>
              </a:lnSpc>
              <a:spcAft>
                <a:spcPts val="1200"/>
              </a:spcAft>
            </a:pPr>
            <a:r>
              <a:rPr lang="es-CL" altLang="es-CL" sz="1600" dirty="0"/>
              <a:t>En cada ronda negocia un vendedor con un comprador, seleccionados aleatoriamente entre aquellos que están disponibles para negociar.</a:t>
            </a:r>
          </a:p>
          <a:p>
            <a:pPr lvl="1" eaLnBrk="1" hangingPunct="1">
              <a:lnSpc>
                <a:spcPct val="90000"/>
              </a:lnSpc>
              <a:spcAft>
                <a:spcPts val="1200"/>
              </a:spcAft>
            </a:pPr>
            <a:r>
              <a:rPr lang="es-CL" altLang="es-CL" sz="1600" dirty="0"/>
              <a:t>Los precios iniciales en cada ronda de cada vendedor y comprador se mantienen de una ronda a la otra.</a:t>
            </a:r>
          </a:p>
          <a:p>
            <a:pPr lvl="1" eaLnBrk="1" hangingPunct="1">
              <a:lnSpc>
                <a:spcPct val="90000"/>
              </a:lnSpc>
              <a:spcAft>
                <a:spcPts val="1200"/>
              </a:spcAft>
            </a:pPr>
            <a:r>
              <a:rPr lang="es-CL" altLang="es-CL" sz="1600" dirty="0"/>
              <a:t>Las dos condiciones anteriores hacen que el modelo NO represente exactamente el protocolo de concesión monotónica, porque los precios cambian según los agentes que estén negociando, que NO son los mismos en cada ronda.</a:t>
            </a:r>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spTree>
    <p:extLst>
      <p:ext uri="{BB962C8B-B14F-4D97-AF65-F5344CB8AC3E}">
        <p14:creationId xmlns:p14="http://schemas.microsoft.com/office/powerpoint/2010/main" val="24363878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46</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1111170"/>
            <a:ext cx="8686800" cy="4908630"/>
          </a:xfrm>
        </p:spPr>
        <p:txBody>
          <a:bodyPr/>
          <a:lstStyle/>
          <a:p>
            <a:pPr eaLnBrk="1" hangingPunct="1">
              <a:lnSpc>
                <a:spcPct val="90000"/>
              </a:lnSpc>
              <a:spcAft>
                <a:spcPts val="1200"/>
              </a:spcAft>
            </a:pPr>
            <a:r>
              <a:rPr lang="es-CL" altLang="es-CL" sz="2000" dirty="0"/>
              <a:t>Modelo implementa el Protocolo de Concesión </a:t>
            </a:r>
            <a:r>
              <a:rPr lang="es-CL" altLang="es-CL" sz="2000" dirty="0" err="1"/>
              <a:t>monotónica</a:t>
            </a:r>
            <a:r>
              <a:rPr lang="es-CL" altLang="es-CL" sz="2000" dirty="0"/>
              <a:t> y Estrategia de </a:t>
            </a:r>
            <a:r>
              <a:rPr lang="es-CL" altLang="es-CL" sz="2000" dirty="0" err="1"/>
              <a:t>Zeuthen</a:t>
            </a:r>
            <a:endParaRPr lang="es-CL" altLang="es-CL" sz="2000" dirty="0"/>
          </a:p>
          <a:p>
            <a:pPr eaLnBrk="1" hangingPunct="1">
              <a:lnSpc>
                <a:spcPct val="90000"/>
              </a:lnSpc>
              <a:spcAft>
                <a:spcPts val="1200"/>
              </a:spcAft>
            </a:pPr>
            <a:r>
              <a:rPr lang="es-CL" altLang="es-CL" sz="2000" dirty="0"/>
              <a:t>Algunos detalles específicos al modelo:</a:t>
            </a:r>
          </a:p>
          <a:p>
            <a:pPr lvl="1" eaLnBrk="1" hangingPunct="1">
              <a:lnSpc>
                <a:spcPct val="90000"/>
              </a:lnSpc>
              <a:spcAft>
                <a:spcPts val="1200"/>
              </a:spcAft>
            </a:pPr>
            <a:r>
              <a:rPr lang="es-CL" altLang="es-CL" sz="1600" dirty="0"/>
              <a:t>Para que se cumpla exactamente con el protocolo de concesión </a:t>
            </a:r>
            <a:r>
              <a:rPr lang="es-CL" altLang="es-CL" sz="1600" dirty="0" err="1"/>
              <a:t>monotónica</a:t>
            </a:r>
            <a:r>
              <a:rPr lang="es-CL" altLang="es-CL" sz="1600" dirty="0"/>
              <a:t> tenemos que tener siempre los mismos pares de agentes negociando a través de toda la simulación.</a:t>
            </a:r>
          </a:p>
          <a:p>
            <a:pPr lvl="1" eaLnBrk="1" hangingPunct="1">
              <a:lnSpc>
                <a:spcPct val="90000"/>
              </a:lnSpc>
              <a:spcAft>
                <a:spcPts val="1200"/>
              </a:spcAft>
            </a:pPr>
            <a:r>
              <a:rPr lang="es-CL" altLang="es-CL" sz="1600" dirty="0"/>
              <a:t>Una forma de hacer eso es dejar solamente a un vendedor y un comprador. Para eso a dos vendedores y dos compradores se les pone su cantidad de bienes a vender/comprar igual a cero.</a:t>
            </a:r>
          </a:p>
          <a:p>
            <a:pPr lvl="1" eaLnBrk="1" hangingPunct="1">
              <a:lnSpc>
                <a:spcPct val="90000"/>
              </a:lnSpc>
              <a:spcAft>
                <a:spcPts val="1200"/>
              </a:spcAft>
            </a:pPr>
            <a:r>
              <a:rPr lang="es-CL" altLang="es-CL" sz="1600" dirty="0"/>
              <a:t>Cuando un vendedor ya no tiene bienes para vender, se resta de las negociaciones.</a:t>
            </a:r>
          </a:p>
          <a:p>
            <a:pPr lvl="1" eaLnBrk="1" hangingPunct="1">
              <a:lnSpc>
                <a:spcPct val="90000"/>
              </a:lnSpc>
              <a:spcAft>
                <a:spcPts val="1200"/>
              </a:spcAft>
            </a:pPr>
            <a:r>
              <a:rPr lang="es-CL" altLang="es-CL" sz="1600" dirty="0"/>
              <a:t>Cuando un comprador ya no necesita comprar más bienes, se resta de las negociaciones.</a:t>
            </a:r>
          </a:p>
          <a:p>
            <a:pPr lvl="1" eaLnBrk="1" hangingPunct="1">
              <a:lnSpc>
                <a:spcPct val="90000"/>
              </a:lnSpc>
              <a:spcAft>
                <a:spcPts val="1200"/>
              </a:spcAft>
            </a:pPr>
            <a:r>
              <a:rPr lang="es-CL" altLang="es-CL" sz="1600" dirty="0"/>
              <a:t>Cuando ya no hay vendedores o compradores disponibles, o cuando se alcanza el máximo de rondas de negociación, el modelo se detiene.</a:t>
            </a:r>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spTree>
    <p:extLst>
      <p:ext uri="{BB962C8B-B14F-4D97-AF65-F5344CB8AC3E}">
        <p14:creationId xmlns:p14="http://schemas.microsoft.com/office/powerpoint/2010/main" val="14742716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47</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1111170"/>
            <a:ext cx="8686800" cy="4908630"/>
          </a:xfrm>
        </p:spPr>
        <p:txBody>
          <a:bodyPr/>
          <a:lstStyle/>
          <a:p>
            <a:pPr eaLnBrk="1" hangingPunct="1">
              <a:lnSpc>
                <a:spcPct val="90000"/>
              </a:lnSpc>
              <a:spcAft>
                <a:spcPts val="1200"/>
              </a:spcAft>
            </a:pPr>
            <a:r>
              <a:rPr lang="es-CL" altLang="es-CL" sz="2000" dirty="0"/>
              <a:t>Modelo implementa el Protocolo de Concesión </a:t>
            </a:r>
            <a:r>
              <a:rPr lang="es-CL" altLang="es-CL" sz="2000" dirty="0" err="1"/>
              <a:t>monotónica</a:t>
            </a:r>
            <a:r>
              <a:rPr lang="es-CL" altLang="es-CL" sz="2000" dirty="0"/>
              <a:t> y Estrategia de </a:t>
            </a:r>
            <a:r>
              <a:rPr lang="es-CL" altLang="es-CL" sz="2000" dirty="0" err="1"/>
              <a:t>Zeuthen</a:t>
            </a:r>
            <a:endParaRPr lang="es-CL" altLang="es-CL" sz="2000" dirty="0"/>
          </a:p>
          <a:p>
            <a:pPr eaLnBrk="1" hangingPunct="1">
              <a:lnSpc>
                <a:spcPct val="90000"/>
              </a:lnSpc>
              <a:spcAft>
                <a:spcPts val="1200"/>
              </a:spcAft>
            </a:pPr>
            <a:r>
              <a:rPr lang="es-CL" altLang="es-CL" sz="2000" dirty="0"/>
              <a:t>Algunos detalles específicos al modelo:</a:t>
            </a:r>
          </a:p>
          <a:p>
            <a:pPr lvl="1" eaLnBrk="1" hangingPunct="1">
              <a:lnSpc>
                <a:spcPct val="90000"/>
              </a:lnSpc>
              <a:spcAft>
                <a:spcPts val="1200"/>
              </a:spcAft>
            </a:pPr>
            <a:r>
              <a:rPr lang="es-CL" altLang="es-CL" sz="1600" dirty="0"/>
              <a:t>La función de utilidad de los </a:t>
            </a:r>
            <a:r>
              <a:rPr lang="es-CL" altLang="es-CL" sz="1600" u="sng" dirty="0"/>
              <a:t>vendedores</a:t>
            </a:r>
            <a:r>
              <a:rPr lang="es-CL" altLang="es-CL" sz="1600" dirty="0"/>
              <a:t> (</a:t>
            </a:r>
            <a:r>
              <a:rPr lang="es-CL" altLang="es-CL" sz="1600" i="1" dirty="0"/>
              <a:t>i</a:t>
            </a:r>
            <a:r>
              <a:rPr lang="es-CL" altLang="es-CL" sz="1600" dirty="0"/>
              <a:t>) es lineal: </a:t>
            </a:r>
            <a:r>
              <a:rPr lang="es-CL" altLang="es-CL" sz="1600" i="1" dirty="0"/>
              <a:t>u(P) = </a:t>
            </a:r>
            <a:r>
              <a:rPr lang="es-CL" altLang="es-CL" sz="1600" i="1" dirty="0" err="1"/>
              <a:t>constante</a:t>
            </a:r>
            <a:r>
              <a:rPr lang="es-CL" altLang="es-CL" sz="1600" i="1" baseline="-25000" dirty="0" err="1"/>
              <a:t>i</a:t>
            </a:r>
            <a:r>
              <a:rPr lang="es-CL" altLang="es-CL" sz="1600" i="1" baseline="-25000" dirty="0"/>
              <a:t> </a:t>
            </a:r>
            <a:r>
              <a:rPr lang="es-CL" altLang="es-CL" sz="1600" i="1" dirty="0"/>
              <a:t>+ m</a:t>
            </a:r>
            <a:r>
              <a:rPr lang="es-CL" altLang="es-CL" sz="1600" i="1" baseline="-25000" dirty="0"/>
              <a:t>i</a:t>
            </a:r>
            <a:r>
              <a:rPr lang="es-CL" altLang="es-CL" sz="1600" i="1" dirty="0"/>
              <a:t> Precio </a:t>
            </a:r>
            <a:br>
              <a:rPr lang="es-CL" altLang="es-CL" sz="1600" i="1" dirty="0"/>
            </a:br>
            <a:r>
              <a:rPr lang="es-CL" altLang="es-CL" sz="1600" dirty="0"/>
              <a:t>(a mayor precio </a:t>
            </a:r>
            <a:r>
              <a:rPr lang="es-CL" altLang="es-CL" sz="1600" dirty="0">
                <a:sym typeface="Symbol" panose="05050102010706020507" pitchFamily="18" charset="2"/>
              </a:rPr>
              <a:t> mayor utilidad si </a:t>
            </a:r>
            <a:r>
              <a:rPr lang="es-CL" altLang="es-CL" sz="1600" i="1" dirty="0"/>
              <a:t>m</a:t>
            </a:r>
            <a:r>
              <a:rPr lang="es-CL" altLang="es-CL" sz="1600" i="1" baseline="-25000" dirty="0"/>
              <a:t>i  </a:t>
            </a:r>
            <a:r>
              <a:rPr lang="es-CL" altLang="es-CL" sz="1600" dirty="0">
                <a:sym typeface="Symbol" panose="05050102010706020507" pitchFamily="18" charset="2"/>
              </a:rPr>
              <a:t> 0 y utilidad puede ser negativa)</a:t>
            </a:r>
            <a:endParaRPr lang="es-CL" altLang="es-CL" sz="1600" dirty="0"/>
          </a:p>
          <a:p>
            <a:pPr lvl="1" eaLnBrk="1" hangingPunct="1">
              <a:lnSpc>
                <a:spcPct val="90000"/>
              </a:lnSpc>
              <a:spcAft>
                <a:spcPts val="1200"/>
              </a:spcAft>
            </a:pPr>
            <a:r>
              <a:rPr lang="es-CL" altLang="es-CL" sz="1600" dirty="0"/>
              <a:t>La función de utilidad de los </a:t>
            </a:r>
            <a:r>
              <a:rPr lang="es-CL" altLang="es-CL" sz="1600" u="sng" dirty="0"/>
              <a:t>compradores</a:t>
            </a:r>
            <a:r>
              <a:rPr lang="es-CL" altLang="es-CL" sz="1600" dirty="0"/>
              <a:t> (</a:t>
            </a:r>
            <a:r>
              <a:rPr lang="es-CL" altLang="es-CL" sz="1600" i="1" dirty="0"/>
              <a:t>j</a:t>
            </a:r>
            <a:r>
              <a:rPr lang="es-CL" altLang="es-CL" sz="1600" dirty="0"/>
              <a:t>) es lineal: </a:t>
            </a:r>
            <a:r>
              <a:rPr lang="es-CL" altLang="es-CL" sz="1600" i="1" dirty="0"/>
              <a:t>u(P) = </a:t>
            </a:r>
            <a:r>
              <a:rPr lang="es-CL" altLang="es-CL" sz="1600" i="1" dirty="0" err="1"/>
              <a:t>constante</a:t>
            </a:r>
            <a:r>
              <a:rPr lang="es-CL" altLang="es-CL" sz="1600" i="1" baseline="-25000" dirty="0" err="1"/>
              <a:t>j</a:t>
            </a:r>
            <a:r>
              <a:rPr lang="es-CL" altLang="es-CL" sz="1600" i="1" baseline="-25000" dirty="0"/>
              <a:t> </a:t>
            </a:r>
            <a:r>
              <a:rPr lang="es-CL" altLang="es-CL" sz="1600" i="1" dirty="0"/>
              <a:t>+ </a:t>
            </a:r>
            <a:r>
              <a:rPr lang="es-CL" altLang="es-CL" sz="1600" i="1" dirty="0" err="1"/>
              <a:t>m</a:t>
            </a:r>
            <a:r>
              <a:rPr lang="es-CL" altLang="es-CL" sz="1600" i="1" baseline="-25000" dirty="0" err="1"/>
              <a:t>j</a:t>
            </a:r>
            <a:r>
              <a:rPr lang="es-CL" altLang="es-CL" sz="1600" i="1" dirty="0"/>
              <a:t> Precio</a:t>
            </a:r>
            <a:br>
              <a:rPr lang="es-CL" altLang="es-CL" sz="1600" i="1" dirty="0"/>
            </a:br>
            <a:r>
              <a:rPr lang="es-CL" altLang="es-CL" sz="1600" dirty="0"/>
              <a:t>(a mayor precio </a:t>
            </a:r>
            <a:r>
              <a:rPr lang="es-CL" altLang="es-CL" sz="1600" dirty="0">
                <a:sym typeface="Symbol" panose="05050102010706020507" pitchFamily="18" charset="2"/>
              </a:rPr>
              <a:t> menor utilidad si </a:t>
            </a:r>
            <a:r>
              <a:rPr lang="es-CL" altLang="es-CL" sz="1600" i="1" dirty="0" err="1"/>
              <a:t>m</a:t>
            </a:r>
            <a:r>
              <a:rPr lang="es-CL" altLang="es-CL" sz="1600" i="1" baseline="-25000" dirty="0" err="1"/>
              <a:t>j</a:t>
            </a:r>
            <a:r>
              <a:rPr lang="es-CL" altLang="es-CL" sz="1600" i="1" baseline="-25000" dirty="0"/>
              <a:t>  </a:t>
            </a:r>
            <a:r>
              <a:rPr lang="es-CL" altLang="es-CL" sz="1600" dirty="0">
                <a:sym typeface="Symbol" panose="05050102010706020507" pitchFamily="18" charset="2"/>
              </a:rPr>
              <a:t> 0 y utilidad puede ser negativa</a:t>
            </a:r>
            <a:r>
              <a:rPr lang="es-CL" altLang="es-CL" sz="1600" dirty="0"/>
              <a:t>)</a:t>
            </a:r>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sp>
        <p:nvSpPr>
          <p:cNvPr id="2" name="AutoShape 2" descr="data:image/png;base64,iVBORw0KGgoAAAANSUhEUgAAAzQAAAEbCAYAAAAMF8G9AAAAAXNSR0IArs4c6QAAAARnQU1BAACxjwv8YQUAAAAJcEhZcwAAEnQAABJ0Ad5mH3gAAMXNSURBVHhe7J0FeBRXF4YDQUKCBHd3d2ipAIUa0EL56y2FKqVA3QstFUpbqKNFWqDF3d09aIC4EeLunv3+c2Z2YjsJkuxOgPM9zynN7MzO2Zl7v3vfmTt37GCQ0rKBC7FAQoZ5gQHiHM5RDsmZ5gU2VpYJCEwBfBLNCwxQJuUQkEyRZF5ggDLpPPjSMbhKx8IoxaarZcEo0WlANOVwIU792wglZwHbQwFXA3NIoRxcos1/GCQlhxjzHwaIfekinYM4g72Ry2KiQd6Yzb5EnrT6qvr/Roi98Qp5o5+R3kg5+NP+OQ+jxOXwrMHeGGOwP7M37gwzNgf2pdMG+hKLj4ORObAvXY6n8mCwN7I/xxvkjaxUOg/sz0n0rxHivutV8iRvg/uuBf1ZgIZyEKARoBGgEaDRJEBj9mfKQYBGgEaARoBGkwBNrj8L0AjQ5EhpMMkcBGgEaARoBGg0CdDkNpgCNAI0AjQCNJoEaFRfEqARoGEJ0BQQ5yBAI0DDEqARoNEkQGP2Z8pBgEaARoBGgEaTAE2uPwvQCNDkSGkwyRwEaARoBGgEaDQJ0OQ2mAI0AjQCNAI0mgRoVF8SoBGgYQnQFBDnIEAjQMMSoBGg0SRAY/ZnykGARoBGgEaARpMATa4/C9AI0ORIaTDJHARoBGgEaARoNAnQ5DaYAjQCNAI0AjSaBGhUXxKgEaBhCdAUEOcgQCNAwxKgEaDRJEBj9mfKQYBGgEaARoBGkwBNrj8L0AjQ5EhpMMkcBGgEaARoBGg0CdDkNpgCNAI0AjQCNJoEaFRfEqARoGEJ0BQQ5yBAI0DDEqARoNEkQGP2Z8pBgEaARoBGgEaTAE2uPwvQCNDkSGkwyRwEaARoBGgEaDQJ0OQ2mAI0AjQCNAI0mgRoVF8SoBGgYQnQFBDnIEAjQMMSoBGg0SRAY/ZnykGARoBGgEaARpMATa4/C9AI0ORIaTDJHARoBGgEaARoNAnQ5DaYAjQCNAI0AjSaBGhUXxKgEaBhCdAUEOcgQCNAwxKgEaDRJEBj9mfKQYBGgEaARoBGkwBNrj8L0AjQ5EhpMMkcBGgEaARoBGg0CdDkNpgCNAI0AjQCNJoEaFRfEqARoGEJ0BQQ5yBAI0DDEqARoNEkQGP2Z8pBgEaARoBGgEaTAE2uPwvQCNDkSGkwyRwEaARoBGgEaDQJ0OQ2mAI0AjQCNAI0mgRoVF8SoBGgYQnQFBDnIEAjQMMSoBGg0SRAY/ZnykGARoBGgEaARpMATa4/C9AI0ORIaTDJHARoBGgEaARoNAnQ5DaYAjQCNAI0AjSaBGhUXxKgEaBhCdAUEOcgQCNAwxKgEaDRZHQOWoMpQCNAI0AjQKNJgEb1JQEaARqWAE0BcQ7nKQejgcbX4AaTgeaKwTkw0AQZCDRxAjQCNGaxHZyjRtMo5TSYdzDQcH1gXxKgMR5ouBwaCTQsAZrSATRG58C+JEBTeoDG6IvxpQZo0rnBJHNIMLBQcA5sUGxWRkgBGi4UBjaYnIM/5cCdB6PEBZMrhlF3aGj3coeGxI1VqQAaAxvMiIgIXPbywaFA45JgXyoVd2ioPhgJNNyRZ6BhjzJCvN/SADS8f6OAhg/9nXyHRit6AjSqjL5Dw96oAA2VB6PE3shtpJEXnHKAxiB/1oDG6Ds03G/NBzRRVDDC02wbkRRhqcCxKDUhI3M4QjnwXRL+W289a0WEOS5S5TxPBTOWKofeetYM3j//yxWDK6iROXBDwUbFnfqC61gztPPAd8mOUlngKz9661kztGPAYHuccjDiPETScQ+m+rApBDhhUA58HPgu3eFItT5qx8XaEUG/PSItC8fOnMebY8figcEP4vWPvoCHfyCiqcGwVR4cmi+diFaN2ihvDDX7M3ekbZ0DH28O9qVVBDR8PIzwZ/7XlTyJ8zDSG7l9YMC1dQ7a/rkcsjcadQw42J+5PNoqB95nFO2LTj+4zxZBPrCFvJGPAwOe3jbWDM5H80btmOitZ83gffJFx0M29mctNG88Sd7I5cFIbzxOOfCFYKP9mS+IG+HP/O8lqhzcbzPSG7nfmtef7bgTyYnZKtzIHdypMF5MAHaHA2eI9m2dgxZ8IHabr7oYkQM3UmyQbBBudDwu0d9661kzuEAcof1zGJkDHwM+FkadB77qxGXBTedzWwTnwHcmOAd3nc9tEdxxWhcE7KV66W5QWeAhoHwlVO8zawV70iH/cNz18OOws7PLiRGvjIcbedVlGx8L9iU+B1wmjfTGPZQDX5k3JAfaP3feVgSq/mBEDoo3kidxHkZ6I+/fMH+m/XE53FVKvNFWOSjlLTYTezz8sPW8G45ejcZm2r/izwaVBe6n2NobC4bRObAv7SNf4vJgpDeyP58xyhspjPbn0tR3zevPNh9ylpaShJiIcCQlp8Cd6NKo51dYfNuMCwbfxjRKfFWch1YYKb5DxbcPjRLf1udjEEJ5GKVEInweYmOk+MofG4VR4lvpO0KNzSGDcuCLHLaWj6cHnCo55AOaDm3bIJ38ytZiX+JGyqjx0Sy+nc/lINVAb+SrjzzkzEgFUQ5GTpjC4rtkRk6YwsNa+EKDkeLhPbb05+yMNOzevhXDhz6Ke/r0wmeff47lF0PgZmA7yf0Uo59l4hyM8GdN7I0MlEY+v8LeaLQ/cztptD9zf83I4bgs7rfmHY5rM6AxmUwICAjATz/9hHFvvok/Z83GAf8opHBv1iBxB46vOMgsZ8Y22jLLmQp1MimA+RkaAyYFuHz5cj6Y4WjatCkSEqj1tLG0h04Nf4aGcpBZzoxttDkHmeXM9s/QeHp6om3btnn8oCxGvvslfAzsxMozNKovMUzIpACqP8ssZwWeoTH/a3XFxcVh/PjxOQZR1r4cXnp/kjKjkFESoBGg0SRAc2cDjZubG8qUKZOnA2OHZs2aITHR9pVTgEaARpMAje2Bhi++7t69O58XcLTvex+8KA+jJEAjQKNJgMZgoPH390eNGjXyGUTz1m0QH2/7K6CaBGgEaDQJ0AjQCNDkSoBGgEbTnQY02dnZ2LlzZz4v4Gjd/S54pZlXMkACNAI0mgRobA007EJ55OXlBXt7+3wG0ahhQ8TEGFc7BGgEaDQJ0AjQCNDkSoBGgEaTAI0arXvcLUBjcA4CNKoEaIoDNKYsxIe6Y/umtdh58hJS2WF0lJUSDZe9m7Fl90FEppoXmuXt7Y3y5cvnM4jGjRsL0AjQCNCQuEqVWqAxmZCRmojIyHDEJBXdoqfER9N6kUjJKMQkriEBGgEalgCNKgEaARpNAjQCNJoEaIoDNNnp8D+6GN1qUMVucT+28NyJBZWdistbZ6BZJTs0vPcVeBT4oQI0lhKgUSVAU8qBJjsD4e4H8PV7Y/H5L0twtZBRoomhPpj79ft4/6uf4X6T1VqARoCGJUCjSoDmRoHGhPSkaFw+fwoXPAOUjp+eTORpoX6XcebsBYQn5K9oAjSFS4BGgIZ1awMNKTM1AWumjYFThXK4/40/EEsnNa9iAs5gwoCmsK/bGbN3+5uX5kqAxlICNKoEaEo50CALMV778GxnfgbOGZOXnTcvz5UpLRa7fxuHilSvOz/1JYJussERoBGgYQnQqBKguVGgyUaExwGMGdgCze99CuvPhZuX55UJUb4nMX5IN7TuOxTbPfPXcQGawiVAI0DDuuWBhpUSfgHvDGqMshWb4tv1rual9OPSorF++isoZ+eEZ6as1J25TIDGUgI0qgRoSjvQkEwZ8Ng7F+2rOqB+vxdwPDSvk2bj6vnNeLh1JdTtPBz7Am6+1RegEaBhCdCoEqC5UaAB0pPCseyrZ1GxnD36jZmOOCrLeZWZHIGVXz+PCnYV8PD781CwByJAU7gEaARoWLcF0CA7Da7bfkErpwqoO3A0PJSOD3VmLmzEQy0d0fyeN3CpENMRoLGUAI0qAZpbAGhImanR+PfTx1DOriyGfboUlK6i9Jgr+GPsQNhVaowvV542L705CdAI0LAEaFQJ0Nw40LBSIl3x7sPNUc6hCb5ec8G8lJUJ3+PL0LOxHVre+zJcdbxGgKZwCdAI0LBuD6AhZaZEYeHbQ+BQoTxe/nkf0hJCMefN+1C+amv8tveKeS1LCdBYSoBGlQDNrQE0VGIR470TT7WriXL1umGZ0rJlwm3rr2jrXAF3vzwdxU1fgEaAhiVAo0qA5uaAhp/7vbxjJto7lUfte1/CuQh1cXKoF6Y93x12NTvgz52+6sICEqApXAI0AjSs2wZo2F6ifQ9geJeqcGzSH7/NmYEutcpiwFu/oyjfF6CxlACNKgGaWwVoSJnpOLn8O9RyKI/eL/wIvwA3fDqkOSq36I8tPsVv7QVoBGhYAjSqBGhuEmhImckh+Of9YahYsTxGfb+VlphwatkUNKhQDsM+WozCqpcATeESoBGgYd1GQEMVPiMVh5ZMQn0HOzhWr4Ym3Z/DniBynCIkQGMpARpVAjS3ENCQ0uK8Me35nnAo1xBPjXoRzWvUxJiZW8yfFk8CNLkNpgCNAI0Azc0DDSva9zCe6F4ZVVo8gKVbD2D8gw1Rs9PDOBxoXkFHAjSFS4Am158FaG4ToGGlJQZgysh2sHOojU/+u/a4eQEaSwnQqBKgubWAhkouQs5txMDmFZR63HPkZFyh3EtCAjS5DaYAjQCNAE3xgMaUkYzDi79AY6cKaNSiPRo26IBPlruYP9WXAE3hEqDJ9WcBmtsIaNITo7Hks+GoVL09VniaFxYhARpLCdCoEqC51YCGzllyHJZ+PARlq9TDD3uLuNx5gxKgEaBhCdCoEqApHtCw0hL9Me2l3lSn7dH/lR8sZj0rKAGawiVAk+vPAjS30x2ahEgsfO8ROFZvi1Vu1z6zAjSWEqBRJUBz6wFNRlIUlk95Ck7OzbHYteRaFwGa3AZTgEaARoCm+ECDjEQcWfIxKleqhU82Wb4jr6AEaAqXAE2uPwvQ3E53aAhoFr3/qAI0K9yuXboEaCwlQKNKgOYWBJrEKPw36Qk4VmuKRWdKrvAI0AjQsARoVAnQFB9oTGlx2PfXO6jiWBtfbxWgKY4EaARoWLftHZpKzm2w/LIAzc1IgEaVAM2tCTTLNKA5W3K9LQGa3AZTgEaARoCm5ICmsmMtfLlJf6rmvBKgKVwCNLn+LEBzmwHN/HcfhkO1Nlh2SYDmZiRAo0qA5lYEmkgs/fxxlK/cCAtOl1zhEaDJbTAFaARoBGhKDmiqCNAUWwI0uf4sQHMbAU1mSgL2/TMVL4x5B0evXvuoCtBYSoBGlQDNLQg0SdFYPW00GrXuhaXnS663JUAjQMMSoFElQFMyQLNn7niUt6+Gzzf4mJcWLgGawiVAI0DDuu2A5kYlQGMpARpVAjS3HtBkZ6TBx2U3Fv29HJ5RJVeBBGgEaFgCNKoEaEoAaNITcWrdT+jXbxBmH6ACdQ0J0BQuARoBGpYAjQCNhQRoVAnQ3HpAYy0J0AjQsARoVAnQFB9oYDIhPTkeYSGhSEy7dg9QgKZwCdAI0LAEaARoLCRAo0qARoBGkwCNAA1LgEaVAE0JAM0NSoCmcAnQCNCwBGgEaCwkQKNKgEaARpMAjQANS4BGlQCNAI0mARoBGk0CNAI0FhKgEaDRJEAjQCNAkysBGgEaTQI0agjQCNCwBGgEaARodCRAo0qARoBGkwCNAA1LgEaVAI0AjSYBGgEaTQI0AjQWEqARoNEkQCNAI0CTKwEaARpNAjRqCNAI0LAEaARoBGh0JECjSoBGgEaTAI0ADUuARpUAjQCNJgEaARpNAjQCNBYSoBGg0SRAI0AjQJMrARoBGk0CNGoI0AjQsARoBGjgUwjQxMUaVzsyqGCep0LBhcMI0e6VTryRDSZ3FrhQGNlgcuXwo4oRbCDQxJNBGgk0LG60jYQJrgdGAw2/JsKIBtO9EKBJMgBo2JcuUaOdYGCDmU45cDngDoxRYk9ioOEOrRFibwykHBgojBJ7I4Md52GUuBwa7Y2x5M/nbZWDKRu7dukDjTd5tFFifz5j8HlQcjAQaNgb3cgbuTwYJfZGo/2ZocpIf2ZvDDL4YryeP9vxSeHCYc1I4ErgZgk0DRs1hn94DBLo5OhtZ83gq04RacCJaCA0Vf1bbz1rBe+Pr8i7J6i0b4vzUDA4hyjKgQ2Cw8gc+Bh40rFgsNBbz9rBVxtORBlzDJSgY8AduJNUHo06D2FUD7aEAKcoB74yr7eeNUPL4Wik7coB75P96cQFS6Bp0rQZgmISbepPnA/7kgt1GvhihxH1QcuBy0GIQd7IcM9XYlcGqj5pRA6KP1MOWudFbz1rBufA3sjHgfMwypu4HB430hsp2Btt4c9x/P3UY123VR9oXOlYJJJf6G1rzeCyoHgjHQPt74LrWDvy5mCkLzFQcXkwMgf2Z+7QG5VDOOXAfQWj/Jm90YP6awxVRnoj91vz+rMddyT51pU14xJR3Jaz3ihXAGjqNWyMIwExcKeCobedNYNPBN+d2RmmVhBbHIe8wfvnfw9T5+1AhNpoFVzH2qHkEAscov0fojyMyoGvvPExOEJGeanA57YKNoddVBa4cuh9botguOYcjDoPfBV2bRCwJ9y4HM5SXdxBx0CrH7YI9qd1JyyBpkGTZjgelAh3ajz1trNGKPWBYjcdAwYKW/sSh5YDl0W+W2ZUDuxJKwho2B9sWR44tP2xPx800BvZnw+SN3IeRuTAweWQ20kjvdFW/uxK338pIRtz1uoDzSH63J38Qm9bawaXBR72Z2tvzBu8X+4rGZUD75N9idsnLg9GeuNuyoGhxrAcqCxwG2GEP2vnvjT2XZUhZ9lWDpaXl/6Qs2jzMzR621kzeBhDOv0Pm4Q2DrHgOtYM3j8PJ+ArDT7mW2Z661kztBx4yJs/5cHSW8+awTnwWEgei6k9Q6O3nrWC98+3LvmKA3emWXrrWTO0HPiKgzasQm89awaLx2hvyzPkTG89awYfB76Fzg0FS2+dkg7eJ+vSZf0hZwkJ6j11vW2tEZwP+xKfA77ixCq4jrVDy4HLIl/5YhVcx5rB++d/2Zd4yBn7A6vgetYM3qUy3It80ddAf+bfzvvnPFh661k7uBxqz9DofW7N4GOg+bM27E1vvZIK3h8POduh8wxNG36GhvJg6W1rzeC8lOcLyRv5/5XjYuPgfXJfyZb+nDdY7EsMtVweWAXXsXawOAfuPPNdAlbBdawdLB5yxv6sPeNYcB1rBpcD9iUe7qU9Q6O3njWDc2B/5n6r9sgGL7/jJwXgQmH0pABag2mEtEabwcooKY02VQy+hWuU2JyMHCfOFZRNmo3SKMmkAKVrUgAjHzrVxmgb9dAp1wf2pdWB1FDxHwaIvZF90chnHNkbjZ4UgIfVGDkpAMuWkwKYZFKAQmV0DuxLfDVeJgVQ+wpGTwpg9IRW7Iv5nqEx/2t1ySxnltKARmY5k1nO6DQI0JAEaHIbTO0KoBHiHLgsyixnAjRcDmWWMwEaFrcRAjQCNBrQyLTNeQxCgEaAhiVAI0CjSYBGgIYlQKNKgEaARpMAjQCNJgEaARoLCdAI0GgSoBGgEaDJlQCNAI0mARo1BGgEaFgCNAI0AjQ6EqBRJUBjBhoyJ55BxSgJ0AjQaBKgEaDRJECjhgCNAA1LgEaARoBGRwI0qu5YoDHxwQ8A9uyBadt2RHsH4JyB50GARoBGkwCNAI0mARo1BGgEaFgCNAI0AjQ6EqBRdUcCTVQUsGUL8OSTgJMTTPblEP/cS/DyizSvYHsJ0AjQaBKgEaDRJECjhgCNAA1LgEaARoBGRwI0qu4ooEmjFtHFBfjwQ6BmTaqBVAXNkVWpElLnzjevaHsJ0AjQaBKgEaDRJECjhgCNAA1LgEaARoBGRwI0qu4IoOHhZX5+wNy5QJcu+UBGi6wqVZH252zzBraXAI0AjSYBGgEaTQI0agjQCNCwBGgEaARodCRAo+q2BxoeXrZ5MzBihAXEaGGqWBEJDw+Fr1uAeSPbS4BGgEaTAI0AjSYBGjUEaARoWAI0AjQCNDoSoFF12wJNaipw5ozu8LJ80bw5TOPGIeqSJ84aaNQCNAI0mgRoBGg0CdCoIUAjQMMSoBGgEaDRkQCNqtsSaHh42ezZQOfOlgCjRY0awNChwIYNSqPN/fgLBnYcBGgEaDQJ0AjQaBKgUUOARoCGJUAjQCNAoyMBGlW3FdDw8LKtW9XhZdRBpoJuGRUrAj17AjNmEMWovXdutKOpsWSTMkoCNAI0mgRoBGg0CdCoIUAjQMMSoBGgEaDRkQCNqtsCaHj2Mm14WfXqlhDDwYDTvDnw5ptEDa7mDVVxox1NOQjQCNAI0AjQaBKgEaDRJECj+pIAjQANS4CmgARoBGg0FQtofH3V4WWFzF6mBD9DM2yYMrxMT9xoC9AI0LAEaARoNAnQCNBoEqARoNEkQCNAYyEBGgEaTTcFNDxcbPt2YPhwS4DRwsFBHV42fTq5cOFlnRttARoBGpYAjQCNJgEaARpNAjQCNJoEaARoLCRAI0Cj6YaAhoeXnT5d9PAyjhYtgLfeshhepidutAVoBGhYAjQCNJoEaARoNAnQqL4kQCNAwxKgKSABGgEaTdcNNDx72Zw5Rc9exsPLhgwpdHiZnrjRFqARoGEJ0AjQaBKgEaDRJEAjQKNJgEaAxkICNAI0mq4JNDy8bMuWIl+Oqcxe1quXOrws9sZaX260BWgEaFgCNAI0mgRoBGg0CdAI0GgSoBGgsZAAjQCNpkKBJu/wMn5vDJVb3dCGl124YN7wxsSNtgCNAA1LgEaARpMAjQCNJgEa1ZcEaARoWAI0BSRAI0CjSQGavEXRRAdGG152rdnLzC/HLI5obwI0JAEaARqWAI0qARoBGk0CNAI0mgRoBGgsJEAjQKMplhttMkpFPLxs82bgiScsAUYLHl7Wu/c1Zy+7XnGjLUAjQMMSoBGg0SRAI0CjSYBGgEaTAI0AjYUEaARoNMXScTgbTq3VubPq8DK+80Jl1CKo05vzcsybHF6mJ9q9AA1JgEaAhiVAo0qARoBGkwCNAI0mARoBGgsJ0AjQaEry9oPv9NlAt+t4Oeb69eatSk7caAvQCNCwBGgEaDQJ0AjQaBKgEaDRJEAjQGMhARoBGmV42datMI0YgSwqk1QwLYNfjtmjB/Dzz+Sk1imv3GgL0AjQsARoBGg0CdAI0GgSoBGg0SRAI0BjIQGaOxhotNnLPvro2rOXjRtHDnbRvKF1xI22AI0ADUuARoBGkwCNAI0mARrVlwRoBGhYAjQFJEBzhwLNjcxetnGjeSPrihttARoBGpYAjQCNJgEaARpNAjQCNJoEaARoLCRAc4cBjXl4WZEvx+ThZT17AjNmkGvarmxyoy1AI0DDEqARoNEkQCNAo0mARoBGkwCNAI2FBGjuEKDh4WWnThU5vMxEkdnc/HJMKw8v0xM32gI0AjQsARoBGk0CNAI0mgRoVF8SoBGgYRkKND6FAE1crHG1I4MK5nkqFFw4jBDtXunEG9lgcmeBC0WggQ0mVw4/qhjB1gAaHl42d27Rw8tq1UTaI0MQvNI2w8sKEzfaRsIE1wOjgSbNoAbTvRCgSTIAaNiXLlGjnWBgg5lOOXA54A6MUWJfYqDhDq0RYm9kX2SgMErsjQx2Rvozl0NbwURh4veEnbdVDqZs7NqlDzTe5NFGif35jMHnQcnBQKBhb3Qjb+TyYJTYG432Z4YqI/2ZvTHI4Ivxev5sxyeFC4c1I54rgZsl0DRs1Bj+4TFIoJOjt501g686RaQBJ6KB0FT1b731rBl8Rd49IZf29daxdkRRDnzFg03CyBz4GHjQsYjX+fyGgssSFfSUiChgy5Yih5dlVaiI+K49EfPDDFwJi8VRKg8JVFZ1v9fKwTDDd8pOUnm0RZ0sGFz+uR5sCQFOGZhDGOVwJNK29ZH96cQFS6Bp0rQZrsYk2tSfNF9yoU4DX+wwwpd4n/xKJi6LwQZ5I9cH9qWVgapPGpED+xL7IndejPRG3r+R/szl8DjZqRGewMFX4xluT9gghzj6/hjqsa7dqg80rnQsEg1oI7j8szcepWOg97ktgnPgNoJzMKI+8j7ZGxmouDwYlQN7Y2nx5xCD/Jl9iftrDFVG+YKeP9txR5JvXVkzLhHFbT7rjXIFgKZuw8Y4HBADdyoYettZM/hE8N2ZnWFqBeG/9dazdhyiztvBCLXx1vvc6hGr7p/z4IKhu46Vg6+8HaAcjpBR3nR55NyJ1C9Ep8H1wGkEjeeXYxY9e1ny2LfgfvQizlMDdZIMcmeocceAg+F6F5VHI3Lg8s/DStYFAbvDjSuPZ6kubqdjYMv6yP607oQl0DRo0gzHgxLhTmVDbztrhOZLe+gYMFjawp8LhpYDl0W+W2ZEDhwHyZOWE9Dw3QFD/ZnCqPrA3mi0P3M55HbSSG/kzpstvNGVvv9SQjbmrNUHmsP0uRv5hd621gzNn3fQMdD73BbBOXBfiXMwoj5qvrSH2iduK430Rm4jTxnkjZwDe6LR/nyYPIn7bUZ64yHaf15/pp6dbeTlVfqeoeFnN5RnaKhDa4RM5ltmvgYPOeNbdnx3wChxDvwMDd/CLJb8efayuUDnzpYAo0Uhs5fFplFZMK4oKuNqlGdoqDwaJR7uZfSQMx7SwFe/bK3Llwt5hibB9vfU2Ze4keK7lUaJh3ZwWUzKNC8wQOxLq66qw66MEPtzwTHatpbmz5yHUeIrwIYOOaNjwHfsbDnkTO8ZmjalYMiZ0c/QGP0cD3sjd165PBgl9kZuI+9kf9b6rkYPOeN+a74hZ+Z/ra7SOikAm6TRkwIYCTTapABGNpicQ7GA5npnL+vVq9CXYxrdaNMhkEkBSDIpQOl46FQbo23UQ6dcH9iXVgeqDZcRkkkBVHHHzchJAVjcgbWVP8ukAIXL6BzYlxSgMRAmSoM/M9xyX8HoSQGMntCqoD9TT882klnOLKUBjcxydpOznPHsZWfOAB9+CFSvbgkxHGXLAs2bqy/HdHU1b2ipWBs2mHqi0yBAQxKgyW0wGbKNEufAZVFmOROg4XIos5wJ0LC4jRCgEaDRgEambc5jEAI0AjSsmwKa63055uOPAxs2mDcqXAI0pRBoMqliXrlClSSQKot1nVuAJr8EaPQbTFtLgEaARpMAjQCNJgEafX+mXp9tJEBjKQEaVTcENDy8bPv2aw8v69FDfTlmVJR5w6IlQFOKgIYtIZNarF271PP81FPAqlXUs7JeYgI0+SVAo99g2loCNAI0mgRoBGg0CdDo+zP1/mwjARpLCdCoui6gyTu8zNnZEmI4qEPKs5dhwoQih5fpSYCmFAEN7z+MErn77txzW7kyMGkSOdgVdcUSlgBNfgnQCNBoEqBRQ4BGgIYlQCNAI0CjIwEaVdcEmusdXvbYY8D69eaNbkwCNKUIaKjBQkgQ0LGj5Xl+4glawYUKTclWWgGa/BKg0W8wbS0BGgEaTQI0AjSaBGj0/Zl6CLaRAI2lBGhU5QBNwUabh5dt23b9w8uKUZYEaEoR0PB5SKHC8OefKqgWPOft2wMrVgAJCepGJSABmvwSoBGg0SRAo4YAjQANS4BGgEaARkcCNKos7tDw8DK+Cs/Dy2oU/XJMvPUW1ewL5g1vXgI0pQhotEkB0umALFgAdOpkee55VruvvgKCg80rF08CNPklQCNAo0mARg0BGgEalgCNAI0AjY4EaFRlUA4+qVxB6H+Ul2Nex/CyRx+9rtnLrlcCNKUQaDQdPgw8/DBQqZJlWXjmGeptneVeiHnlm5MATX4J0AjQaBKgUUOA5vYCmrTUBMTFxyMpmQrXDUiARoBGgEZHAjSq+PAHhEQjZO1mYOQTlp1WLSpWVF+OOX06OVrJlhsBmlIMNKyQEGDiRKB2bctywfC7Zg31vm++IgnQ5JcAjQCNJgEaNQRobg+gyU6Nw7nDO/Dnr1Pw+eeT8d1Pc7H12AXEptKXX4cEaARoBGh0JEBDSk2F6cwZJL/7IVKr17LsrGrBw8uu8XLM4kiAppQDDYuHoPHdu9atLcsHD0H77jsglH7ATUiAJr8EaARoNAnQqCFAc+sDTVZyJPb+8w16NK6mnNMKlRxQoUJ51GzZA5MW7lKO8bUkQCNAI0CjozsaaEy0Y569bPZsoGtXyw6qFjy8bOhQYONG84bWkQDNLQA0mg4eBB58UL1jV7C8PPcccP4890rMK1+fBGjyS4BGgEaTAI0aAjS3ONBkp8H74D/oUd0O9jVa4On3puDPeXPw0zfv44HOjVG5Zgf8tsvXvHLhEqARoBGg0dEdCzT8ssvNm9XZy6gTSYXBMrThZT//TD39a/Vwiy8BmlsIaFj8PhqeEEJv0gguNzx9d/L19wIFaPJLgEaARpMAjRoCNCUDNNlZGYgODcbVkCjl+dm8ys6mz8KCERoZA7IgC7ElelNZuJkqmZ4QgaVfDKdzWQ0vfbMWeatU4LFV6N+kClo+PhnES0VKgEaARoBGR3cc0KSmUst4Vp29TG86Xi14eNmbb1pteJmeBGhuMaBh8bto/vhDfwharVrATz8BYWHmlYuWAE1+CdAI0GgSoFFDgKZkgCY1LgQrp76N58ZOxrmQvAfUhLigC5j6zmv4es4W5dnafMrORFSoH/7bfQS7jhzHiRPHcfx4/jhGccHNCyk6NJQcFYhpz3dA5Xp9sLtAs5CeGIGZY3uiUo0e2BZkXliIBGgEaARodHRHAU0pGl6mJwGaWxBoNO3ZA/TvD1SokL88lS0LjB5NB/UCHWA+woVLgCa/BGgEaDQJ0KghQFMyQJNJ8LB68qOwK1cZn6+8aF5KykzGmTXfo15lR4z99Yh5YR6lxuLgvInKubAvV17pT+aNcvb2KGtfHl0eegHu1K8qqOToq5g+uhsq1emFbQH5SSA99gp+GtMLFao3xuwjRTeAAjQCNAI0OrojgCbvyzELGV5mqlgRyd16IPWnn4ksjGk5BWhuYaBhBQQAr76qTg5QsIz16QNs2UI/sPBeoQBNfgnQ6DeYtpYAjQCNptsFaKjng6ALm3B3Iyf0HPWrMoyMlRwTiOmv9IFT03uwO9y8MK/SE3B2/S9o37U37up3L+67717ce2/+uOf+/njxna8QoHOeMhIjsfK7p1ChoiOen7ISV8OikJAQj5gIfxxcMR3dnMugcr02mHus6B8oQCNAI0Cjo9saaPjlmKdPAx99dM2XY2aOGwe/kxdxjTu9VpUAzS0ONKwUqky//qoOWSxYzurWVZ/Hiow0r5xfAjT5JUAjQKNJgEYNAZqSAhqGlyuY9mIPODd9APsUeDEh1G0HBjWwR9dnfrEcbmYW99+96RzcXHXIRMjF7Xiqa006n5Vx7/9ew1eTP8fbb/4PvVvURa0a1VGrQRvMFqC5pgRoBGgsdNsCjTa87FovxxwyRBlexoffhyrm1VR1cyMkQHMbAI2m7duB++4DGU7+MleuHPDaa8Dly+YVcyVAk18CNAI0mgRo1BCgKTmgMaUn4PCSz9HAuT4+XsbPyqbg5D/vwaliHXy86py6UkFlZyDU9xxm/L0Ki1euxfp1a7F2bd5YQ7EOuw6dRDzlqavsTHjvXISne3RC3aqOcHBwRKPmXTDm/an44bNnUcO5EWYdL7oBFKARoBGg0dFtBzR5h5fR+dUNnr2sRw/1arl5eBkffl86BlxBjJIAzW0ENCxfX/X5GWdnyzLYr58KPXxHxyw3ghwBmlwJ0AjQaBKgUUOApuSAhs9qVMBhjOzcEH1Gz0BcQhB+fLYbqjQbiEOBhZhOagz2/v6KxXkpGE3uehyXdOuLSTm3XJ4ygnywdcFszJ47HwePu9PyFPz98WBUqNEGK92LNj0BGgEaARod3TZAwy88vM7hZcpUuxfzPAhIyqTzoABNbv/S5hKguc2AhsXAwjOdNW9uWRbr1wd+/12dQpzk5u4uQJNHAjQCNJoEaNQQoClJoKFuQ1wYFr0zENWaP4T1ezbgsc7V0HvUtMKnTc5Ihvv+fzHsmRcx6pXX8Pprr+G1PPHqq6/i5VdexeQZfyFExztNmWm4cuEg5v+1BCe405NHUd4H8UTHyqjX/UV4XuMcC9AI0AjQ6Oi2ABoeXjZ3LtC5s2WnUQtteNmGDeaN8kuARoBGU4kCjSZ+59Fdd1kOQbO3V6cH9/XFZTc32JUtS4tz/UmARoBGgEaARgsBmpIFGmSn4MKO39DK2RmDnn8JfZs1wbfr/c0f6ov77/ysLdnTNWRpGqaMRBz5dzIc6Vz2HzsH0YkpSEtNReSVC1g0aSgq2lXFiK/XmdcuXAI0AjQCNDq6pYGGh5fxzFHXGl7WuzcwY0bO8DI9CdAI0GiyCtCwPDyAUaOAqlUty+nAgfCcORNOBfxJgEaARoBGgEYLAZoSBhpSfPAlvDukBezsq6Lz3S/j0nXcHbkcr5aHG5cJcYEuGPtAU5QpXxNPTvwSv06fhreeG6xATpt+o7DX99oVTYBGgEaARke3JNDw7GX8csyihpeVKaMO8xk3jnrH1345pgCNAI0mqwENKyEBmDoVZDwWZTbayQkT7e1Rg/5f86fSBjRZGekI9XVHUAz9DitLgEaARpMAjRoCNCUPNJnJsVg/9UWUtXPEo58vMy8tXDlAc7MXezLT4bHjbzzaviWcK9qjDHm+U60GuOeRl7HsiK95paIlQCNAI0Cjo1sOaK539rLHHit0eJmeBGgEaDRZFWg0cdnkIWg85CxP2c2gmEnRmoL9qUkpA5rYoMv4eOQgvDV7rXmJ9SRAo99g2loCNAI0mm5HoDGlRmLVl8+harUW+GPPFfPSwlVsoDEr0f0cVvzyA7778SfM37QdIdoMq9fhNQI0AjQCNDq6ZYCGh5dt3Vr08DIHB6BXL3X2Ml7/BiRAI0CjySZAw+Kpm599VncI2h6K+ynaNm+O+CJexmkt6QNNOvyPLUKLauXQ+7UZOS+js5YEaARoNAnQCNBoKhGgMWUjPTkeISFX4bJ/JQa3r4Vm970Gj+uoZyUFNMWRAI0AjQCNjko90PDwsjNngA8/1H8DOwcPL9NmL7uO4WV6EqARoNFkM6BhxVPL+PXXQKNGFuXal2IK+VNcQIB5ZdtJD2iyU+Owd+YE1KhaH9+s9TQvtZ4EaARoNAnQCNBoKhGgyUqB/4nVeH7kE+jboSXsq7bCpMWnzR8WLQEaVQI0AjQWEqApAmh4eNmcOUUPL6tV64aHl+lJgEaARpNNgUbT6tXI7t5dGXKWr3w7OSH77bepgvqYV7SN9IAmKfoKvn2+O6o2vR8HlDdr5yo5PgyevgFIzOBSVDISoBGg0SRAI0CjqUSAJjsFHgdmo22tymjQohOe++QvhF5nx1yARpUAjQCNhQRo8gCNNoZUeznm8OH5O3d5g4eXaS/HvMHhZXoSoBGg0WQI0JAi9u/HSirb8QXLOsdDDwGHD6vvW7KB9IAm0u8Ynu5SCW2HfIGc02PKwBX3Y5gxeQwGjHwT+7kSlZAEaARoNAnQCNBoUoCm2P5sQmpKKI7u24id+04g/gZsNQdobGPFukqjY6AAjYFQpQAN1YckA/uudzTQ+BQCNLEGAk06VY7zVDDZKIwQN9Tcifc1sMHkn+5HJu0fw8PLTqnDy/Ters5RhqJlC2D8+JseXqYnrhzcFwsyEGi40TYSaFhs0kYCDdcDo4GGjdqIRvuipydqlCmDL6mchxQs9xwtWwILFxL5Wr+QsC/luwJoSoPHvjloW9UJr/zloixKSwjBwY2z8cygzqhWvR4efeFzHPQqORLkHLgcGHUFkMUXWhhouENrhJQLTpQDA4VR4hx4/5yHUeKOm9HeGEs5nLcV0FDs2L2bqn1+oGnZqx88+UODxM2ji4EdSBYXQxfrT7JYqJgnL1ES0QaeB77260o5xBllTCTO4Tz5glHWxM0C99eMvBjP3shAk9ef7TKoYHAnwprBMH3J0xJoGhHQhEbFKA+46m1nzWDS5w4Dd564I8l/661nzeCrHQwzHmQQtjgP+YL3R8edcwh280PIr3OBroUPL0uvXhOpjw5F6saNtK1J2Vb5joLfe4PBx52vMvAxYNLmjpTyvRTJKfEIi4hTOtolsa+iIpx+EN8ZYOrX+9zawb+RZ1o5Q+WRRw7prWPN4PPAnYZtIerVWCOOg5bDiShzOdBZxxrB/nPuohvsCGjYl56jOEuRbS77OeHoqExXbvL3VxpW7mDofV9xQvElSog7kBG0k3Q6DynJUVjz3UhUqNURy86HI8zvFH7/8mW0bFQODbsMwtRle5VcWHrfx1FweVGh5cBlMcogb+T64EWN5SoCGvYom+dA+2Nf4gbb0wh/puDfzDl40f45DyNy4OByeIrKgpHeGEreyG31DeXAx4vqREY6FeYoMpXIyGsHrWeKiMD+1atRkep8LXPwdO59uvWCdwSdiOjr/K4SjpTwSJwN0P/MVpGTQ5TlZ7aItIhIuAdGIiZU/3NbBOdw+Uok4sP0P7dFpNJ5uEg5JNO/ep9bOzLiE+FLjY6bwd7Id4jy+rOdC5nEKerIWS3o+8/EA2tPe6NcAaCp27Ax9vrFKKR5Um9bawbldYL+3UYduGPkT9yZ1V3PmkE57AsH9lCwWeuuU9LB+4mjoIJw7moUgtZtRdpjT1g+P2COrIoVEd25Jy58+TNO0Lk6RQ3KKSpAut99M0H5nKTgY7A/wnwcqDN3PCgEf/31A97/bStOUL4utEx3+xIILnuHqZ5uC6WyasX9XCsOUQ58h8SQHOi4H6d/11IHcoeBx+E41cWtVCet7kta0H5OU/laecwNZcxAw9GNYpO9PbKcKlvUiUwC+4A9x6icZuAk1SPd773ZoHzYl7gccJlk7zwe4InXHm4P5+7P4edl/+GZR1qibOVG6DpqEhZdjgNPEeCqVyfpu87Q8nOUI5/P6/bYPDkcNcIbaf98/veSJywPVPM2IgcOm/tz3qB98m/n48B5GJIDhdHeeFP+zMeO1j0fEI2o+UtgevcdYOJEgJ+JKyreeYfWfRdXRozAT1TXf6f4jeJXisV16iN2wvsAf5fetlaOzIlvI3ys/me2ipwc3rH8zOpB+8yif6PffBupE9S/ddezZphziKIc0g3MIZP+jaTzkEHnQ3cdawbVkeTvfsAZajN3UV0zqr/Cwd7IoXmj3QHqRHJH0ppxkHb070lLoKnToDE2e8XgMB0Qve2sHXwgNgXndqZtHfsouNOwlcIW52E/NQr76cTvD0nD/p0uOPfqh4ivWtOiw5YTLVog9c234HbMFQdTKV/qHO0vxrE6QPs/SB0k/jfvcuU40PfupODjcDAqE+v2r0Gz6g7oOmEpjlCHrOA2JR27aN8bqSzY5DwUErvCjM2B6wFfEec6YWQOG2y8f/anfw7nBxqOVjVrIXL8u0CTJvnqhYkiokkrHP11Cfb5x2E/QYfe9950UB3ZTuV9D/3/kRgTNh3ajNYNHOHUuBsaN2+F1l0H4ZulJ3GAQOx0Eh0rOmZch/J9B22/NygZi3cfxjdb3bGHfuNhinzrFBGlwRu5A8tAY/HbbBQMEezPnIdR9YFz4PbByBx2Uw63nDdSHdofnIozP/6FFLsy+ervdQfP4Km3XELiDo9MCv9Bj2OvZ6zap9Srg1YOPX+m7GyjAB/LIWdNGjdGUhwdDYNkouBx4ny7yijxMCMeK24b0S8O8APmzQG6X+PlmEOGUAuy0bxdCSkzHVlp9IP5wOeTCT5RCfCL5YE8rDSEHpqNxpWrY+K8Q+Zl1hXfvjTy2RFWQgZwiTrHRonrAd+d4YcujRKPiz1rgCV4u1sCTZOWLZGQQAdj+XKgUyegbNn89aSKE/DFZ1SJg8zfUhLKRFxkEPZ4RSOFzocpNhBbfp+I2vZ2qNmgDZ5/6wdcIIi6HmXFBGL+6AfQus1gLNx2Csnp1290/HzfJdoN39o3SjxGm5+hMVLBlIORz6+w+OFbzsMo8ZAvI5/tY/HkFDfsz+FEQQ8Ozl9nJSQkSiSya9QAdu00VzZjVNCfKTPbSGY5s5Ty0CmdEJs8WMVjiDdvLvrlmBUrAj17AjNmgE6MecPiKzs1CpdO7sPCP//AtB9+xqJl2+AVFK1+aMpCxJWLmPbV5/hg6mycuBiApOREeG/5HtWrNMbXqy+r61lZMsuZ+qwCX/EwEuy482TELGdubpZA06xZMyRqL9Y8eRJ4/HGgUiXLesMzAh4/ThWaki+m0hMjsebnceg17B0sXLYaP38yFm2a1kLnfk9h3vL9hDvXL1N6Ck7+NxOPdm+G6g1aY+KP/8E39PrMhr1RZjmTWc5Yt+wsZzze/6mnLOurhIREsYJHKaQ3aoLUQ0fNlc320vNnys42EqCxlE2AJjUVOS/H5PfG0HEvGFw4Tc1bAOPGARcvmjcsGSVG+mL5H+/j/u4d0aRRSzRuUBOVnWvioVGf4pRy2TEd7vuX4KFODeDk4ITWPR7BF9MX4I9JT8G5Xkf8zQMlbSABGgEaXaBJSDCvQQoLAz74AKhTx7Iedeyo3snhl3UWQ+mJUVj57YuoUb0qHKvWRLMWXfH8h9NxMeB6TcKEzPREhAT4I9F8wzMm4Ag+fW4AaleugQee+AK7T/pd886LAI0AjaZbFmgyKPFNm4DmzdWZO6tWBapVu67IdHJCLNXruDyRYG+P7Kr669siTBRZBu6fozTkwOfAZHAOfAzu5ByyGjVC+OsTcDVOG1VjewnQFNBtDzS+vsCsWUW+HDO7Zk0kPDwUCauL93JMPaUnhGDp1DFwqlYfI9+Yhh3HXOF+ajM+HXsfqtiXxyPv/aPMMGUyZeDilYuYMfULPHFfN9SuUgWVKpWHU8P2mLLsAEKirX8LS4BGgEYXaBILlL1sMo1Fi9QhaOY6lBPUCcKXX1KlDjSvfHPKSEvEshXL8NV3v+LIuRv9rgyEeu7A+Kcewrez1yI4hi8akFLDseKHCWhdryqcW96L31ZtR1BcolLu9CRAI0Cj6ZZ+D42JtuZ3SE2dCnz9NfDNN0XHt9/CROE9ejQ+ojo92RxfUPzWoDEiv55G6+hsZ4PI+PobBH2h/5mtIicHg45BJu0/fPI3SJmi/7ktgnMIm/QNUg3OIZRySDciB6ofWUuWIDAsDl7cgTNIAjQFdNsCDQ8v27JFHQpT2ION5uFlmT//DP+rMfA3b1piMqXD7+hidK1VHgPeWZKv45QZdRZje9eBU+uROe8WCKAGS/nfuACsnfsl7m5WCWXtyqFhm6547I0vsHrvIfiHxiCj+KN6dCVAI0BzXUCjiYeYPfKI5RA0rm9PPkk/wuWmh6BRMYA3bUr2dOMyZSDo8mY8M6gZKleujpFvfY8TvuHm78rG2f3zMLRfa1SpUQ8v/7wGee4/5ZMAjQCNpjvuxZoUWwmC8noBR4O+98JdXcUQcREg1zFUnMMJ9X8NEU/DfYGCejiGiXM4R2FglVCm6T9DYf1Lvfrilu1qGrVThTUgNpAATQHddkCTRiVMG15WvXr+jpYW3OFqkTu8jH+6PzUWJT4xQXo8Di96B3b2zpi0wde8UFV6QiT+ee8uODj3wGZ/9QoyHwN++JVlSo3BvFcHoGatFnjx1TFo36gGyteph4deeAcLVu5CQGjJ1yIBGgGaGwIaFg9Be/dd/aGcfAdn1SpqcW68crMv8TngjuTNKiPaA9MmPotGtaqh9d3PYuk+VySavy/O3xVfvzoaL3ywCBGFMBe/DZvfRC1AI0BzxwFNdjZ27typeEDeaN3jbngZN8JG8UaentZIcRtx2gB/1sTeyJPWcHkwSuyNyouPDbw7we9cYX/myYyMEPddub/G74ExSgI0BXRbAY2fHzB7NtC5s2XnSgueveyxx/LNXsaFgmGGOw8lqsxknFs/DXUr1cb4RSfNC1WlxFzF9Oc6wqnhgzhq7lH55gGahEgvfDG8K1rf+yICKT//Exvx6YvD0aphfbTu9yQWbXJTVyxBCdAI0Nww0LB4nP68eUD79pb1jWeB4WEuwcHmla9P7EvcYBYHaBSZMnDo7xkY0K4+ajXvgs9mboBvpHoBgQtcahG+p+SQQGWC/jVCAjSqBGgEaDSVGqAxMIccoDEQJjR/5hezGyUFaCiHJPrXCAnQCNBYqESAJpp6f9u2FT17mYODOnvZzz9Tzz1/q2A1oEEWIrxOYvLr72DZMYKtPIq5cgrPd6yDxoPfQzidA+4zKUBj7mvFhpzDq/c3Q5uBE0D9a7My4HZ0L3Ydu6S8Pb2kJUAjQHNTQKPp0CFg0CC1rmn1Totnn6XCdY57SuaVi1aJAY1ZYe47MeHx3nB2qo2HXv4R5wOufYczLSsTpyNSEZuagcz0dKQmxSEiLABh0bbpWQvQqBKgEaDRJEAjQKNJgEaAxkK3NNDw8LLTp9XhZXwlmI6nbvDwsvHjqZfqat4wv6wHNIWIn605shAt6lTF/75ZqyzKpPPAQMPvneDmK9LjAIa0c0SXYdNsNkZUgEaAplhAwwoKAt56S70TqtU/Lbp1A9ZSeU+6dkUraaBhZcYGYN5no9CuY098t+a8eam+stLicWrHf5jw1U/4ffY8LJg3D398PwkT33wGPy53Ma9lXQnQqBKgEaDRJEAjQKNJgEbfn6mltY0EaCx1U0DDs7bw8LI5c4qcvex6X45pa6DJTInGhp/GoHrddph/Qr1SrDTaqUCI0mhnI/T8FjzctjIen7DS/DCz9SVAI0BTbKBh8RA0nlmwVSvLOskXHqZNU5+9KULWABpVqbjkehqh1zi/ydEB+P2VoXCuWxdNmjZGvSr2yvFwatobv+0s2WndC5MAjSoBGgEaTQI0AjSaBGj0/ZlaWdtIgMZSNww0PLzsWi/H5CEvvXvrDi/Tk62BJiboLEb3roG6/d4A9VXMysZZTzesXrsPwckZiPY/gRlTPsL2s7kDzqwtARoBmhIBGk379gEPPKDOJqjVTS1efJFO9AX14oSOrAc01ynq0EWHRmDNiWNYuWIOXuxVF2WqNccHf5tfoqafdolKgEaVAI0AjSYBGgEaTQI0AjQWumWA5nqGl1FnTBlexkNeChlepqcbBxoTsjJSEBMephy/G5IpDV4H5qJp+Yp48se9yqKEqGAc3r4UY4bfhQYt7sLiM1wesm12Z0aTAI0ATYkCDSsgABg7Vn/GwV691Jf+JVv2VA0HGhJbomdqMjYtnozWlSuh/6s/INyGPilAo0qARoBGkwCNAI0mARoBGguVeqDRhpfx7GXXGl5WYPay69UNA012BoIu7MSXb47H1ssFzl0hV5w1ZSdHY+uPz8KuWmssOumLgHOHMWX8c2ji7ICqzbvg6c+m45S3MeVBgEaApsSBhpVOJ/W339SLDVp91YLr7fTpQESEeWVVpQJostKxddNCtG/giGa9XsThyEJaTlM2/cT0a1X9G5YAjSoBGgEaTQI0AjSaBGgEaCxUqoGGX47Jw8ueeMKyI6QFDy/r0+e6h5fp6YaBJisVF7f/gdbl7HHv+L+UF23RQoT6XcD2dWtw/krheSRHBWLqE11QvkYnvPfFR3i0UxPUqN4Yjzz7GeYf80WIeT0jJEAjQGMVoNG0axfQvz/IBPPX4bJlgTFj8t1VLQ1AE+59FC/1b4Ly9bpjwZ5A89JcmbIzEOLris0r/iVe+wPLV22DW2BEid1ZFaBRJUAjQKNJgEaARpMAjQCNhUol0OR9Oeb1DC+7WLyHdG8YaEhp8Vfw+5sD4FS9HX7eeg5n9q3CqyP6oE7jVvhyReEzKCVGeOOzga3oJ9ihomNNdB/8NP7ZckR5W3kY5RHCr+A1SAI0AjRWBRqWry/w8sv6Q9DuvhvYupUOQAq4z3SRGm2jgCYj9irmvTccFcrWwuif1itvhc6vTIR57cP4R3ujhoMz6tSpjzYt2uChp8ZhzUEvpHJhLqYEaFQJ0AjQaBKgEaDRJEAjQGOhUgM0Wkf+eoaX8VvJeXjZhg3mjYqvIGosrlAeN6KIU8vQoRaBSdvu6NSqMeq374txPy2Ca0DhrU5afCSWfjIczTsOwCczViDQ/LvpNChQxxXEKAnQCNBYHWhYBCyYMQNo3tyybtepA/z6K9LCwuFKq8UZ0VhlJeHEsq/QtDx14IZ8jUC9HDKTcHHnz+jfoQNenPALjh05ih1LfsCTd3VGkzYPYsHBK+YVb14CNKoEaARoNAnQCNBoEqARoLGQ4UBDEUhG7XuVenDbt17fyzF/+YV6vsXs8ZkyEBkaAFcXF5w8fRFH/KOVPK4tEzJTkxDgeQYLp7+LjtXU89i0z7PYe/navWBTZipC3Y/hwNlw8xJV2ntotBdrGiEBGgEamwCNJr4bw3dlKlTIX8/JI9Nfex3up90Rz62GTZUF31Mb8WBbB1Tt+DB+OBVpXm6prOx0+PlfQlyeFBP8juDFnjXQ6P5x8C+mpwrQqBKgEaDRJEAjQKNJgEaAxkJGA012ahoij7ggdAIPL9MZhqJFy5bqyzEvXTJvefPKTI7G0c1/Y/yrI3BPr+7o3LE3+j//MVYc9NIZWpJfWWkJOLl+Nobf2wlOVWvj3sdfwINdWqF5nxdwIf9zzTckARoBGk13DNCwfHyA0aOBatXy1fdsivg+/ZC5bQe1XLYah2lCtP8ZfPBYF9hVb4NvN16CLy1NuoGOQ1ZKLJZ/+iDKV22GVR7Fa2kFaFQJ0AjQaBKgEaDRJEAjQGMhQ4HGPLwsu0sXpQNDB8QyeHjZsGHq9K4lMI1Qdnoijq/8Ee0a1UTrex/CB1M+xwejh6F5dQc06vwM9lyDKNLiQ7Dk0yfRttNATF2wFaFp6Ti7/DvUcKqI/01eqYz9vxkJ0AjQaLqjgIbF3//DD0DTppb1n/wRf/yhThBibWWlwn3nXPRqXAfPfvEPuI1wS6D0bsAbU8O98OOoXnCo1wVb/YvnVwI0qgRoBGg0CdAI0GgSoBGgsZAhQMOdEx5ucj3Dy4oxe5meYq6ewujuddHo/glwz6kIqVj922jYla+EF77dZV5WiLIzkRThB89gchSzUmJ8MOWpnmjY/SmcuMlUBWgEaDTdcUCjiadc5xkLy5XL7wU8C9q4cYCHh3lFK8lkQnJoIPatXYZzURlKebxA9aEwoDGZspCVlYH09BQkxUfD9/JpLPr+LTR1KI/ez/6iTPRRHAnQqBKgEaDRJEAjQKNJgEaAxkI2BRqevezUKXX2Mr1ZjrTg2ct4eFkxZy+zVDoCTixEW7tyeP6Pg+ZlrGycO7kBjerVwKvf7zcvu36ZMtMQcHYrfl3wL8JustEVoBGg0XTHAg2LoeX554GqVS19YcAAYM8e1UdsIKXBZG/kgkmlMy48CJ7uF+Byaj92rF+LVSuXYNGi2fjjjx8x5ePxGNSrDewcqqDLwNHY4lqM8admCdCoEqARoNEkQCNAo0mARoDGQjYBGu3lmHPnXvvlmEOGqMPLrCFTGvyOzEen6vXx6twD5oWEOYkR+G/mRDhVq4JR3/xHzOUC3+BYpRGxlQRoBGg03dFAw0pIgOnbb5FVrwFMmjdo0aiR6iPFnRTkOsTe6BqXjYioEJzcvQqT3hyFQff3Qc8erdGkQV3Ua1IPdWrXQd269dC8VRv0vOc+vPTtLzgaWDKVSIBGlQCNAI0mARoBGk0CNAI0FrI60GgvxyxieFlWhYrI6tGrxIeXWSob8aGXMGvyNPx7xF2ZKjk7LRFHlv+M3k0dUa9xSzRrWBfO1Z3x8MtTcOJKcQeNXL8EaARoNN3xQENiOwpevg6pPfsC9vb5PYOHo06cqE4oYEWlUYG8FJ+G07sWoV9t9XjUanEf3vnoM0yeOhU/z1uIf5dswK5dx+AbHIK0Er4EIkCjSoBGgEaTAI0AjSYBGgEaC1kNaHhYyOnT13g5ph2yW7RAzOtvIeJMSQ8vuz4lRwdj5ptPo+/Qj/Dv9gPYu3EJ3nvhbjiVL4tB42cinlsSG0iARoBGkwAN2QfFeSoLsWddgWeeASpXtvSPwYOB/fuBdFrRClIb7Uz4XTqGbyc8jmaN66FF9/9hzTEPBbisLQEaVQI0AjSaBGhUXxKgEaBhCdAUkFWAht8GPmcO0LmzZSdECx5eNmwYsjZuxBUyam+DCmV2RiYifa/gIh0D7Y0TGVEXMWFAQ1So2RGLXWzTggjQCNBoEqAxN5jUaCunIYH+Z/JkoGFDSx/hmdHmz6fWveQ9NI0bTKoPapVMwJ7V03BPh0ao4twUE2b8C78Q6x4XARpVAjQCNJoEaARoNAnQCNBYqESBhoeXbdkCDB8O6hlZdj44eLhI797q8DL63VwW+W35/JZ8o8SNxVXKIcDcYGalJmD7r2PgUKEWvlpxWV1oZQnQCNBoEqDJbTC5I6mIn8NbsQLo3l2d9UzzE46KFYH331cvpJSgOAcui3lnObt6YRcmPtoDdSvXxf3DP8OOox5ISLNOqy5Ao0qARoBGkwCNAI0mARoBGguVCNDw8LIzZ4qevYw7ITx72VtvUU3IHV7GhSKQOvElDTSmjGSEBPghOOba7puRkYVAWi3Q3GCa0mKw7uunUaVqc8w5QL1bG0iARoBGkwBNboOZAzSazp8HRo7UH4L2yCPAkSNcoc0rF096QKMoIRzLv5mAlrWrom7bodhwIdz8gaWyTZmIS4hGKrc8NygBGlUCNAI0mgRoVF8SoBGgYQnQFFCxgYavis6efe3hZXzXht8zUUAlDzQmRF11w/qF0/HS8GH4bpWbebmlTNkZCPc5jeWLlmHLpRgEc6uBTHid2oSnujVA+wcnwMdG5i1AI0CjSYCmCKBh8Z3gL74A6tWz9JrWrYG//6YNi38CCwUaRZk4t2UeRj09BmtPF/bSzyxEBZzB919OxNx1B2+4A8IQwx35VYECNAI0AjQsARoBGk0CNPr+TK2gbXRbAQ13KrZtU0GFfodu8PCyHj1yhpfpqSSBJjk6BCf2rMHbz92DmtWroH3fhzB3c+GTDWSnJWDf/PdRs6wd2j/6Pv5cvwPrlszCCw91RaOWd+OvnQHmNa0vARoBGk0CNNcAGk1Ll6rTwBcc3urkBHz8MTn9FfOKN6eigcYsU5IybFZXWem4sm8l7q/nCIdGbfH2zBXwCI1DFn3v9SqY9r2h8BtAVpcAjSoBGjUEaARoWAI0AjTwKQRoYg0EmnQqmOepULBRXJe04WUffAA4O+fvSGjBHYyWLYEJE6jUFz17GV955E68bzEazOz0eLif2IOf3h6Fjk3roW7Lrnjt29nwjMhT4/U6EaZMRPgcwZevD0GrJo1Rp3ZdNKHzce+QUVi8x928km3ElYOBJshAoOFG20igYXGjbSTQcD0wGmjYqI1oMN0LAZokA4CGfem6Gkz2oscfJ4hxtPShYcOAo0fJ9W+u1eUcuBwUq8HMSMGlfUvx/H1t4GhfHnc9NxknrqcFNGUhIigAO06ew+yTAUhM5y6t7cX+zENxGSiMEnsjD73ThgQboQQqQkZ7Yyz583lb5WDKxq5CgMabPNoosTeeMfg8GA1V7EtuBDRcHowS53CJcuB6YZS0C04MmEaIvZH7a0Y+/63cECjgz3ZcSZLoxFgzUmjHF9wtgaZRo8a4GhmDVPpcbztrB3cgT0UDkcQpfJfGYh0+NnSQUqnwmHz9ipy9jF+Cl1q9JhKHPIakDRuRxL+JtrX4zjwRT5XSiwoEV1A2Cr11dIPXzcjEVZ8L+O/Pz3B/6waoVLUJHhw1BdsvXIHmueFBvti1aTP2nAwCt4cFvyeVlqWlp+LAsVNYtm0vjp92QVBCunJFrOC61gyGCT4GXDlu6DiUUPBV6BCqnFwWbFEf9IJzYINwocbCiBy4/EdSwdkaojZYRh2HKMrheJRq1HqfWyPYn067WgJN06bNEBabaHN/Yl86Q+cglCqori9x8PHhehoRiaQPPkJKzbqWL+Js1065k5MZG6+sm0g+pvtdOsE5cDkIL8wbrydof+xFEb4X8dnrz6BZ2774fqNf4f5CLVRsXCgOb1iEt54ehhatOqJr/xH4fu4qeARSO0HbsT9wXdHdvoSD/dkzgWD3Rv25BIO90Z1y4DyMyoHL4UmDvTHYVv6slK9sbNymDzSX6FhwZ1J3WysG18EoqovH6RjofW6LyMnBxv6cN7Q7dVwejMzhmv5s5eDRHNxXiCiOPxcj2Bv52hTfLTPKl/T82U5bYLWg7/ei3vSO894oVwBo6jVsjJPUUPnSSdHd1orhQXnxydgTpl6J9Mj7OR8TytmdCqx7cDQC12xF1uOFvxyTh5dl9OyNK9/9jMtXY8H3N9ypwuXdn0XwPiiOkTkciVQLh+56OuFB63pEx2DulJdQ1cERXQa+gMkrjuIinWAq4/CICsP6Tavx5ovD0Lh2fTwzbZMyNXTBc83HwIvyPEeV4yIFHQoE0L9517F2cA78Lx+DE3QsGPAKrmOL4CEVe8Jv7DyUdLBJ7jUoBz4PfNVpfRCwz6gcKPjOxC4qiFq5sHpwHaC6vuWUJdA0bNIMZ0IS4cs+oLetFYJ/N8P9fjoH3HAX6c/8GXd46Vz5zf4HGe07WgxBMzk5IfGTL+DhcQVu7LPsa3rflSc4B/ZGLot8VdyzwOc3FPRdftTQ+CenYN2+QzhI3+lDdKW3nldSBo6eXI2H2laEY/32eOCJ0RgwdCBaNGmC+/73MVa6JijP9dmibCj7oGB/PnqD/lxSoeVwlHLgTqRR3niOfInbyTvBG7lt9UrOxvz1+kBzjM6Hbvm1cmjeuJvOg97ntoi8OdiiDhYMzZf2R1B7TeXB6n1XndBy4DZS8UYDc9hL54Gn1i+WP99kcBvF/bUb7buWVGjeqPgzhZaDXQI1iHz7zlrBV5gSsqkAulneoWnYqDECwmOUuwf8DIPe9tYKzouvNpyIVkmbaU/5jBrfWMo3NjUNsSdcEDfxAyRVrW559VMLnr1s/Hhku7qCjimofKm/5Rq/h/fPpM8nhU2Cr0LpbaMdPx5+on1vHP1/XGoSTu/8D5N+Xa5Mu8xKy0zE2TMH8c3nr6FZrZqo2bgTXvlkJs4ExSn0yt+Vdx/8N5P+Zdo/F9CcHPKsY+3QjgMfAzaHwo6DtYL3H0f741uX3Gng42TL/XNo54WHlvCVUCNy4PIfTuVoS4h6JdSo48A5sEkqx8QGwfvh+nXigiXQNGnaDEExicrdDVsdC86HfYmfIwqiMsnDGgrdNy/nMNF6lGP2sePAsKFApUr5PCqTIm7oCMQePUn+lqX6WxG/h3Pgu9ZcFvnOZY433kyYc4zPgvJCzpQi9h2fmY2QEDcs+m0KFu10V97RtSEoCac2zsS9Taqh3RPf4jIdE74yW1T+JRF8DDR/ZtC3tS9xcA7sz7x/bqyNyIH3x2PltTsDRhwDzZ9PWtuf6Xu5beVyuHarPtC4mu8MGHEc+G4pw7X2d8F1rB28zzDyZ86hWJ5wk8H7Z29kuOXyUKQ3Wik4B/ZGbiN5RIWROZSIP99E8P7ZGxlwlWHJBh0D9kbutzLcad5ILZ5tVNgzNHGxVDoNUjo1rhbP0PA7H/x5eNlsoGuXfB2DfMGzlw2lzsOmTeYNb1zX9QxNVjriIyIQn0JnqzBlpiHS7xJWz5mCQT2bo3bdhhj41DhsPXbtd1NwDvxglZEPnfJYSH6wi28jGyU2hdLwDI3RD+Qb/QwND+eQZ2gI8Mmkb2qMdng48N57QO3alp7Vvj2wcgV9MeNP0eIcuBxw580oXSE/WEc/B9lJ2PHjMyjj0BTzj1IBtZHkGRpVXA7vuGdodskzNHpScjCuyybP0JjF7aSR/lwanqHR82dq5Wyj0jrLGZtkMh0YRTx7GQPKE09Ydga04NnL+vRRZy+LLZ67KA81FVkoMhHtewzfjX8Py4/rz1pkykiD94E1ePXRu1DVqSa6DnwSf2w6oTz3cz3imSL4pZrcaBolmeWMziOFzHKmQpXMcqbeseSrUDelLDqI8+cDHTta+le1asCXX1JrFGReWV+cwzVnObOi+LoS+9Ja5hdTEo4tmAC7ijUwZYOnuoINJLOcqeJyKLOcqUAjs5wZmwP7El+Rl1nOVH8u1qQtxRD3XWXa5tIGNHRAztLBSE5Opf8xz15Wq5ZlJ4CDx6brvByzOLom0JhS4bXvN9S3K4txf58yL8yv7NR47Jv3MZq06oZPf1qPoPAbK+ECNKoEaARobhug0XT4MPDww+pFGM3HtHjqKeqZnObem3nl/DIaaFgh9PvXXE2Fv+shfDSsE5ya3oOt/JCDjSRAo0qARg0BGgEalgCNAE2pBJr0bBMuX/ZF6p+z1Hc6UE66wZDz2GO6L8csjnKAptAGMxthHtsxqG4F3PfpKvOyAjJlITE+FN4+RV9xLUwCNKoEaARobjugYYWEABMn6g9BY89bs4aoxfI32hJoTKZ0JCfHICIkCFcCfKmtuIwLF05j054DmDh1Op54oAu1HXXwxEfzEEx1xFYSoFElQKOGAI0ADUuARoCm9AFNVBSyN29B4rARyLYr8HI6LSpWBHr1An75pdjDy/SkAY1fUjZSwgKxb9sWHLoYaP5UVWzIRbx6bzU0f/RbZdrSkpYAjSoBGgGa2xJoWOlUsHjK+TZtLD2O36f13Xcq+OSR1YHGlI2EqCCcO7Qb/y76A1O/ew+vP/8URox4BAMf6Itu3VqjefPmcK5eA3Xbd8dLX83CucPb8fvC2fAItc05EaBRJUCjhgCNAA1LgEaApvQATSphAb+Q7sMPgRo1LBt4LXh42bhxwKVL5g1LXkqhoHQCktIQsH0x+jVwQpP+L2HHWX9o9TU55ip+GN0HdVo/qUwHXdISoFElQCNAc9sCjaaDB4HBg9ULNZrPafHcc1T4LpApqS1kGjeYVB+sAzQmxId54I+PX0T7+tVp9w5o2bYjunTvip733Y9BAx/HM0+PwRsffYnXfluEbZe8lfoRsOMXNKrqgHGz96pfY2UJ0KgSoFFDgEaAhiVAI0BTOoDG1xeYdR3Dy/gt28WYvex6lXOHJtmE9EhfLPn6dbStURn12jyIhfsuIpkqDtLjseWX19GkYXts8FO3K0kJ0KgSoBGgue2BhnXlinqhRu9iTo8ewNq1VBCSwf02q92hMWUg+PxWPH1XK5SvUBYNOg3FmgMXkJyaisS0VKRTa82TAoRSbNMOf1YKPHf8iSbVKuOZr0t26G9hEqBRJUCjhgCNAA1LgEaAxligiaYe0rZtwIiiX46Jnj3V4WVxtunRaUCTOylABo4s/R7dW9ZG1fod8c2Sg4ikXNy3TkeLZo0wbRf1NktYAjSqBGgEaO4IoGFl0Bf/8QfQqpWlD/IFnR9/RGpoGM6TJyRSLtZSpP9hTJ74KJrUq42+w17HxuPeSMnzm9mXVl/lJwlJ2SnwIqBpVqMuJvxxXPk8MS4S/p6XccHND/FpJd+7EKBRJUCjhgCNAA1LgEaAxhigSSP3cXFRh5dVr27ZeGthfjmmNYeX6ckSaFQFnFyD//VuA6cq9fDyNwtxZt8S9G7TEm/+fsS8RslJgEaVAI0AzR0DNJr27AH69wcqVMjvh3Qc0l4cBbdj55HMk/1bU9kx2DjrS/SsVwvOTbvjyz+3wDdMfU8Oe9LqnLlOMuG3Zzaa16iNUZ8twZED6zDlozfxyN290HvIROzxijKvV3ISoFElQKOGAI0ADUuARoDG9kDjxy/HnFPk8LLsmjUR/+AQZNlgeJmeCgMaVlzwMXw5qhdqVa2FwSNG4Z62LTH8g0Xq1coSlACNKgEaAZo7DmhYAQHAa69ZXPDJpkjq3pu8cTMVDOv3pv0OrMGbD3RHlSrVMOilr3AuMBYhVCnW039iqY0IcD+HJd+PR81KdnCu3wytmzZGHfq3130j8NakmTjpW/KFVoBGlQCNGgI0AjQsARoBGtsBDQ8v27oVGD48XwOdL/ih2J49kTbjZ5y7Egej+tFFAY2ipKuYOelZ1K9YGRXtyqP36CkoaU8XoFElQCNAc0cCDYsnSuGhtvR7czxSizp1gBkzgIgI88rWU3acH/74+Em0adESb/y4CacDPDHln5WY9N47GNb/LlQpR+2HfSV07Ps/fPPDPOw+eTln8hRrSIBGlQCNGgI0AjQsARoBGusDDQ8v4xfFXc/sZfxyzEuXlAdflRdrGlgoigQaVnYC9v4xBd3qVkfNu18t4p01NycBGlUCNAI0dyzQaNqxA7j/fpBR5/fMcuWAV16xzZDczFSc3rcaf82ehZGDusOhSi3UqdcS/QaPxPPDB6F29Ub4cM4Z88rWlQCNKgEaNQRoBGhYAjQCNNYFGh5eNncu0Llz/oY4b9SsCQwZkm/2Mi6Y58kkkw0qmNcFNCxTCrb9+AKqOd+DHYEl+zYaARpVAjQCNHc80LB8fIDRo9X302jeqcXdd6vQk2LlimpKw4lVv+DR+/tj0KvfY9N+N3B/PvLYQrSoUQ8T/1QnBbC2BGhUCdCoIUAjQMMSoBGgsQ7QXO/wsj59dF+OyQWTTbLUAw3ScGn7T2jk1AILzpasmwjQqBKgEaARoDErNRWmH39CRrPmMGk+qkW9esBvvxFdRJpXtp78E9KxNsz8R3YSXNdPQ6NqtfDO3FPmhdaVAI0qARo1BGgEaFgCNAI0JQs0PLxMezlmYbOXUeck5+WYFy+aN8yvWwFoTCYTYq564p/JL6BqlQ5YfolqcwlKgEaVAI0AjQBNrnjXV1ZvRmqfu/WHoI0dC3h4qCtbQVwfrqQCa4Opg8kL0uNxbPGHqO1cHZNWWm+/eSVAo0qARg0BGgEalgCNAE3JAY02e9m1hpc9/jiwYYN5I33dCkCTnhSP5d+/g/plHdHz0Y/hWcIFSIBGlQCNAI0ATa54YOs5Ko+Jlz2Bl0YBVata+ux99wG7dlHCJd/L49mi2ZNWBZqBJjMR5zZ8i06tW+Ordd7KOtaWAI0qARo1BGgEaFgCNAI0xQca7eWYRQ0v45dj9uoF/Pyzuv41dCsATVpSLNb/+hmeefJD7HezzrsWBGgEaFgCNAI0mtK4waSOg/LrExKAqVNBhm3pubxs1iwgqmS9SQMa5cWaXDmQhYRwVyz89ScsPOinrGNtCdCoEqBRQ4BGgIYlQCNAc/NAk3d4md6Dqhza8DJ+OWYhw8v0dCsAjbUlQKNKgEaARoAmV5zDBaoPiXm9cf16oG9fdciZ5r0c/Dd7r5eXecXiyxJocpWSmV7i7+PSkwCNKgEaNQRoBGhYAjQCNDcHNDy8bPbsooeX1aqlDi/buNG80fVLgEaARpMAjQCNAE2uFKChHPIBDevyZeC554AqVSy9eOBAYM8eIJ0KcjFVFNDYSgI0qgRo1BCgEaBhCdAI0NwY0Fzv8LIePdTZy65jeJmeBGgEaDQJ0AjQCNDkqlCgYfEQtClTgAYNLH25aVPgr7+ox1G8Xo8AjSoBGgEaTQI0AjSaBGhuBaDh4WUuLkXPXsbRsiUwYQL1vFzNG96cBGgEaDQJ0AjQCNDkqkig0bR6NdCzJ1C2bH5/5qny33mHjM3HvOKNS4BGlQCNAI0mARrVlwRoBGhYpRNo4ql0srSXY3bpkr9xzBs8e9nQoflejlkcCdAI0GgSoBGgEaDJ1XUBDYsvKj35JFC5sqVfP/QQcPjwTQ1BE6BRJUAjQKNJgEaARpMATSkEmvqNGiHG1xfYvRsYMcKyQdQi7+xlBV6OWRwJ0AjQaBKgEaARoMnVdQMNiz150iT1pZuaZ2vRvDmwcOEN+7YAjSoBGgEaTQI0AjSaBGhKGdBUoBjk7IwkfvFl3bqWDaEWPLzsBmcvu14J0AjQaBKgEaARoMnVDQGNpuXLge7d1VknNf/mcHJShxHzxavrlACNKgEaARpNAjQCNJoEaAwGGi8CmrJmoGlOMY7iPAUt0I8SHl6mJwEaARpNAjQCNAI0ubopoGGdPatO5sIQo3m5Fuznx44BGdf+YQI0qgRoBGg0CdAI0GgSoDEYaLz9/VG3QgU8QsawnsJEoTRyBYMfKLXC8DI9CdAI0GgSoBGgEaDJ1U0DDYtfsvnJJ/pD0Fq1AhYvph9XdCEToFElQCNAo0mARoBGkwCNkUCTloawHTvwc9myCOdGTS94mAK/HJOHoFlheJmeBGgEaDQJ0AjQCNDkqlhAw6JOoQIuHTtazoLGd28+/ZQqPNFKIRKgUSVAI0CjSYBG9SUBGgEaljFAw+OmZ80CunbN36jlDR5e9thjVh1epicBGgEaTQI0AjQCNLkqNtBoOnVKHYJWqZKl7/MLkY8fJyO0bJUFaFQJ0AjQaBKgEaDRJEBja6DhYQdbtqiNWcErdObIKFcO2fwQKb8c08rDy/QkQCNAo0mARoBGgCZXJQY0rFAqVB98ANSubdkO8B2c//6j3gH1UvJIgEaVAI0AjSYBGgEaTQI0tgIafjnmmTNqA1bEyzG9KJbXqYPEEyfMG9pe6VQwz1OhYKMwQtxQcyfe18AGk3PgQmFkg8mVg4EmyECgiSeDNBJoWNxoGwk0XA+MBpo0gxpM90KAJskAoGFf4gYzwcAGk3PgcsAdmBKRiSr5ooVAp05AmQLtAQ9B+/JLIDDQvLIqvtDCQENbGiL2xkDKgYHCKLE3MthxHkaJy6HR3hhL/nzeVjmYsrGrEKDxJo82StyJPWPweeAcjAQa9iU3AhouD0aJc7hEORjpz9oFpxLz5xsUeyP314y8GK/cECjgz3Z8QPjE3HTw9vRF/D0mHl42e3aRL8eMothMMYSibuMm8I9NRAolpvvdVgy+8shXxE9GAxHEYPy33nrWCt4fX/nyogLBVxyKfR5uIrQcPOgEchiVA5sTHwOmfSNy4AimysllgTv1ep9bM5SyR8eAr3jw3QmjcuB6sDWEcqAGy6gcIimHY1FAUoHPrBW8z2RqHFxcLYGmSdNmCCV/SrahP3E+7EvcaQhJtd1xyBtaDlwWw0rKG+kYczuRcPQYEh98BOkVdYag/W8kTC4uSM3IAtkB3GmDVcQ47FElksMNBO+PfcmTcuAOlJHeyPvnPIzyRi6HJ4z0RgruPJ2yQQ6J/P0Z2diwTR9oLlIeKVyWdba1ZvBxYG88TsdA+7vgOtYO3ie3EZo/2zoH3h/7Et8t5PJglDdGlQJ/5hy4nQ6n82HrHHj/St+VPOmSGar01rNmcA7sjdxvzevPdtxocGfypoLI6DKd1EvB0fBfsw0Zjw+3bKTMkVmuHE5Th+E9+v9qFGwQdRs2xvHAGHjTSdH9fisGH4SLFLvD1Ss//LfeetYONofDFHxi9D63RRyJpDAoB+24H6Icjht4HPjKF5cFTzNgGhFsUHvCjMmBzwNfkV8fDOw18DjwVaeddAxsWR89yMc2nbQEmoZNmsElJBHe5HF621kj+Hfz1b99dA64TBbLn28yOAf2xj2UA1+ZL7FzQcf5EnUG3bzDEPHm20CtWhbtRFbHTghauhIXIxNxhH77iqvq3Spblgct+DwcJU8y2hsPkzdyO2GYN5IvsTca2UZxB5LLo7V9yY2+3yM5G3+t1weao3QMvLjfo7OtNYPLguaNep/bIpQcyA92sT8bVB/Yl9gbuTwY6Y3cRjJY3Vb+fAPB3siexP02o/or/C97c15/tuMrHkw7NxS8DSjS0pB48jQS3/kQydWqFz4Vc5s2CBk5Et0qVKA/83QYGjXG1YgYEM/o78eKwWMPmfC0OzTaFQdbBo/BVAoDnYxUauj11rFmaGTPhcGD8jAqBz4OXBj59qUROXDw1RYuC3wrV+9zWwQPP2SoMSIHrg981WdrqNpYGJIDBeeQ9wqg1YN+Nx32Iu/QUNHQ39YKofkSdyK5TPKVJ731rBlaDnyHRrkCWNI50PFMT6cTPW8e0L59vraC25A0aksSv/ga7l7BWBlB/kBl0TB/Jm/kTouR3sj75zv5RnujUfvn0O7QWNuXuKwnZxd+h4Yv4Kab9Le1Zmj+zN6o97ktgsujcpeIcjDSl7gTz+XhpvquxQzOgZ/f4TYy1EB/5uHp3FdQ+q4G5MC+xCNquN9mpDdy3zWvP1MrcjOiGu3nB8ydC3TpnK9ByhfayzG3bYOnry/sHBxoca5BNG7cGLExdFYMEo+FvNOfoeFxiPIMDVUOs1EaKXmGhoyJcuDGwtYqdc/QUEPBFxuMEudQos/QFKYDB4DBgwFqG+ig54uoJ57Bwd3nyCcpGQMkz9Co4nJ4Jz1DYyKgkWdo9CXP0Kg5yDM0an+t1D1DY/73+hUdDWzeDIwYYdEA5QS/HLNPH3X2MvML1Lx9fFC+fHn6ONcgGGhiDAQaLhRs1DLLmdpoGiWZ5Ux98FlmOVOhSmY5U4dZ8Thlo6Q1mHzVy+oKDgbeeku9AEbHXQu+W5PcsSuy164FkmxvUDLLmSouhzLLmQo0MsuZsTmwL/FdAZnlTPVnvjtjhLjvemvPcqbNXvbhh0CNGvkanpygDoHyckxunC5dMm+oytvbW4CmgARoVAnQCNBoEqDJbTDvGKBh8RA0fl9Z69aW7Qq3N1OnqtM/21ACNKoEaNQQoBGgYQnQ3OpAw8PL5swpcvYy5QHPIl6OKUBjKQEaVQI0AjSaBGjuUKDRtG8fMHCgepefzkG+eOEFSuoCVRauLdaXAI0qARo1BGgEaFgCNLcq0PDwMn45ZlHDy3jssza8rIiXYwrQWEqARpUAjQCNJgGaOxxoWP7+wBtv6L/HrFcvYONGKqzW7+EL0KgSoFFDgEaAhiVAc6sBDVVouLoW/XJMfvs/Dy8bP57O7kXzhoVLgMZSAjSqBGgEaDQJ0AjQsExpaUiZ8SuiG1EbQ+ciX/BogJ9+AsLDzWtbRwI0qgRo1BCgEaBhCdDcSkDDt/P5+Zd777VsSLTgBmX48EKHl+lJgMZSAjSqBGgEaDQJ0AjQsGj3uEL1Ydd/O4EB/UGNR/42iC+ojR5NSV5QN7CCBGhUCdCoIUAjQMMSoLmVgIZnk/nuu/yNhxaVKgE9e6rDy24QRARoLCVAo0qARoBGkwCNAA2LpwX1o87jcmoesnx8gFdeBpydLduku+8Gtm6lglPy5iFAo0qARg0BGgEalgDNrQQ03IBPmmTZcLRsCUycaDF72fVKgMZSAjSqBGgEaDQJ0AjQsBho2JNWX1Xv1iA1FZgxA2je3LJtqlsX+PXXEh+CJkCjSoBGDQEaARqWAM2tBDT8/Mzx40CPHurzMwQdGDZMffdMMWaXEaCxlACNKgEaARpNAjQCNKx8QJO32eG7MXxXpuAQNP77tdf4RBarncorARpVAjRqCNAI0LAEaG4loGFxg3D6tHpFbMUK6u0V30kEaCwlQKNKgEaARpMAjQANq1CgYVFbgpdeAqpVyw81HP36ATt2qHd0iikBGlUCNGoI0AjQsARobjWgsYIEaCwlQKNKgEaARpMAjQANq0igYSUkANOmgU6SJdQ0agT8/jsQFWVe+eYkQKNKgEYNARoBGpYAjQCNAI2OBGhUCdAI0GgSoBGgYV0TaDRt2AD07QuUK5cfauztgXHjAE9P84o3LgEaVQI0agjQCNCwBGgEaARodCRAo0qARoBGkwCNAA3ruoGG5e4OPPccULVqfqjh6N8f2LOHftCN90QFaFQJ0KghQCNAwxKgEaARoNGRAI0qARoBGk0CNLkNpgDNdQINK556Od98AzRoYAk1PARtzhyqYDdWsARoVAnQqCFAI0DDEqARoBGg0ZEAjSoBGgEaTQI0AjSsGwYaTevWAb17q0PO6BzmRIUK6msH+J021ykBGlUCNGoI0AjQsARoBGgEaHQkQKNKgEaARpMAjQAN66aBhnXhAvD000DlyvmhhmPwYGD/fiCdKts1JECjSoBGDQEaARqWAI0AjQCNjgRoVAnQCNBoEqARoGEVC2hYcZQ8vyBabwganVcsWEC9oqLbHgEaVQI0agjQCNCwBGgEaARodCRAo0qARoBGkwCNAA2r2ECjid+jxi+JLls2P9Q4OADvvVfkEDQBGlUCNGoI0AjQsARoBGgEaHQkQKNKgEaARpMAjQANq8SAhnX+PPDEE/pD0B5+GDh8WHcImgCNKgEaNQRoBGhYAjQCNAI0OhKgUSVAI0CjSYBGgIZVokDD4pdsfv45ULeuJdS0bAn8/Tcd8PwFX4BGlQCNGgI0AjQsARoBGgEaHQnQqBKgEaDRJEAjQMMqcaBhmeiL/v0X6NIFdLLzQw3fvfnoI9ppgHllARpNAjRqCNAI0LAEaARoBGh0JECjSoBGgEaTAI0ADcsqQKPp9GngsccAR8f8UMMxbBhw9CiZUgb4pwvQCNBoIUAjQMMSoBGgEaDRkQCNKgEaARpNAjQCNCyrAg0rMhL4+GP9IWjt2gFLliAzLh5X6Pf7GggTAjQCNJoEaARoNAnQCNBYSIBGgEaTAI0AjQBNrm57oGHxEDR+dqZDB8shaE5OyPr8cwR6BcLPwPMgQCNAo0mARoBGkwCNAI2FBGgEaDQJ0AjQCNDk6o4AGk3HjwNDhwKVKuWDmmyK2KEjEH34JJm1MT0HARoBGk0CNKUEaOgYCNAI0AjQFJAAjSoGGj4GXEGMkgI0Bho1N9oK0BjYcRCgEaDRdEcBDSuUCv677wK1auWDGiXat1ffZ5OQYF7ZdhKgsT3QmEwm7Nq1S/GAvNGm593wNrBOplCdPGPgeWAZnUM67d+NqmGswd54iaAqwUigoRxcKQdus40Q7zaoFPRdDQMaPz8/XaCJj6ezYpC4PF6kg0FeaZhCqGIGGHjVh3WVDkCQgQeBGyw+BqEGmlQiGcRFAysnK55yuGwgWArQCNBo4quQDNdGA82qQBsBDYvvwsyfD3TsaAk1VasCX34JBAebV7aNBGhsDzSswoDGx8BObBodiLMGejOLO9JnDMwhg46BO1lynIHngXO4TFCVyL16g5ROObhSDgyYRojrZAj12fxT1b+N0A0BTVpaGsLCwhAaGqr8W5yIiIjA8ePHLYCmQYMG8PDwUD7X287aERgShgN+YQigf8N1Prd2hISG4dyVMJwKoGOk87ktIphyOEM5nKUwMgcX2v+FQGNyCKXwDqKy4BuGyHD9dawdnIMn5XCQymNkmFrnbN2ZLg1Aw7fSTxsANHwHuSDQNG/eHOk6L1y0trix8KSGwsC2QsnBnRIwkKkQQp2WDRHmP2ypkyeBESMAZ2dLsHnySSJuFx6XZF7Z+gqm4xBqYOcpiQqDkcNxWQw0568jBx4u5u7ujvXr12PVqlVYvXr1DcWaNWuwbt06TJo0SfGAvFG/eRv8uXwjNq5bo7utNWMNxbJVq/Hj3/qf2yI4h/9Wqjnw/+utY83gfa6kY/Dr4tX4Z/lqrF2jv541Q8vhZ8phyQrjclhBOcygHP6l82FEDqso/lm/DYcv+5lrnu3FI5wYaPiCjyY7briYdLRg34yJjcOiRYvw+uuv47XXXlP+vdl44403MHbsWDzzzDMoW7ZsPoNwcnLCSy+9hHHjxulua8144w36bfTvyNGv45XX1L/11rNW8P44nn/5dTxD8aaN98+h/GaK52j/HEbm8Czt/4VXjMmBY/Srall4c6z+59aMN8zxEuXwP86BjgHXm+nTpyMoOFjpXOato9YINge+hb6NgEbrOOitZ83gHPiOwCkCGv5/ZRnlkZyaqtxBOXXqFE6fPl3icfbsWcWkCwINX3A5dOiQ8rnedtaIMxTHXU5j9eHTOHhS/VtvPWuGlsNKyuHwKWNycKHYcvQ0Zuw+jVP0/zbL4cwZnHZ1xemdO3F24ECEUTmgwpA/unRB5ooV8Dl3DsdoG85V97tKIE7Sedhy7DS2Upw9o7+ONeMc/Ub3gGCcMw+kKFhnbRF8RTwiDThjHhKstw4He8Ul8okHHnhAqb/FjYJ+ICEhkRtlytrj6WefVy7MF1UvrRU8koHvzvCwN/pTWWYXnKo+x8ERRP8flJqBf1ZtQIUKFXR/hISEhO3iw88nIYIqKtdNrZ5aI3g8rF8ysCkEOBIFhFp5f3rBk0L4kkHtj1D/n39zQEIa/lmxBj27d0etWrVQv359q0Tt2rUtjr29vT3q1aungI3eNtaM2vXqo57OcltGrbrG5dCAog4dg+q19T+3atD5rte0KRrT/79J5cCDggpEvkiqWBGzaL3OtE51CmseJz4OHHxM9D63VnDZ52GXfLFr46UgRFEHIpA8Qq/uWivYBzjcE4BDkeRLBDZ66wWns1ck4qPJXyt1V0JCwvrhUKkSvpvxG/jpQlt6A3sC/8vPc3Fo/RU7jXA4/GiBW3Q8Xhz3jm7yEhISto22Xbrn1E2tnlojGCS407AhGDhAQOFP5qS3nrWDc9gTrubD43OPeAWheYeuusdGQsIW0Z9iL0UqBS3ICf57AUU7Cr3tbpewL18B7349DTz6j2c10qu31gzeJw+D3U++UJgv+ZM/Xo6Owyvj39P9DRISEiUfFR0qYcInkxBpgDfw/k5GAycoeNgZLyNnzq+UpCR8+7Vc5ZCQKA3x4ODB5pppffEt3B2h6gPpRolnsdGGlrB8vb1Q2clR99hISNgqmlDMpoihoAX54izFSApHCr1tb/WoWLEC3nzjNXONNEY8McG1ZoDMzsjAlk2blDtLer9DQkKiZKNr1244eviwuQbaVjzMjGfGzTtDrwXQ8EN1J0+epES7onr16qhRo0aJRLVq1SwOBj9Tw/uoWbOm7ja2iKrVa6C6znJbhTPtvxqF3me2Cs6BQ+8zW4XROXAZ4LJQs8ByWwbnoJUFrhcdO3bEkiVLzDXT+iqNs5wFBwfj3nvvtfAOCQkjgoegXaRIp6AFORFJ8SlFXQq97W7lqOpcHd9O/8VcI20v7rhc7yxnGQQ1//zzDx5//HE89NBDePjhh28oHnnkESV69eplcRwcqzrjvoeGYAh9rretNeMRigcp7n5A/3NbhJLDQ2oO/P9661gzeJ8PUdwz+GE8QHk88oj+etaMnBwGPYxBBufQj3IYbFAOvP/hz7yAv1euN9c824ufmbmuWc54HnYXFxfloeSffvpJ+bc4MWPGDHzyySfKmPS8BuHs7IxvvvkGv/zyi+521o4ffpqO97+bju9/pBx1Prd2/ET7n/T9dHw2dTp+1vncFsE5fD5tOr6gPIzM4TPa/2TKw6gcvqUywGXBsGNA8TXl8IGSw09Kndm6dau5RtpGpRFoeJaxTZs2oW/fvujcuTO6dOlS4sEXb9q2bZvPmzj4OcJOnTopn+ttZ81o07ELOnXm3PQ/t0Xk5KDzmS2iXacuaNpe/X+jcmhPOXAe3eg8dOS/Kd6k8hDI76ZxcMgHNRxLKO5ydESnjh3RpWdP3e+80eD9cx5GlIXu3bvj+VfewEEf9cFfI3QjQFNS2rt3r+IBeaNtr34IMH9uhHhevQt5Om9GiCdeOG9wDl6pQKL5/42Se4qxs1Cy3Kgzb+QslOFUGK4YmMB1A401xFdaC07b3KRJE0OmRc0rX/O/Rok9Olz9X8MURZGnD2mIeHy2gf1oxah9uOU0UOwNxk2CWLrfQ8PTWPN0rJ6eniUePj4+CjwWnNWoYcOGygxnvr6+uttZI7wo3Dw8seWMJ85c9oS3l/561gzO4TLlsPm0J865UQ4FPrdV7L/giT+PeMKdcuGc9NaxVvD+3CkOUA57KXzN58GN4oK3NyJOnQLeeAOoXt0CakIaNYLbzz/D080Nnv7+Ft99vaHlsI/2z3loOdgyuOyHxqfgEnUcjJKtgabIF2sa+P4TfgeM0e+hUV6saWAO/P4Vfg9NrIHngd8HxO+hSeBOg0FS3lXGL9ZkyjVAvFuetMfbQLg1FGj4PQ96L9aMiTHu9excKNgkkw2qHDw1Lc8MwQ8zGSUuFAGUQ95xiLZWJp0HPgY8HtIoxVKDeda4oqg02tFp1/euBWvpTn6xppeXl+57aFJTbX8djhsLTyoLKeqfhohz8KCfbuTlphAqC5sNrJMsfv9LUGHtA5eNX34Bmja1gBq0aAHMnk098eL/AKPfQ8MvEDTaG20JNDzsfufOnYoH5I3WPe6GF9VLo8TeeNrg+sBthBHvCdPEfbbL1JGPMfDOAL90mJ8zjTcSbimHC5RDEv1rhLjvyv01fjDfKAnQFFCpABrz7FVGqbQAjS8DjYE9OAYaWw5pKChutKMpBzYpo3QnAw2/56Yg0PCUtbZ+uSmLfYnPAT8IbZS40eaHsPm9QEYomyoEz1yzKlD9fyOkNJiUg9+1isD27cD994MauPxQY28PjBkDXLpkXvHGxTnwceA8jBJ33C7wvKwGiU+/AE0pAhoDcygVQEM5CNAI0AjQFJAAjSoBGgEaTQI0uQ2moUBDOXBZNBJo2JNWXzUYaAo0mIXKywsYPRpwds4PNRz9+qnQk3LjBpcDNJSHNWSizntKYiziE5OUYbd6is/IxLGQeCSnGNOb59MvQCNAwxKgUSVAI0BjIQEaARpNAjQCNAI0uRKguUGgYTGw/Pgj0Ly5JdTUrQv8+isQyW9suH5ZG2gyUhNwbOMsTP5mOnZf5CcZCyg7De4nt+CNz77DqkPu5oW2FZ9+ARoBGpYAjSoBGgEaCwnQCNBoEqARoBGgyZUAzU0AjaZNm4C77rIcgsZ/80QC7tcPBtYGmqy0eOya/y5qli2Lbk99hSvkQXkVHXAa7z7YEuVqd8bMPd7mpbYVn34BGgEalgCNKgEaARoLCdAI0GgSoBGgEaDJlQBNMYCG5ekJvPgiULVqfqjhuPdeUI+ZeiXXnnDC2kDDykgOx5yJD6CcfVWMm71P8SJWVkoYVnw7GuUr1MQrv1C+BonzEaARoGEJ0KgSoBGgsZAAjQCNJgEaARoBmlwJ0BQTaFjx1POaOhXU0FlCTaNGwMyZQBRPml+4bAE01BIh+tIGPNTcCQ5NBmHdJcob2bi8fxb61nBAq4cmY7fB3ihAI0DDEqBRJUAjQGMhARoBGk22AprMjGR4XziGE6ddEZPKTbUq/j8GGte4bCQGeePw0ZPwjbBtwRCgEaDRJECj32DelNatA/r0AcqVyw81PARt/HhuHM0rWso2QEPHOCMF+xZ+iFoOFdDr2Sk4d+44xg1sgkot7sGCc5HwM6jjxOLTL0AjQMMSoFFVWoDGx8h+o44/C9AI0AjQkGwFNMkxV/Dza3ehep32+H6dq3mp2mjHcmMR4I3fRg+AY/0+mHOUenM2lACNAI0mAZoSBBrW5cvAs88CVarkhxqOAQOA3bvpoFv2lm0FNKz0WF/8OKofHOyroO89fVHDqT7G/34APGOzq4GdWD79AjQCNCwBGlW2AJrsrAxEBHnDw9sP8fw20TzivmsQ9dc8I+Pg7+0J/zAbVc48EqApIAEaARpNNhtylp2BK0eWo3cDB1Tv8TSO8ut2zYpLjcfvv32Ixg72GPruAtj6lAjQCNBoEqApYaBh8RC0r74CGjSwhJomTYC5c4Ho/IXflkBDRxrhFzdhQCMu/2XRbuQHCKZywP58xvb9lRzx6RegEaBhCdCosgXQpCdFYdOfE/BA/yH4bUPuxVcWHQIEJ8VhxYJpeOTBx/D1qpPqBzaUAE0BCdCohUKAxrbP0GRnJGHbn2PgYG+PRyfOVq6AcrPteXoD2tWvjub3vIJzBrzIToBGgEaTAI1+g1kiWr0a6NEDKFs2P9RUrAi8/Xa+IWjsjbYDGuqkuO3Hs92qwq5MJdw39jdwVeSycNbATiyffgEaARoWl0UBGhsNOctOhfveBehboyJqdX8GhwPzFv5snD+1Ed2bOKFu55HYbcDDNAI0BcQFU4BGgIZl60kBEoPOY/wDzVGucktM3XgRCaEemDK6B8rVbIc52/zNa9lWAjQCNJo4BwEaKwEN68IF4MkngcqV80MNx4MPAgcPAunp4MOvAI0N/Dk53BvTXrsXFewc0bpVS9So0RRTl7uCWeqCDb2xoPj0C9AI0LAEaFTZ6hkavvi6de5YVC5XDo+Mn4UEsxenRnrhh5cGwq5aW0zffVldaGMJ0BSQAI0AjSZbAw1MmfA5sBDd6jiiTpch+O7zsXC2r4ghny6HUV4tQCNAo0mAxspAw4qjAzxpElCvniXUNG0KLFiAzOhY+JE3BVjbGzPisf+vD1Cd9t195CQc2LwOA+tVhHPnp7HeLxVe155h2mri0y9AI0DDEqBRZctJAZLCzuHtwS1RvmILTF1P8JKdiAP/vI8m5Stg6Nv/wKhumwBNAQnQCNBosjnQkLLSErHmh1dQiesDmUPzAa9hd4D5QwMkQCNAo0mAxgZAo2n5cnUIGpU/Kni54eiIzPffR8BlXwRateOSBe+Ta/BA+wqo2WYgVnlQBTQlYv33zynDYu995Q8cNbCN4tMvQCNAwxKgUWVLoOHnfj33/4VudSqhXq+R+HflYjzYqgrq9hmF/WHGnQgBmgISoBGg0WQE0JBTINp1C+5rQPXBoSaG/rofV8yfGCEBGgEaTQI0NgQa1unTwIgRgJNTPqjJpoh7cAjiDxwFMqxTIOKvnsMHQ9rBzrEZJs8/Zl5qQkKIC17qWx9lyjXDh/+dNS+3vfj0C9AI0LAEaFTZFGhIWamxWPPDGFQpbwfnOrVRrUFXfLLaGxHmz42QAE0BCdAI0GgyAmgyE0KxbOoo1CprhyrOtdBsyETsDDR/aIAEaARoNAnQ2BhoWPySzU8+AerXzwc1SrRqBSxerA5TK0FlxAXiv+9egKNdGQwe9zvyfXtmKs6vn46WjmVRv8vj2O1pTCPBp1+ARoCGJUCjytZAw0oKPYXnu1aiuuCAXq/8BB9aZmSfTYCmgARo1EIhQGMA0GSn4MKGX9Csqh2adn4Gn735LKqVr4CnJ62FUW2mAI0AjSYBGgOAhkWdaQVcOnWynAWN794w8ASW0FWPrFR47ZqPHg0d0arvU9jHD+sUUEZKKBZ8MgyVnGth6KdzDPEmPv0CNAI0LAEaVbYHmgxcOrIUg1sS0JSvjE7D38PeIBNCDDwGAjQFJEAjQKPJtkBDRnB5L0b1qonydbti3sFApIe44IUezihbuxMWHJBZzmwtAZr8EqAxCGg0nToFPP44UKlSfqjhGDYMOHaMEizeyclKS8K5rUvw1RffYOXBS+alBZWN6OCL+PSrr/HzrEXwN2A6eT79AjQCNCwBGlW2BpoI72MYc38jlHFqjMceGYwalSrg4U/WwM/8uRESoCkgARoBGk22BJrUSF9Mf/UBqgM1MOqrNcq0qDy849Sy71GhbBm0Gfg2XLnlsLEEaARoNAnQ6DeYNlVICPDBBzDVrg0TlUcqlLnRsSOwciU1Itb3CWYYL/V/SbY/GbxHARoBGpYAjSpbAk1mfCD++ewxVLRzxP8+/QdXvS/glb7OKF+jB/7c42tey/YSoCkgARq1UAjQ2A5oTJkJOLDoU9Qva4fOIz5D3ndVRUb7YfSIHqhQriKe+WoFKCWbSoBGgEaTAE0pABoS//aEeQuR0JYApkwBqKH2Ey4u5jWtJy6H8mJNARqWAM0dBjSZSTi5cipaOtuh7X2v46RSB9NwdvU0NCxfBq0HjKVjYe0k9CVAU0ACNAI0mmwCNFlpcD/4H+5q7ogqLe/DigtR5g/URjs+Kwu7Dm/Go60qw86hC37d66l+aCMJ0AjQaBKgKR1Aw4ffn7wpYO8xYMgj+Yeg8Us5+XkbK0sBGhvBhJ749AvQCNCwBGhU2QZoTAi6sB0jOjjDsWk/LD0UbF5O5SAhAN+M7g07+/J4+rvlik/ZWgI0BSRAI0CjyRZAk54QibXfjkXH3v3x6Zwd5qWqTHQeYqgcXoxPxal/p6B3n7sx5qt5sOVpEaARoNEkQFNKgIZy8CdfvMLHIDwMeOcdoEkToEYNoH9/wNP6Fz0EaNQQoBGgYd0ZQGNCbMA5fPXiPVT2a+HVX7aal2vKgqvLJrRv6IByzl3wyw7bXnxlCdAUkACNAI0mWwCNKTsLKUlJSE+nnRUQN9rRtPgCmTUrKzUFKSlJyKBjYysJ0AjQaBKgKUVAQ/vnPNQFdEKos43ffgPOnzcvtK4EaNQQoBGgYd0RQJOeiLOrf0KnRo0x8Lkv4FmgGeRuSXByMhbN/hxdWrXBwDe/QYSNz4kATQEJ0KiFQoDGtpMC6IkbbQVoDIQJARoBGk0CNPoNpq1lATQGSIBGDQEaARrWnQA0WRnpuOp+DkcOHoN3mPkqax6xLwWlAl5xCfBwOYrjJ08hwsYeJUBTQAI0aqEQoBGgYQnQCNBoEqDRbzBtLQEaARpNAjQCNJpsNilAIeK+61XyJB+DvbHUAU2sgUCTTgXzPBUKNgojpBQK6sT7GlgoOAcGGiMbTC6YDDRBBgINN9pGAg2LG20jgYbrgdFAw0ZtRINZmoCGfcnoBpMbbS4HRjWYZAmKLxkJNOyNAjRUDkuJN563UQ4mAppdhQEN5WGUFKAx+DwYDVXsjQI0pQhoDLwYr/kz+6MmO24seJy+NYOPuZunJdA0IqAJj4pRxuNxQdXb1pqRRAXyDFVO7szyXQK9dawZXCi5sfRMUBttI44B58CFkoGCC4gRObBJ8jHgK7JG5MD7i0xTjdqo88D7DE9Vr4QakQOXf+64bCOg4c6LUcchgXI4GW3b+sj+dOGSJdA0JaCJiU9UPrflsWBf4s5bFHWeuEOrt461g+/MnKP6EGuQN/LxZl9aRUDDHqW3jrWD98sXm7woD6PqA3ujt4H+zPuLyuONeutYOziHCMqB22qrnwfl+7OxdYc+0LhTHrSKzc8DB/vzKfJGI/atBeeg+LNBZYG9kS+0cHkw0htLgz9zX8Eof2ZvZJDwMLDvyt7Ivsj+qOVgx5TFHUlrBRPUVSp8B129Ua4A0NRv1BiuwTEIpcT0trVmaFfeDkSoDVaglY9DweD98xVINmk2qeAUy3WsHVoOp2n/nAffIdFbz5qh5ED/sklyB8qQHCjc4tWyYMh5MMclMupDRuVA54HNYWMwcDjSuBx8yCD3hav/r7dOSQfvh/1p92lLoGnUtBncwhMRQo2H3rbWCM6HGwo+B+5UJq3tz3rBObA3clnkCw1GeCOHC/nBSgIaPh6G+jOFUfXBn4LbB87DiBw42BsPGuyNfFXeFt7IQ8CD0rKxZKMe0NwFF/LIUPILvW2tGVwWGPD3kzfqfW6L4By8zf5s6/rIodQH+vdolFomDfXGUuDPXCeN8mf+l99Nxf02o7xR6btSDtxOaDnY8cHgQmKt4J0EplJFdPWCfbly+QyifsNGOB8UgyCiTL1trRmcFxsEd2K5ULBp6q1nreD98798QrhQWPs86AXnwBWDCwTnYWQOJ8mkuIIYkQOHBjQ8BFDvc2uGVhYYaA6SURqSAx13BvsNBDTccTDqOGgNptZ4WTt4n+xPhQHN5bBEBKXrb2uN4HzYlxhouEza2pc4tBy4LPIVOKO8UQGaQPIHykVbZqvg/bEv8cUeBgojvZH3b5Q/cxjpjVoo3miDHNgHA1NNWLXrUD4v4Og+aChcaB1+GFpvW2sGlwUvszdqfxdcx9qh5cBQZSt/zhu8f/alI9RX4PJgiDfS7+YcGGjcDPBGDs6B70poQGOEP7Mna0BjpDcW9GebPUPj7+uDSpUq5TOIptRhSIiLNa9he/HtQh6HmJZlXmCA+I4EnxijRIdAuSrFBcIo8e1CPgZM2UaJhzrZaox2YeKJCYx8foXHBu8IVccHGyW+bcxXo20tj0KeoUlOIue2sdiXLlEn0qgH8ll8S5/LAd/WN0rsSfwMjVFib9SuwBolfj8Vdx45D6OkDbExUjws/IINcwi+ehVPPPGEMky+TBk7NG7eEhN+/Rs+BtZJ9uczBp8HJQcD/FkTe6M7deKNnDCFvdFof+Z2kvsKRvkzeyP313hUh1HS82ebAU1YWBjuv//+fB2G/sOeQEq6cSWTKyc/LyCznBnbaPMYUK4YfPXNKMksZzLLWWmZFIB9iWHCyEabc+CyaFSjzRc52JNkljP1yiPnYZS4HN5Js5yxTESSnp6eePfddzHqxRcxd+Hf5I0mXKTOtFFib+Q7dUZKZjnL9WeZFEC9U2SU9PzZZkCTkZGBrVu3okePHmjbpjUGDhqMedsOw8AyIUBDEqBRJUAjQCNAkysBGgEaTXci0Ohpd7ixOQjQCNBoEqAxGGg0BQYG4vixY7gaEgqPVGNv2wnQCNBoEqC5s4Hm8uXL+WCGo2nTpkhIsP0lWQEaARpNAjSlA2jYG3eGCdAI0AjQsARoCojPA4+J5WcXjBIXTH4PDVdSIyRAo0qARoBGk1FAw8NLKleunA9o2rdvj+Rk2/ckSxXQGOSNAjSqBGgEaDQJ0AjQaBKgKWVAozSYRgMNHRBXOiFGpSBAo6o0AE0CmRPP2mGU6DQI0JCMAprIyEg8++yzOTBTtWpVfPDBB+ZPbSt+FwafAyOBRmswU81/21oCNKoEaARoNAnQCNBoEqARoLFQclIMVu/ai/Vbd2L3rp3YuTM3du3bj+MXPREZZ70mvSigyUiLx8Xj+3HojLfynJEpKwPhfq7Ys3M/fEJKrhTpAU1qfAJSmDJspJIHGhPSkiJxav9OHHXxyQes6YmJSEpXnSg7Kx0hXmewe+dBXAhNgauBHRdutAVojAOa7OxsXLx4Ec8//zzu6ncPRo9/D6EhIeZPS0jZmYgJdMOunTuwa9eufH6zk/7ec+wE3P1DkUDlwI3qg02BJjsLsSHeOEi+5xWaqHjO2fAEHD+0FwePXIRVq0ZmBhLik5W79pruCKChY54Ypx5rRVw+gjywf+ceXA5Qe40CNAI0mgRoBGg0CdDo+/MdDDTZiPTYj4fblM03zCQnypRBjU734L1vF8Az2DqtSVFAExN8Gs93dETtAR+B/SM7JRrrv30K9nZV8NnSC+pKJSANaJQGMzsdAecOYe73c3Emyna3S0oeaLIQfGkj7q5sh+b3TFKOH3cWQgleFk+fjb1ekcpa6QnhWPz+IDrfdTFpsx+8laXGiBttARrjgCav4lLScc4KRm1KjcW+ma9Zeo0WzrVw12OvYcH6EzhD58CWw71M6Qk49M/HqOVQGe8sVv3lqIcLhjUvh8qNnoe7sqSkZUJqXCgOrVqMvxbvRV6X1YBmVaD6/0bImkCTkRwNly0rMWfOJmjFPTstDnvnjIeTXRm8+uMBZZkAjQCNJgEaARpNAjQCNAVEQOO+l4CmHCrVbIPHnnoG/xv5BEaOHKnE48MeQftm1amjUR7/+3BBvsa2pHQtoHmhkxPqDPxY7ZCnJ8Jl3W94fuQrWHGYWvkSkgY0nEdaXAhmvNgLlSr1wY4QakFspJIHmmzEXD2DL18eiXemrFLOXWZiFJZ99jiqlG+BecfUK++ZqfE4tHQqnv3fm/j3dATcDTRJbrQFaEoH0PBQVAaKkpYpNQZ7/2SgKYOO/R7G0089qbzrQvOcQf37wNnBDk5N7sZX24NsOhRWBZpPUNuhGt41A82pAF98P/FFvDJhJkr4XpVZGfA7vgz31KiAe56dZXmHhiru6iC1bhgh6wFNNsI9duGxppXQbsBkUP9MkSkjGZf2/I0xI5/HvM1uyjI+JgI0AjSskgIaU3YWEmIiEBwSgtDQ0PwRHo6oxORC65y1gYZzS4qNRGhkjPK+Fz77GWlJiKDc4hLSkE6JCdAI0LAEaPIpGxFuezG4jRN6PvWTbgU+uWM27m5QHg51emCVh2WiWRnpyMjM1N2WK2Zmns+y6P956mp+UZomDWj8zI1VdmYGraPWkvjQs3ihS2XUHfRJzhW8IpWlfn9mtuIC+ZRNn3EumjJpPV5XkwI0qWRWEd74ZHATONW5H3sCC2nFc/aj96t1RD84i39XlpYXGRRvzz/eLDYuBWjyNtrafrjUFiKTcrx4nWvX6pSYq/j9lbtQzrkd/j4abF6aKzbqUxHUatJ505PJlK3sKyvv7zZlKcs4rvNoFCreXoCmdACNtXJgoNn95ysoV7kRZh9W7xLmVVpiAH5/dwjKly2Hjs/MyOno5ii78DrOJYg9JjMrt/xmpF+rbmQjk9ZRqqIpBUeWfIo6jtXxnvkO8EVKoKg2O4vLPu3TIhtznc+pK1x30tORlSc3RdmpuLB9NlrZlcPA0QugXELRNqEITAPWE0mlK79DZz+FyETHhz3O/FXKceHjln0Nz9J+T8529D96QJPN65l9msW/NTPH33KV608Fj2Im/E6tRm9HO3R+aCqUPnLehsEsbl9S0jN1gYb9KJM+z+uj2vlUfqvO992sBGhuL6BJiQ/H6j8+wvOjRmPMmNEYPTpPvPoa3p36C7YeuYB4/tEFZG2gSUuIwuZZX+KtT3+HbwKdeVM6/Fy24L3Rr+DPFacUD3C3AtBkpiXgipsH/COvPaulAI3qjQI0eVRagOZBAppuI76FXh8uKyUes8b2RZnKDTBl2xXzUipEkVdwZOc6LJz5J2bN+wurdh1EQFh8TkNoykpHkNtRLF60GMcvXcXls0exYM4czJo9B6vX7YB3kOoISqGgRts7MhoeLnuw7K/ZmDXnL2w54AI/HxeM6V4NdR/4RL1Dk5WGgHN7sXD+Yrh45+ltZabA9+JxrPtnHmbNmo2//luOY65+iKfvZWVnpML75HYs/GcVXH2CceboHsybOROz58zDxq37ERiZiCBqLHyiYrB/2dd4sENNVKzcCu/OmIvtJz1yfhMyk+GTZz/zl63AsYt+ynj/opSWGIKdS//Gkl2nkRQXjsPbVuLPmbMw/++1OHrBH6lUDtik+C5VED+uZEpD0KUz2ET7mTlzNuYtWIkDJ/2QyJdmNKUnwstlP/6b+yd+//13zJm7ADsPnkVwgnaLx4TkmCvKd6zecgap9J0nN/2OJ+9pDvtKdTHqs5+x8fBZaiAy4XtqOxYsXIaDHkH4e+MqLP5vLa4W6MBkpifD9dAGLFyyBirnkcl6nsfW5Yswh47lnLlzsWrTVriGROe7ynwj4l8nQFOKgMYKjTYDzR4GGqcG+HmHn3lpXpkQ67oe7WqVQd17JiJMe3yP6v4VdxdsXLoAs6ju/LX0Xxw654XY1Nw6kZ4ciyMbl+LvNQcQeDUAOzesxp9/zsRfC/7BXuqcxOWbm96EmCBP7Nu4DPNonYX/rsJZT18c/HcS6jk5470lKtCcCYnEpmWLsHTFfrXTbVZK9FUc37MRf8+aSf43Dyu274VvcGwOcKQmhmLn8oVYts0FQVd9sGHZv0oui/7+F0fPeCKVPcOUiXCvY/junadQp6w92tz9Iuav3wC3ULNxkXyCA/HdMqp37FfKfvbDLyQuZz+6IuiL8DuL/xYsxL7T/vB2c8E/tO2s2bOxbMUmXPYLN6+Yq6SoQBzbtR6LaD+Kn+/cD/+QeAXmuNHWGsz0+DCcObQdS+awf5JP7zwKX38fbFu2AKv3uuZ4ZUpSFM6f2Ivl5OczZ9H5WrAA246eQnCiYnCIDXTFH5NfRjMHOzTo8Dj+XLkGZ/wZXzMR5H4Mi+f/Q+c3AF7nd2D2giXY4peOsDw+a8pMR8D5vZhP610M4+NlQnCAB3av/085n7Oprfl31Rq4+Icg92jevARobi+giQv1wDuDePSJHZxr1UWdOrVRuzZFnTqoVbMGypctA+dG3TB14X6Lu8QK0FjRnxPD/TD5keYoX2cgjoRRTTel4syG39CpZiOMnrJWaV89ShhoTNSHurh7IZ554HH8tuPaA88FaARoLFSagKb7yO91h5TxHYuvnu0M+2rN8Nsh9YpqbOBl/Pbhk2hUrXzO2HcHqmzDx07Fcb7VQcpOjcOumW+gHH121+Nv4r6erXLWLVOuOka8NgkeoWoLFRgbib/+nIx7WtfIWad6896Y8PV0PN2zFhoMVoEmOzkKq6cMp8/L46N/zinbZlPH/szmuRh2VwtlX8r29vZo1XMofvjvhNKYZSZEYMkHg+mzKhjy7Bvo2qZBzn4cqjTEmA9/UzqQHt6uGN3F/B0c5RzRb8IspTHh4SinN87CkD4EBNrnZcuhda9h+Gn5qSIaTRMiA/bj4WrlUK7fGCyZ/i5a0f+r+3BA895PYf4OBg4ggFgkOCkFHvuW4MW7OsJR2w/93kZth2H6v7uRxAaSmQjXzbPwWOdmqF61Jho3aYyGZMZNWnbFqKnzEKQwTTaCL6xHD3s7NL7rc4SmRWLyQ87m76MoUx4dnvoM4WmJ+O/9/rSsJj5ddQKfvD8UZe1r45f9+a+exwVfwGv9aqBS6+FwTQAu7VuEIQ90ReXyWo52KOdYDfe+/ikOXrW4rn5d4uMsQHOnAE1D/L73qnlpXmXAY/9cNHOugKaDP0YUN1bZKbi0ezGe7N8OFXLKbxk07TIIX83fjwRzgxYbcglv9HCCXdVeeOlFgoQqlXLKZt2WffHj37vNnZNsRPq44PPRD6BWRfP3la+M7g+9jCmT30Lj6jVzgOaI20k8WM8OFeo8CXUAlAkJIR6Y+8ULaF6jYs73V6heH4+O+RIHzK1bhD/V+bp2sG/6KF56bggql7PPWbdlj0fw99bzMNHvOrbofTiZl3M41W2NP46oBz4uyB0zPn4O1apUyPm8Yo0GGPrqFBzyKXDFIa8yk3Bi5RRUp/XbP/AqHunfJWd7OztHDH76Hbj4aAXchLirbvjz42fQhI557n4a4rHXv8VhainDyHPY1rNig7By+gR0rO+Ys171em0w/Kmn0bKKHVqP/EkBLYa9f355Dx1b1871SooqzTvhzT+WIy4tA+5bfkFD8ibtswrO9fDFel9KJxE7Z44lL7fH6O+3Yt+qD+j/y+DRP84ib78hNfYKfhrdFXZVOmCjdzKuXtyBUSP7o0blPC+GLVseHUe+jlXncy/E3awEaG4zoAnzwgePNoNTvXswe/0ubNu8ERs3bsSmTZuwfv0qTPnwRTR0Kg+nFgOw0T3/HQtuq88XUf2Kq+TIAHz3ZAdUazkUJyK4RmUjPswH+7dvwzn3MOUig1sJA01mYiT+fncg7BwaYubeIPPSwsWzUCpAY1jflfyI4iKdGqVPZIAEaAqo1ABNW0e0e/BtnAkMgJeHOzw8PJS47HoSK/74AO2q2aFZn2fhSgcuOykc/335pNJQNev1MN7+ZBK++Ph9vPBAL1R1KIcBr/5qft4lHgcXvI+qSsNSBb0fGImPPp+M9ye+gZ4taxN0OOLVWYeVHE7u/ps6HwQX9TvixbEfY9IXn+DFpx9Fg8YNUb9WFbQc8oUKNCkx2Pjj83B0qIUvl13kvSDo/GYMbO5ADVtDPD56Ir744gu8//qL6FanKhzr98XiE+GUSyzWfDVSbeQq1kL/x0fhsy8m4e2xL6FNXeoAVayN11cFIDIpBqt+fhM9mlRF+UqN8NzEz/DPdhd1P+c24P6m1OBXJXAb87ayn/doP11qV4FTw35YepJ6wboyITrwKJ5uRDDRoCV6dWyNoS+Mw+RJn+PVUcNRv4o9anQYiO2eGYgwZeOcyy6M7EBg51QfQ557E5MmT8I7bzyHVjUroHyttpi56yriQ89jTG+Ci4YDMHPDSfh5e+HUjnV498m70a7bYPynXD4yIfTyFvSvyZ2abxBFXbnd8z/F/R3qwb5iDQx96W3MXbcPSWmxWPH5o6hQpRm+2xGI/YdXoEf1Shj64VIle0VZqXDb8SuaVa2I/323Fanh5zG8HXXQqjTBiHEf4otJX+DTd9/GY71aU7moiMcnrTVveGPiRluA5k4Amldh71AHny/eA39fb7i7q37j4eEGl4Mb8cGTvVCuTA0M+WaLAiCRXvswvCPVn4p18Mjz4/A51d0Px41BH6pTFWp0wh87fZTvjg/zxHsD6ij1vEqdNnjmtXfISz7DmCcfRtXyZVCzw0M4SOfWlBSMBe8MVdbrcPeT+PCLyfjg3bfQ/+6OqF23NmrVaYKPzUPOjnqcwYi2Tqjdcgy86G9TShTW/zgaDrRtoy4P4K2PvsAXn3yIUQ/fDedK9rjr+e8QTr4eE3wCT7VSO9e1mnbDyxM+wqRPP8JTj/SDQ9kyaP7Aa/BNod/mugUTn+uPatSBb9zpUUz+9U+cvppO+4nEmqkvoiJtX7fTINoP++wHePHBu1CN9tNv1DSEF9aQZybj7KbpaELbMsB0vOtRvP/pJHxEv/G+zk1QpqwDHpu8Ulk1g/x85bfPoTyt26T7g5jwsdnPB/dBNcdy6PfSTzhLjWVYWjIurf0RDRzo2DbrhlcmfoIvPv8YTw8fgCq8n3LVcM9rM+kbyc+XT0FNWlaPgHPsZ5Mw6fPP8e6rL6FT7UoEhl3xz4lIpF09jklvPIK65en4NLsfH/84A/s9qDHMSsT++e+hhr0zxv9xHEmhLnisZSU0HjwZ/krGrCwEuW7AvU0IQkf9jtiEQHz8aFP6rdXwwItv4VPyzM8//ADP02+oUKYsuj77Y7Gn3hagud2AhryCgKZ255cQYF6WTxnhmDP+PvIcZ7w2/5h5oar42EhsPecOd/Is/9DwAndwTMqdYj8vD4TEpiI7Ow0BPt5wc3ODv38QUpgECsiUlohgH0+4u3kgKCIWSTHBmPZUR1RrwUBDP5iUnhyHoCvUR4lJznmGJo4/yk5HRKAvPC67wcPXD1FJeS6tUn8iJT4CPl7e1LfJREZ6Enw8PeHm7o4rgWFIZ1bi1UxZCPc+hR9fvR8VnRrhywX7ERJBPYa8qdLv0Pbj6eeHkIQ0uJF/Xd9Lh7PoeAfC6/JluHv7IDSBOpI6ykqJw1VvDzpW7vC+GpTvZe/ZmemIvOqPgCA63tkZCPL3hKu7D45cTUWKOc+shFhc8XTHZTqOPn7hSFGvl1tNAjQFVBqAhmc5e6QdddQr1UP33n3Ru1dP9OzZE7169UDn9o1RpVw51G1xF6YuPqVsEeaxB4+0qEiN1Ujs881zJT7aHV+/0BmOjs2w6AydYWqYDlDDVNWuDNoNexuesebaQxX+6JKvUde+Avq+8RelEI/5H9wPuwoN8N6Sk+Z1SBkhmP/+w9RIlUeLoTpAs/wy7SMeG797ktapiZd+zt+JPrPme7Sr7Yi7Xp6OlOxkrJ8ygtariD6v/4AY1SNIKVg37Q04lKuMPp9tVcbrm5JjMG1Ea1SpOwinzBdmMpMisfZrBqJaePm3DepCs06v+hZtazni7ldnFNJoEtBcPYqn6hM4OdTFqJ82KldYFGVHYPGk4XAoXwnPT9+CoKwk/PUtvwfEEUO/WaaCoaJUbPvrPTSqVAldnpkC94v7MbiJHVoOeAtngkMREx+PdB6/nhyGcydOksly6c7OAZp2A6eowwnTE7H03YGoUL0jVl9Sh6ZlJERg6aePonzlpviWgMYt2hvv3N8MVXo+g8vmhistPgh/vdkPZev2xAa3OMReWo//PfIgPp+9Q2loNblu/AWNqbPWffiXBFA3Lv4uAZrbHWhisW/WG1TG7dCgVSf06dNH8ZuePXuhZ49OaFHfGeXLVEXvR9/EUg+q4pmxOKBMIlAZw7/8J99wRretf6JnQyd0euJTpa4khnvi3ftrw44a5YkL9qkrkbIiPPDpsC5wcO6AecfCEeO3A/0aVkSjvqNw+EpuB+DK+Y14rHUFlK3aGJ/+VwBoWo0BY1PsleN4spMTarR9BJvd8pTyeD9Mf603nBwbYObRSCSFncHIFnaoWLcDftxGXmVWgvdRjOrRAFUaDcQOX3XfV08sR6cKFfDw68uVv1lh3ofwRAdHOLQehqkn8xSGOG/88HIP2k8jzDoaYV5YQAw0G35EYzrGze59EceCcjsQl7bORFsClWbDv1buKkd4H8BjbSqhTsfHscMrT0811hPfj+4GB8cm+PJQHCLIA75/vh3snNviq22XzCuxf3jjp9fvVTzr7ldn0vlJxY7Z7+OBR57G+nN5KlFmDOa9PRBlHJzx0SLV5+N89mJgDTt0H/qr8jcrOy1eBZqy1TDuV+pIpkbh1zH3waluX6xzVT2LZ7vcMX0MtTUN8OMWH6SFnsJbBK2vT/or37OWoWfXo18dAqtOL+KS1vzcpARobjeg8SKgaYpaHZ6Dm16nPCMR+2aPhZ19VTz98151mSkDgZcP4dcvxuGu7t3QhTzr4dFjsXDjYYTFm53JlA5/l3V4/oF7MG7aSqxePhOP3ncvOnfthkeHPYfZ/25HbJLW4TMhnvJYNftrPDewL7p37YH/vfYR1u0+iO+e7QbnnDs0BA/7F2P4Xffg8z/3KWXBk7pYYZHBOLhmNsaOGIRenbqg16AH8fa02TjhEab6JPnAhe1z8diAB/DFnC34e853GEB+27V7Dzzx9OtYuvkwUui3p8WHYeGnj6BW1YooU7Y8GrTuiqc+nIEQszWmxQZhz8qZtJ8H0LNzF/Qe/BAm/jAX/50JAz/iU5Sy0+Nxdu8KfPryE+jXqTO639cfr0z7E+eC8o7ioD7SlYtY+usX+N99vdG1W3fc/79nMWPxFviGq96VFBmAv94fjZfe+Ro7dq3ByMF90fe+EfhurY9yPMJ9z+O/KR9jeN/u6NS1FwY8/Ab+WERgFm+9W2kCNAVUWoDmUQKaspVqoU37jmjfrh3aUbRt2w4dO/fAkKfH4u8Vp9UKkp2KSzv/QFM7e9zz6m9w87iIUydP4tQpF7icOoplv05AtbJOeHXBWVo5GfvmvQ3nCs6YuPA0b22WCZHeezCofln0fHUekhMC8GbPyqjZ/WX456sc2Yhx34Bu1ezR8KHPLIDmq+XuxEIh+PKhNnCo3gt/7z6N82dccJLycTntgsP71+LZnnVRrc9oeFOh3vT1cFSo0gi/7ctzO5UMyvfIYnRwckCPjzYrY+STI/0xaWhzVK7TH3vMs5wlRvji80GtUKlGXyzed4b2cyrffp7qXkfZj69u3eE7NEfwv3pVUbPTc/DIcwGFP4v12oa76zmg5Qs/4WJsJD4c0QGO9fpix5X8Lpsa54V3+zdGtfZP4qS3B356pS8qlrFDow69MWbCBHwz4y8cPHYeV6O02+NZCMkDNPzb0uNCMWdcP1RwbodFJ6ll4mUENP8qQNMEX28LgG82gejMMahMHY/J66hHSYr0PojH2tZCyyGfIirPOUqJDsSFE8dx5NBhbFu7FN+89yTqVSqPnsMnw/Jx72uLv1qA5k4AGuooUGe7duOW6NChg+I3anRAj74DMP6TP3H8UjwCqUBER1/FL8/2QrlqHfDbxhNwPXvaXPdO48iBzXh9ANXV9sNwmtgiOcIL79xbF9VbjsD53D48slLjsPmnUajs3BKzDwfCc9uPqO/ghNG/HTSvoSo7NQFrvn0K5Rxq4ON/CwLNy+Anfq4eW4S2lHv3Z7/HJa/Liv+dJP877XIMa+Z+hNr2jnjuz8NIizyHES3Lo+GA95H3iZX0+AjMG3cfHOvfjS0+3EFPh9veeWhXrgIeGLNQvdhhSoPH/nloY1cGTZ7+EX9duJTjs7yflbPeRy17Jzz/5xFe21LUkTm9dhoal3fCU99tNS9UFRt6Bs93dELjRycr79Xx3jcHLe3Kou9LM3DZU90P/x6XU8ew4s93Ud2+Mh787RT8A8/gfwRozYZMRv4BOFkIPf0vOtjbo9uYP9R2QpGJOhn0fUeP49C+PVj+zy94ZUhbVHSqgw8XnFDWCDq/Dv2q2aHzw9/nTP6QF2je/Jnv4Gfg0qbv0bRSJTw7bYuyDg/5e+/hNtQZfQJn8/SLMpMi4H76JI4cOYpdm1bjl6/fQIfadmjY9QW45vPdG5cAzW0KNO2fzQEakzKJhAmm7HSEep7Et8/1hh0B/eSNnsrnQRd3Y3T/Zqp3NaP+Ufu2aFS9MkFAfSqr29ULmlR3L++eg9a0jkON1qhf2xlNW7dHu9YtUJmHWFZuiK8WH1W+Ly32CuZ+wEPo7eBYuwXad2iHZi2aomnnu/Fwv7ao3XG4CjSmZJxc+R1qU7/r8XdXKNt6RITj7x/GoW5FO5SvVh9tO3RE2+aNULlsGTS+6zXs96dednYSDi/+TBl66lynNWrVrI6WbTugDe2Dh+461OuE+Xv9YEoKx5yJA+Bc2YF+Szn6bR3wyLjvlGebs5PDsHb6G6hZjvbjXB/teD/NGsKRvKle77HY71dEbz4zBa7b56FL/TKwK18VLdt1ROtmDeBY3h5dXvwaPolqZyI+yBVfj7pLOQ41GrVE+/Z0HOrWQDk7JwwZPxd8CBJDPfH5wx1Qu2EbgskuqNuwObreMxxfbLiKhOCLyl193r5W09bKeWlQqzLsyjhj1Fd/IcpK/WsBmgIqPc/QOKLNoHeJmsOU4UteXhw+8A8IQ7I6b6AiU2YSTq//VhlOUL1NF/Tr0xs9evRQgq+ydu3cCc3adMZbv/IVjRQCmomoUbk2vlqvDglRRQ3g5a0YUN8evV7/C/FRZ/BYnSpo8MyP5s9zFctDqzpWVWY5yw809J0rPJAR64e372quXEXp1qsPevdUc+nBV3x7dEf7Fi3QY/CbOBcahY3fPAGHmp2w9EweN8zmjsNfaOdUCT0+2VIo0MSFuuKt3k2VYRXKXSyL/bREt0FjcUEZ8F9QJkRdOYyRDaqj/hNT1FmM8igu7BLGdq2J6v3fw+HwILx6TxtUbzUcZwt0aJOjQ/DjU+1Rue5AHApPR5rvAXz68sPo1KIhqjhWIoMqD+fajTB49Mc47M44kTvkTAOajGsAzZSt/sqwjkj37RjQ0BF9xvyprOO65ns0dHTAa7+o74XISkvE0W3LMOGl4ejftSv69uuHBwYPRv9+PeBM6/V54ksBmmLo9gYa85CzirXw2d/7ERR0xew3XvD2DkBYeO6Bv0wNRVSkF74a2okap0ro1LMv+vTqmVv3qB52aNkSXe59AQevpCMlwhtv318PtaihvZqnKmYmRWHd1GdRhToYcw774uji91DFoRYmb8s/9bspPRHHlkxCvYq5kwJoQFOHgMaX/vbZ8ysakP9VadkR9+TxP86nW5fOaN6yM16jjncKAc3I1g5o+b8f89X51JhgzHr9bjg2uAfbeMwZddjd9pIHmYFGSTs7GRe2/YR6tJ8KLTqhfdfe6N6dPJb2o/os7adVZ7xq7uBbiIDGhYHGqRpen5PnrjcpKvA4nu7ghCZDvwJPTHtxyw+oQ/up1roz7umb38+70X6ateqK4VO347zHNtxTsTy6jV9o/iZNPP3yTgyuWxadR/2h1OHEiAAsmf0dnnvoPvTt1h339B+AwQ8ORq/29eFUtT4+Nt+hYaC5xww0GiTlBZqxMw4py+LCL+DVPnVQ776JChwGu6xCr1p2GPCmmospizqRx7bj0wkv4EHy49597sKAQYMxqH8/1K9aHk17jMLFgsZ7gxKguf2A5oMhTVGpbh/88PdqrPxvKZYsWYqlS5finwU/Y/wz96Ay1Yuu94/DJfKhrMRQLHjvIeo0O2LwG1/h76O+CArwweEVv+KxLrXh2LAP/jvDrV4mPA4sQIfydihXvRFe/2ouznoGwsvVBb+89zyqVnRAU2of+XqL74GZaM4XJXv/D39tPAP/K/44sn8txgxpj7K07/rdnjEDTQpOr6P6TPt+8oP1Sv4H9i9H62plUKNNP/yxYje8A4Lhc+4Qfp3wOGpWq4jBE2aSs2Th9IqvCIQImOq3wed/rIKbbxAuuRzApBcfRIUKldB3glqHoq+cwbRX70UFp4aY/PcBRCYkUM3OhP+pf9GjOoFG23sxc9Ve+PB+zh7EL28NU/bz4NuzCh3OGR98Ce8NbgW7qs3w4S/LcNEnCG4uezD52XvRuHlP/LmLehumROyfNwGVKMduw97AxsOXEBgQgPO7lmPc4DaoXI3yWe1KfZcQfP0otQN25dDviY9w4rwnfEIjcSwsAcunPq9s3/XJt7H52GXlvOxd9RsGtXdGBYe2mLpZvTBb0hKgKaDSNClAjye/JwS5hqihPLP+e6ogZdDlibexeMkizJ41S5nxa/acufhrwd9Y8t9KHHQNonUTVaBxqokvVuctUHmA5rX5SI7zxOgO1VB7wLuIYNfOo7grJ/BkOyfU0yYFyAc07siM88N79zVHeef2+OyXuVj41xzKhfKZPRtz5s3HosVLsXLrYUQkRGP15OFwqNEBi07l6Woz0OzTAZohDDQDsNcMNPEEHRP6NUWF6h3wxa/zdPezYvNBRPB0ZRYioAlkoHFG3QfVF4TmVYzfQQxrVgVNnviaGopofDiyMyo3HoD9gfkLRUqkLz57uAWqthmBczngZFJmfVs0+zd8+dbruK9ne1StVA7dR36nDDGLcN+ab8gZ36GZ/SYDTXv8fVK9bpwfaPyUYTWpMX745rluqNn2ERwKisbijwehQoOeWOfLJygDXof/Q7cGNdDyvhfw+1/zsXbjRpzxvAKfM7vovNqh0zABmuLodgea3QQ05Ss3wh/79SYFUMXeeJlMOjrKG18P74yyjs3wzrRZ+Hv+3Ny6N/cvLPxnKZZv2IPgJBMSwzzx9n0END1ehV+e6qMAzXfPqEBz5Apc109BbYeqeGtB3jvHpIwk7P/rXVR3qo73CwAN36FhoPHd8wcaUePZ5tGx+Gfp35g92+x/s8n/5i/Ckn9X4sD5K4gNOYEnCGhajPgu32QrDDQz8wFN3js0i3KAxnXbz2hI+6n70Di8N5t8lvYzO8dneT8rsO9s7lMl+cRAwx0gx6p4ucBdHAaap9prQANc2jKdwKkMOjw2nn6Puh/Nz+eTny/+bxWWnwzEmcv7MLSePVoN/0a5s5OrbASdXYmejvboPmYm/ZWM9d+/gYrlq+PJid+SNy7C1v2H4RMYhb1z3kTlCnRsF6jDl7U7NF0enlYI0Kh30NITo7Bw0nBUqtYOS85G4uiisdTxaoYf96lTzwe77cPwrk1Rve1gTPtzLlatXoljF70Q7HcZr/Qui5odnsclAZpi63YCmvhwH3z8GD93xc+ZWYZjtbq464GXsOqwOhNjFPVFnmvviNpdXsBRaht8M0xQbuhQH+LSpu/QqGIl/O+HbbTARH2K+WhbgdrdkV8i76DQ5MizeKFTddS7azyupiZi/eRHYFe5GaZxxz6PIs6uQu9aZVG73f9ygEapzww0H/KQ9yT88+OrsLOvgddnq9DP07SzkqM98fGQJqjWbhCORmbj4uovUcuuIu57e75ShjTFem/HfbXt0fZ/05Shp9nkkcs/GwaHqs0xZ69ar7KTo7HtpzGoWK4m3pin3lXS9pMU5Y63Hm6Eqrwfy0kTSZkIPL0aPRtWRKenp+XzwMSrF7D0n4U4fDkE6dEB+GZEW+pfEBC6qgVLnVo+C+HnVqJfg4rkKz8hPikc3w7pgAq1WmH+CfWo8lonvd3x8r3VULnlYGyldjtX9Ns3/UDnhbYfN9u8rGQlQFNApQloug7/VunQF61MXHFZi7uc7dH1ia8QqpZts0y4cvEkVq5YhbPBdHQzEsxAUwtfrNEDGh5y9heyM2Lx68udUNahHX7d6UEZmZUaib0LPka9cmXR9FHLZ2i+Wu5G60RjwVv3o7xjK8w8wI/s5io7IQT7NqzD+oPnkJoWi1WTHleA5u+CQFPgDk1KVAC+HMZAcz/2h6sWkBYXjnlj+6G8UxvMPpz3bhP9mvhg7KX9rNt/Wpn9xFLqMzT/q1cFTjXvwtKjuVPV8q3e/fPeQ7WKDhg5bQMC0+Px20ePoLx9dbwzd1/u95GhndsxG73rOaL5Ix/A44ovVs//E6v3X849XqRIn914tIMDqjZ8Em5k/FGe2wrcoQnD3PH3EAC2xWJzjzn3GRoCmi1+UCZsTE/E0SWfoX71xpjw4zyMvqsuuo/+VdkXzxi37KNHYe/YGL/vz3UQU2oEtsx5F7XLEKhS2ZBnaG5etzvQ8B2aco4N8PN2vWmbVbE38pXRuMRIrP7icZSv1BDfblBnNsxRcgQObdmANbuOKWO5E8LciwSaytUJaKj1jb64Bj1qlUfHIR/BPSb3Mk6Ejwt1cjrAzqkuPtEZcsZAE+W2Ew/UtUfrhz5EAB2jvAp2P41VK1bC5Wo8YoOOY8R1AU0G3KkD1L58eQVoVGXj6vnNGEAdjtoPfIJlBc5DkJuLsp9TVwpx7DxA80ohQNN4iHqVOOTcJtxX0x4dh32OoAJ+HnT5FFYsX4WNPknwC/bB50ProWKjgViRp3Jkxl/Fmh9ehqOdA+5+fTYSYr3wSofKqNHtJQTk8cOogHOY9FwX8o06+HiRCjTBFzbgnuoENI9My7mYpgc0JvLpQzvno0HNmhj53s/4/MmuaHzf67jKQ4V48hmC0KrU2XtzXt67UXQMtvyCdlXt0LDbKFwuZhsrQKN64+0DNN74cGhT2BNQPDfuHfy/vTMBqzFt43hpR3tpwSCUKNuQsdNKKVmiFEJEkjJkCRMKQwljHR+DtFDZKsskRKtBlhAqtCBpl7T+v+d535POCd+YGeZ0+d7/dR3Lud5znvt9z/Pc9/17VlcXF7i4zMO8eS5YuPAn7D4UgQw654pRNfLSwmEgIQa1gZOxffduuK/1wxZ/fwQEBGDdcmd0lhWD3qydzNUPYn+FbuuWsPYWHEEtzkuD6xA1aAxxQ1ZpLnzGdIeithVuNrmfslePsMSoKxS0xhCgIb88H9DYLDlFzCmGv4sps0mK4zI/7NmxFX5+xB5iyxY/X9gb6kFSow+CUguQdtwb6vRcLd6usA3Kz7wMqy5S0LHZzIwg15S+xCFPM0gRoNl2nt0mobLoOXY6G5PcTB0zV/hhN185/n4+sBxOAEOtN46k8q+H4am2Eneit6OrbCvYr/ud9+aHoqA4tWsbtOowGOu37sT2gC2kDPpct2KTz1L88B3t7HbFk6Kn8DXXh6z6CJzLYseEaJO+fDsOxu1boSNvCi2/CvOSMUFbBu0Nl3/eOYZ/URzQNFFzARpj7ZYEaNZ+BtBQMn+EdfZ9SNItgzHO3oiMTUZiwiWcOuILYx0ViLTpicN0vlRtOWL3LIDiJ0Zohqu3QN8Ze5j/Xw7bAElJMSj1MMbO8JNIjo9DyC5vGOgoQ1y6FbpYeDEVkgGajVMgI6WMVcwuZ1VIO+NPGo0klLuPgP/BSMQnJCAuNhy+LqMgKSKGoa4kyBJbIlZZQUpR96MjNDotCdB4skDzjiQc/lN1INqyE3yCYvDgWT65rhK3ozYTpyUBFT1DBByKYsu5EAafeWaQEBHHsAW7PmhQrCjQJGKSJp3TKY4eg8ZiX3gsEq9exqGAFTDo0BIqXUbgKHE+r+qrSeA+CANZabRQ64Wf9oUjOSkBZ0J2wayPKkTlOsBzXzxy0mMwgm4J+90QBASHkWuSkBB3CcEbPNFZUQZ97DYxttARmmFKjUBTW/4KIStMICKhCFf/MNzLysPbN4UIWk6Bpj1+agAaYnNRThImdFOGcodOUFfphjUn2IXA1eT6iDVTIEHuZZSTLy4mpyDu4nlsX78IPdQlyD1KwWCsJ9gJbX9NNGhzQPPtA03M9pkksdX4xDk0rKhvpIdaltdU4smVfeirKo3WWgbw3XscVxISceXiSfgvHgdZEVH0tvdhALqcBzTKfWd+FGhayXfGzqv5pB08xerx/Zi6aubshdjEeFw6fwqr5ppDWVoUssrfEaC5xXyWARriH1U6T2d2OasqfYYtzoMhJS4JY8flOBmTiKSEy4gM3QSLXuoQUdTGnqQ8Zncua5IwdBr7EaBxIkCjMRjRDNDU4klSKL5XEIH2cBfE3L2H/PJaVBZnYvOsARAXk0J/Wy9ExCSRci7hdMhGjNZXg4hyN+xN/PBwXEa8KWftZD4xQtOtJdqPXs34iLdFGdjo2B+S4tIY7bQKpy/wygnaALMeqqSc7lhz5RVKat8gZrc7WoqLovNIJwRFxhMfFosDmxcxU19EJOQxxIn42rIsuBpoQExWG6t2HUdycgLORobCw3EUgR4RSMprYtGvbK9yfnosRn0nAnV9W5y8fgc5RSSBpB1hBGgUW8i9BxqqR8/TYTtCD4pKqmin3hXTNpLEjopOEzzijTZ0N7Mx8xEZl4z4Kxexf8daDNUl8YiU2bGvDVI/7pw/WxzQfFtA836Xs57T8elx4gZVIedmMHrTaWSk/ur17MWsB+nRg3317N0Xw0ytMH/DUWYN3MPYvdCVbYmxa5qsX8u9DeeBbaA5dAEySfteaagDpV6TkCa4KA1vX+fg58n6kO9s/nGgqSrCprmGpG6LoX3XHujVU++9LXp6+uj3w1CMs1+IM2m5uBFBgKaVItwEgKYe+Y9jYdFJEjqTNvEBzSgBoKHbr291okc6iKO9tmA5PUg53fsNg6WtG6LTPtJ9SXzQ9eM/47uWcnAMoGvhGkUPxK0sL0dFdRXxRwmY1FUZIpKK6KbfE/p6jWXo9+yNgcNHweHH7XhMANRndE/IagzH2Sy2+4MFmsswbkeAxnx1k7V9PF9HgKbdyOV/q4P1z8QBTRM1D6CJgREJvPpWbNL7p6Jb/N05DwcjHbQW5x+mbQFNne/hsZfdXajuXQlid7tCTloRK44JAg1drD5UVQS9prFDgdkvs/Gjux06K7R6/30yCm1hMm0uzPUVoGnoyQOaQpxcbwupForwCrrDfLamsgRhPzuhk6ocny0ikG6lhCGTFyGeTt16+xrByyxIMNXG/hRBoHkQuwddpMTQZ3EUOwpUUYioTXbvz7vo5cg2+NqqYhzdMAMdVWUFy2mtjKG2i5H4vjenqdgRGhtNeUiQJMRipD5kRHmfJ0FYs8dgrNwXw8xDzSZ/5JWU4dzWRdAWuB9RtG7TDfZLNrM7j1SXInbfcuioyfNdIwJRidboOcgGR2+wic7ztEgMZRKl1exv+64UKYFLoNKCvb6DhTuy35QjfMVotJBoi1VRmTygoZcW4MDCwcx1Gn0mIpEe8EVFoOv5rdMY01sDou/LFkcrZXX0HzoU+t/JQrO/9d8KehzQsPrmgWabI0Ql1bD5T0ZomHMOiB21VRU4s8Md3TT5zlEiLymSsP9g5Yyz6eyPVfLiPuYPagP5Xo7Ioo2WJwo0EWttINO6I7Zffk7eqcPzaydgOViH3VaeV4fb6g7GtNmToKmoBPeDDUBzHVZdpKHUaSpYL1aH1+lxmGOuB1m+M5hoG1Xr3AsuW+m0E9rzeAVWWhLoYLn2A6DZPnMAJNUGIvoxG5gLM+IxfRDv3pS0sP4su7bn1f2LmGbWHRJ857XQctS79obrL4I7DAqIAk24L9pKysBxmyDQFGQnYoK2NDTNVvIW4tfiVVosZpjqNrmfFtDQ7gO3nb8jm/wGOeR5VhU8xNpZhlBu1XimDvWzur0NoK0sC4NZ1J9X49J+T7RXlG78LjEZqGnpwNhoAJRayWL0isNMyaUv7jVO+5FWgVsgfeYVuPjrQsiT5G32Zt6aPfJ6Wl6MgxsdmWtbtzXA4esNDbQOpU9T4EKno/D8GrVdSl4FegMGY5CeKmTb90IEu677b4sDmm8NaNhNAZR17XCPz1d8XHV4+egcjFXFoWXuBTovga7vaxA9Cy87MxM5zAn7VbjHAxqrpiM0BGjmDlSFxuAFJAktwcEFwyCu2BOHr1Gf1KjCrGTMGKAJpS5WH0w5Y4CmrhQ7l41jpuFuOkPHjflF2sOrPGQ+y0MF8ZuJR7ygRoHmAN2oqUGfAhp2hGbHBRbxqkvzEehpCclWWvDnQU6DagiUJGfkIjUjW2Cd9XvVV+HR5YPoriCBkbP3MqDXoIr8+9iz3hd7zqaisuABFgzUhEI3a9xoSh0kP3v57AmevizCm4LHWG1KfC4BGnZkmwWaxPS7sDeQh3Ife9wSIJp6ZKYcQX9VGeg5bv20r/wH4oCmiYQPNPUoyr4Nt5kTMX9dqEDg/TOVPb2OPWvdYWNiBCNTSzhMX47oq41z0uuqK3D73K+wmzgFgQn8BzXVkTL/wPJplli47QxT0Z6T+39aVIiU337BXEtTGJtZYLl/CLKe5WL3Yls4eB1kDlWji3aTw/wwwdweR+L4GlhtGZJO74OHnRVMjUxgbjEdPv4H8KyQHZqseVuKK4HrMN5uHmIe8Q2PkuQ8985ZzJ1oAef9f/Dmu9ah+Mkd+DrZwcjQFPZe/2kEvZpSJJ7ci4W2lmw5YxyxfstvyKY9i0QfbzR8a2iGuCEj6y78F9lhuJEhJi30RFhKOtPY6bTRDHKTufSraiuQemIf3CZbwsTYBGNmzMO2QwkoFnC8FUg5FwjXOTNgSK4xGzsWruu349qdBmDjPecp5pi3Ivj9oXRvC55g5+I5MBlhiAkLNyOzpBxJR9bC2mIGDl3LxwNeXaynZ8/EHca4ocZY5Bcs0PtRX1eLR4lh8HAZD2NStuWEeQgIOo3clxkI9/OAteNS3GgAoL8g+vw4oPnGgYa04VuR22FtPR0nbnx6HK8BaGgiyaiOtInzgVgydTzMDI0x2twBq333ICO/sWZWFOVg77JpmOi+nTkMskG178qQeHQTJtrORuTdxgdb9ug69i52xpiRIzB+mjOCzz/A48RwTJs4CfsusvPaU55kYI2zDeznBIB/PKSCJCf7NyyGrakxjEwsMMXBEydiE0mro6onSUUafJzHw8nnqMChu1XlhYjcsQTW0z1xnbcvam3VW1w7vh92JoYwtrbHrvON02czMlIxa8mPmEzKMTYdA/upS3HqUjKvnE+o9h25j2OYOXEctkU94L3JqpQkEBtdJsLRO0hgzWR59k386uOBydSfmxB/Pm0ZIi+nMOVQMzPL6ojtRSjISUP4nrVwHGOG0RbW8N64F/ExwTBrL4N+7uzZVXVvX+NcoC9sJ5nAyIjY7LwGkQkp5LPJWGo/AU5bIpi2Tk/7v3chHDPNTWFoPh7rj9L4UY275/fBzmI8dvJGhWnQzn5bjWupv8N5lClmLPZnIOu9SHL14sElrPF0gKmZEbFrOrx3BOFx7hNcDd0I6/EzcSLtnzVoDmhY3/hNAs1n5F9lrzKwcmx7SLfuCu+IRMTlFKG0pAiv8h7i/AEfmAwcCa8guntfHbMm7n8BjdogVzyvr8ftCC/IiIjBwG4VbufkoaiwEM8z7+K3tQ5QImCu3nPSh5sCLKabAlTjZLAPFCQl0d92GW49fYHComIUFeUj/cbvWOZgBZMpy3C/9B1uhq5kgea3jwCNFgUadspZbVk+gr0sINmyLdaF/IF31dXsJlBh3mgnTcqZ4oXb2Ww5xaSce9fPw5nkJyPsluLjTYvuZhuH8X2VIK1tgmMJj1BQWIyC3Ps45T8HYiKiGL2WwFltCQKXjYSkZEvM8Q8nOcRrFBcXo/DVMyRH7cNEo5Fw3BCG8rJsrDGjU84agYbanZr3HJtdBkFSTBYO64KQk/+aPIdCZN6Ox2r7AWghro45ey8x139pcUDTRMIHGmIDeaWRvP9/BsivKHp8Sjb5QTL/Ck19BTFQ9Q+nJXxcdNtmAjQaclD9Ye4nh7dpJ0cmaRi0gQhL5cSGpvN5/03RoM0BzbcNNJ+rD4BGCKokz4DWA2GZQNsDHWCOEmICSR4Bckh8ePTyFU7vWQnPdbuR2XDmBlVVEc7TqcUispgccIH35t8XveemqiF14QnxzUxnj5DEAc23BjTpcDPRhIK2zedtGFH9FrejfkFvNWmISKti8IR58Fg4H9NtR6CdDD2U1hrRd6lh1Uij2zZLScJi1Wn2szwV5d6CUz9FKPdzZjpH3rxMhbtRd+ZQW+0hZli40BXTJpihY3sNdNSQh4quNZLoKb0EaK6F+0JDRBLjPMKY77rz9CEW2QyEtJgIOvU1hfMCD7jOdYBxP020kFCD/U+hpO1WI/HQMqhIymH+f24wn2NVj5ePLmBUuxboMn4j2+FSWYSLO2YztugZTsa6veEoqKFvP8Qa2wHM6KdWPzPMJeXMn2sPw74aEJVQx9Sfjn7SP9ZUlODMlgVQkBaBslZfOLq4w8nBBFqy4tA2mIyLj2nCVcus47PsrgiRFjIYaDmdPAc3zHYcgx4aEpDr2B+/RD9GbdEzeBl1g4zqYERnsEkSXWN8r7wK9+PDYNpBHqKiLTFswix4uLnAaijdEU0M/ce44RZvLfSXFgc0TdQsgIbYcIsE7bfkb2GIVopsAtx0dEJYojY8JZXiawENHaGxVpOFcv85eMaXC/CLBm0GaPi7Tf9l0aAtzGBF3Q4HNBzQUDUHoHlHngGti28+0Wa/tuioLU3kj+UIr8OJBkwKEo9f5GCLU29mStcQ6wXYHRSMoIMHsdljLrrIi0FDzxSn73ydCkNtoM+BBm5hiQOabwto6IiLt/330B85F+mf6WPqaytwNXQDRnyvC2UFBcjJK0C1TUeMtJqC4Ku8qV917/DwSiCGd+6MmZsEF8PTKbGe5r3Qy3wZ8pgGXYfc9Iv4cZwZurZRhpycPDrpDYSnXxD83SygO3AqbhSQC+srcStqB/ppdMacdZFMXXj8ph5PH6dg1ezR0G6rBkU5OcgrqKKLbj+4b9iHTDo5peYNko9tRG+tHlgVzG5ywqoeBVnxmNq/E4Y77WSBpq4KuSnhGN23MxQVVaFj6IQbvN3LSp8kYdnMUejatg1TjgIpR0u3Pxy89yP9T3KmqvJc7Fo1HT212kGZflZFA/1MbBB2iW8ZQn0NHl85DBvjfmivogh5OQUoKWvi+6GjsC0sgbHvzatMbJxiCO0+43Exiwc0pC7cKSV1oqYKN0/uh80P+tBQIr8L+W3UOnSH5eQVuPhQcDrflxQHNE3UXICGOqgK/kmO/6KaA9DQSvE1gYZZQ9OxDdoOni9wPga/mgPQ0CltHNBwQEPFAQ3PPxMbyoXkGynQUJ8Uls3+WxhiAibxSc8qq5GfGoUpg/Sg0FqKt1aFvGRao1t/I/gFJfI+8eXFAQ3rGzmg+XJAU11ZhtS40zh+JhGlf7Ftlebdx46DBOiDjiIyKhkF5XxDh/V1KH2ZgejwEFxNE9y0o+ptCf6IOYGImOuCR2RUlCI1KgxBwaGIS33EbiyQcBZHo+JQyHx1LYpy7uN0aAgSUnOZUdN7JJFnJ89X4MGVMzh6+AhCjkbjj9TGLaDr62pQ8OQOToaH40aW4EOrLM9HXOQxRCc8aOwsIU7mxc14hBw8hGOk7OfltKQGVeD+lWiEknJCSTlJN58inTy3j55U8YHoro1xiDh0GCGnzuHeC3YpAFOp+VWag/hTx3AkMAQRxy8hK6+xotWQ3+vOJfJMTsTiBc8hU6Ch+fMbng2V+Q9x4VgwAkNCEZl4CyVfOZfigKaJOKD5/wCaiuIsHFi9FEsDjqG4aSPmiQMa1r9xQMMBDRUHNHxAQ0doPuE3vraaBszS/HQE7t2KBW7uWODhgVW7f0NS+tfYQ6hRHNCwvpEDmi8HNP9ElDHuETuEJTpyTIGG1gdhidbH5jAlmBlBF2LuygENnzig+X8Ams8TBzQc0DSIAxrWL3FA0/yARhjigIYDmgY1B6Chz+G6EP0z9UsM0AjZN1L/XCok30j1HmjI38IQBzRNxARM4hw4oOGAhgMaDmgaxAFNY8DkgIYDGg5oOKBpULMBGiH7Rg5oOKCh4oCmiagNHNBwQEPFAQ0HNA3igIbnn4kNHNBwQMMBDQc0DeKAptE/c0DDAc17MQGTOAcOaDig4YCGA5oGcUDTGDA5oOGAhgMaDmgaxAEN65c4oOGAhqpZAQ01hiZOwlrURFVNbKCVglYOYYg66lySxAszYFIb6Fk49CUs0YSFPoM8IQINBetbQgxWVBSqhAkTtB2cI0BDnbWwVEWChbCDNg1YN4RoAz2XKY0EbWHBBBW1gdYDmkQJSzRYUaARlqhvpEFbmJ09DWBH7RCWaD0UZiJPRaGKdoAKS9Q3/k6ARpgxgvFLQv4d6KJ8YfvG+2XC7expDv6ZxkmaKwjLP1PfSPM12hEtLNUTI2je2uifgf8C2mpsCMJetGc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733800"/>
            <a:ext cx="2796782" cy="2888230"/>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903" y="3813718"/>
            <a:ext cx="2964437" cy="2507197"/>
          </a:xfrm>
          <a:prstGeom prst="rect">
            <a:avLst/>
          </a:prstGeom>
        </p:spPr>
      </p:pic>
    </p:spTree>
    <p:extLst>
      <p:ext uri="{BB962C8B-B14F-4D97-AF65-F5344CB8AC3E}">
        <p14:creationId xmlns:p14="http://schemas.microsoft.com/office/powerpoint/2010/main" val="18759720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38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48</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1111170"/>
            <a:ext cx="8686800" cy="4908630"/>
          </a:xfrm>
        </p:spPr>
        <p:txBody>
          <a:bodyPr/>
          <a:lstStyle/>
          <a:p>
            <a:pPr eaLnBrk="1" hangingPunct="1">
              <a:lnSpc>
                <a:spcPct val="90000"/>
              </a:lnSpc>
              <a:spcAft>
                <a:spcPts val="1200"/>
              </a:spcAft>
            </a:pPr>
            <a:r>
              <a:rPr lang="es-CL" altLang="es-CL" sz="2000" dirty="0"/>
              <a:t>Modelo implementa el Protocolo de Concesión </a:t>
            </a:r>
            <a:r>
              <a:rPr lang="es-CL" altLang="es-CL" sz="2000" dirty="0" err="1"/>
              <a:t>monotónica</a:t>
            </a:r>
            <a:r>
              <a:rPr lang="es-CL" altLang="es-CL" sz="2000" dirty="0"/>
              <a:t> y Estrategia de </a:t>
            </a:r>
            <a:r>
              <a:rPr lang="es-CL" altLang="es-CL" sz="2000" dirty="0" err="1"/>
              <a:t>Zeuthen</a:t>
            </a:r>
            <a:endParaRPr lang="es-CL" altLang="es-CL" sz="2000" dirty="0"/>
          </a:p>
          <a:p>
            <a:pPr eaLnBrk="1" hangingPunct="1">
              <a:lnSpc>
                <a:spcPct val="90000"/>
              </a:lnSpc>
              <a:spcAft>
                <a:spcPts val="1200"/>
              </a:spcAft>
            </a:pPr>
            <a:r>
              <a:rPr lang="es-CL" altLang="es-CL" sz="2000" dirty="0"/>
              <a:t>Algunos detalles específicos al modelo:</a:t>
            </a:r>
          </a:p>
          <a:p>
            <a:pPr lvl="1" eaLnBrk="1" hangingPunct="1">
              <a:lnSpc>
                <a:spcPct val="90000"/>
              </a:lnSpc>
              <a:spcAft>
                <a:spcPts val="1200"/>
              </a:spcAft>
            </a:pPr>
            <a:r>
              <a:rPr lang="es-CL" altLang="es-CL" sz="1600" dirty="0"/>
              <a:t>El trato de conflicto para el </a:t>
            </a:r>
            <a:r>
              <a:rPr lang="es-CL" altLang="es-CL" sz="1600" u="sng" dirty="0"/>
              <a:t>vendedor</a:t>
            </a:r>
            <a:r>
              <a:rPr lang="es-CL" altLang="es-CL" sz="1600" dirty="0"/>
              <a:t> se produce cuando:</a:t>
            </a:r>
          </a:p>
          <a:p>
            <a:pPr lvl="2" eaLnBrk="1" hangingPunct="1">
              <a:lnSpc>
                <a:spcPct val="90000"/>
              </a:lnSpc>
              <a:spcAft>
                <a:spcPts val="1200"/>
              </a:spcAft>
            </a:pPr>
            <a:r>
              <a:rPr lang="es-CL" altLang="es-CL" sz="1600" dirty="0"/>
              <a:t>La utilidad del trato propuesto por el vendedor (él mismo) o por el comprador es menor o igual a cero.</a:t>
            </a:r>
          </a:p>
          <a:p>
            <a:pPr lvl="1" eaLnBrk="1" hangingPunct="1">
              <a:lnSpc>
                <a:spcPct val="90000"/>
              </a:lnSpc>
              <a:spcAft>
                <a:spcPts val="1200"/>
              </a:spcAft>
            </a:pPr>
            <a:r>
              <a:rPr lang="es-CL" altLang="es-CL" sz="1600" dirty="0"/>
              <a:t>El trato de conflicto para el </a:t>
            </a:r>
            <a:r>
              <a:rPr lang="es-CL" altLang="es-CL" sz="1600" u="sng" dirty="0"/>
              <a:t>comprador</a:t>
            </a:r>
            <a:r>
              <a:rPr lang="es-CL" altLang="es-CL" sz="1600" dirty="0"/>
              <a:t> se produce cuando:</a:t>
            </a:r>
          </a:p>
          <a:p>
            <a:pPr lvl="2" eaLnBrk="1" hangingPunct="1">
              <a:lnSpc>
                <a:spcPct val="90000"/>
              </a:lnSpc>
              <a:spcAft>
                <a:spcPts val="1200"/>
              </a:spcAft>
            </a:pPr>
            <a:r>
              <a:rPr lang="es-CL" altLang="es-CL" sz="1600" dirty="0"/>
              <a:t>La utilidad del trato propuesto por el comprador (él mismo) o por el vendedor es menor o igual a cero.</a:t>
            </a:r>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sp>
        <p:nvSpPr>
          <p:cNvPr id="2" name="AutoShape 2" descr="data:image/png;base64,iVBORw0KGgoAAAANSUhEUgAAAzQAAAEbCAYAAAAMF8G9AAAAAXNSR0IArs4c6QAAAARnQU1BAACxjwv8YQUAAAAJcEhZcwAAEnQAABJ0Ad5mH3gAAMXNSURBVHhe7J0FeBRXF4YDQUKCBHd3d2ipAIUa0EL56y2FKqVA3QstFUpbqKNFWqDF3d09aIC4EeLunv3+c2Z2YjsJkuxOgPM9zynN7MzO2Zl7v3vfmTt37GCQ0rKBC7FAQoZ5gQHiHM5RDsmZ5gU2VpYJCEwBfBLNCwxQJuUQkEyRZF5ggDLpPPjSMbhKx8IoxaarZcEo0WlANOVwIU792wglZwHbQwFXA3NIoRxcos1/GCQlhxjzHwaIfekinYM4g72Ry2KiQd6Yzb5EnrT6qvr/Roi98Qp5o5+R3kg5+NP+OQ+jxOXwrMHeGGOwP7M37gwzNgf2pdMG+hKLj4ORObAvXY6n8mCwN7I/xxvkjaxUOg/sz0n0rxHivutV8iRvg/uuBf1ZgIZyEKARoBGgEaDRJEBj9mfKQYBGgEaARoBGkwBNrj8L0AjQ5EhpMMkcBGgEaARoBGg0CdDkNpgCNAI0AjQCNJoEaFRfEqARoGEJ0BQQ5yBAI0DDEqARoNEkQGP2Z8pBgEaARoBGgEaTAE2uPwvQCNDkSGkwyRwEaARoBGgEaDQJ0OQ2mAI0AjQCNAI0mgRoVF8SoBGgYQnQFBDnIEAjQMMSoBGg0SRAY/ZnykGARoBGgEaARpMATa4/C9AI0ORIaTDJHARoBGgEaARoNAnQ5DaYAjQCNAI0AjSaBGhUXxKgEaBhCdAUEOcgQCNAwxKgEaDRJEBj9mfKQYBGgEaARoBGkwBNrj8L0AjQ5EhpMMkcBGgEaARoBGg0CdDkNpgCNAI0AjQCNJoEaFRfEqARoGEJ0BQQ5yBAI0DDEqARoNEkQGP2Z8pBgEaARoBGgEaTAE2uPwvQCNDkSGkwyRwEaARoBGgEaDQJ0OQ2mAI0AjQCNAI0mgRoVF8SoBGgYQnQFBDnIEAjQMMSoBGg0SRAY/ZnykGARoBGgEaARpMATa4/C9AI0ORIaTDJHARoBGgEaARoNAnQ5DaYAjQCNAI0AjSaBGhUXxKgEaBhCdAUEOcgQCNAwxKgEaDRJEBj9mfKQYBGgEaARoBGkwBNrj8L0AjQ5EhpMMkcBGgEaARoBGg0CdDkNpgCNAI0AjQCNJoEaFRfEqARoGEJ0BQQ5yBAI0DDEqARoNEkQGP2Z8pBgEaARoBGgEaTAE2uPwvQCNDkSGkwyRwEaARoBGgEaDQJ0OQ2mAI0AjQCNAI0mgRoVF8SoBGgYQnQFBDnIEAjQMMSoBGg0SRAY/ZnykGARoBGgEaARpMATa4/C9AI0ORIaTDJHARoBGgEaARoNAnQ5DaYAjQCNAI0AjSaBGhUXxKgEaBhCdAUEOcgQCNAwxKgEaDRZHQOWoMpQCNAI0AjQKNJgEb1JQEaARqWAE0BcQ7nKQejgcbX4AaTgeaKwTkw0AQZCDRxAjQCNGaxHZyjRtMo5TSYdzDQcH1gXxKgMR5ouBwaCTQsAZrSATRG58C+JEBTeoDG6IvxpQZo0rnBJHNIMLBQcA5sUGxWRkgBGi4UBjaYnIM/5cCdB6PEBZMrhlF3aGj3coeGxI1VqQAaAxvMiIgIXPbywaFA45JgXyoVd2ioPhgJNNyRZ6BhjzJCvN/SADS8f6OAhg/9nXyHRit6AjSqjL5Dw96oAA2VB6PE3shtpJEXnHKAxiB/1oDG6Ds03G/NBzRRVDDC02wbkRRhqcCxKDUhI3M4QjnwXRL+W289a0WEOS5S5TxPBTOWKofeetYM3j//yxWDK6iROXBDwUbFnfqC61gztPPAd8mOUlngKz9661kztGPAYHuccjDiPETScQ+m+rApBDhhUA58HPgu3eFItT5qx8XaEUG/PSItC8fOnMebY8figcEP4vWPvoCHfyCiqcGwVR4cmi+diFaN2ihvDDX7M3ekbZ0DH28O9qVVBDR8PIzwZ/7XlTyJ8zDSG7l9YMC1dQ7a/rkcsjcadQw42J+5PNoqB95nFO2LTj+4zxZBPrCFvJGPAwOe3jbWDM5H80btmOitZ83gffJFx0M29mctNG88Sd7I5cFIbzxOOfCFYKP9mS+IG+HP/O8lqhzcbzPSG7nfmtef7bgTyYnZKtzIHdypMF5MAHaHA2eI9m2dgxZ8IHabr7oYkQM3UmyQbBBudDwu0d9661kzuEAcof1zGJkDHwM+FkadB77qxGXBTedzWwTnwHcmOAd3nc9tEdxxWhcE7KV66W5QWeAhoHwlVO8zawV70iH/cNz18OOws7PLiRGvjIcbedVlGx8L9iU+B1wmjfTGPZQDX5k3JAfaP3feVgSq/mBEDoo3kidxHkZ6I+/fMH+m/XE53FVKvNFWOSjlLTYTezz8sPW8G45ejcZm2r/izwaVBe6n2NobC4bRObAv7SNf4vJgpDeyP58xyhspjPbn0tR3zevPNh9ylpaShJiIcCQlp8Cd6NKo51dYfNuMCwbfxjRKfFWch1YYKb5DxbcPjRLf1udjEEJ5GKVEInweYmOk+MofG4VR4lvpO0KNzSGDcuCLHLaWj6cHnCo55AOaDm3bIJ38ytZiX+JGyqjx0Sy+nc/lINVAb+SrjzzkzEgFUQ5GTpjC4rtkRk6YwsNa+EKDkeLhPbb05+yMNOzevhXDhz6Ke/r0wmeff47lF0PgZmA7yf0Uo59l4hyM8GdN7I0MlEY+v8LeaLQ/cztptD9zf83I4bgs7rfmHY5rM6AxmUwICAjATz/9hHFvvok/Z83GAf8opHBv1iBxB46vOMgsZ8Y22jLLmQp1MimA+RkaAyYFuHz5cj6Y4WjatCkSEqj1tLG0h04Nf4aGcpBZzoxttDkHmeXM9s/QeHp6om3btnn8oCxGvvslfAzsxMozNKovMUzIpACqP8ssZwWeoTH/a3XFxcVh/PjxOQZR1r4cXnp/kjKjkFESoBGg0SRAc2cDjZubG8qUKZOnA2OHZs2aITHR9pVTgEaARpMAje2Bhi++7t69O58XcLTvex+8KA+jJEAjQKNJgMZgoPH390eNGjXyGUTz1m0QH2/7K6CaBGgEaDQJ0AjQCNDkSoBGgEbTnQY02dnZ2LlzZz4v4Gjd/S54pZlXMkACNAI0mgRobA007EJ55OXlBXt7+3wG0ahhQ8TEGFc7BGgEaDQJ0AjQCNDkSoBGgEaTAI0arXvcLUBjcA4CNKoEaIoDNKYsxIe6Y/umtdh58hJS2WF0lJUSDZe9m7Fl90FEppoXmuXt7Y3y5cvnM4jGjRsL0AjQCNCQuEqVWqAxmZCRmojIyHDEJBXdoqfER9N6kUjJKMQkriEBGgEalgCNKgEaARpNAjQCNJoEaIoDNNnp8D+6GN1qUMVucT+28NyJBZWdistbZ6BZJTs0vPcVeBT4oQI0lhKgUSVAU8qBJjsD4e4H8PV7Y/H5L0twtZBRoomhPpj79ft4/6uf4X6T1VqARoCGJUCjSoDmRoHGhPSkaFw+fwoXPAOUjp+eTORpoX6XcebsBYQn5K9oAjSFS4BGgIZ1awMNKTM1AWumjYFThXK4/40/EEsnNa9iAs5gwoCmsK/bGbN3+5uX5kqAxlICNKoEaEo50CALMV778GxnfgbOGZOXnTcvz5UpLRa7fxuHilSvOz/1JYJussERoBGgYQnQqBKguVGgyUaExwGMGdgCze99CuvPhZuX55UJUb4nMX5IN7TuOxTbPfPXcQGawiVAI0DDuuWBhpUSfgHvDGqMshWb4tv1rual9OPSorF++isoZ+eEZ6as1J25TIDGUgI0qgRoSjvQkEwZ8Ng7F+2rOqB+vxdwPDSvk2bj6vnNeLh1JdTtPBz7Am6+1RegEaBhCdCoEqC5UaAB0pPCseyrZ1GxnD36jZmOOCrLeZWZHIGVXz+PCnYV8PD781CwByJAU7gEaARoWLcF0CA7Da7bfkErpwqoO3A0PJSOD3VmLmzEQy0d0fyeN3CpENMRoLGUAI0qAZpbAGhImanR+PfTx1DOriyGfboUlK6i9Jgr+GPsQNhVaowvV542L705CdAI0LAEaFQJ0Nw40LBSIl3x7sPNUc6hCb5ec8G8lJUJ3+PL0LOxHVre+zJcdbxGgKZwCdAI0LBuD6AhZaZEYeHbQ+BQoTxe/nkf0hJCMefN+1C+amv8tveKeS1LCdBYSoBGlQDNrQE0VGIR470TT7WriXL1umGZ0rJlwm3rr2jrXAF3vzwdxU1fgEaAhiVAo0qA5uaAhp/7vbxjJto7lUfte1/CuQh1cXKoF6Y93x12NTvgz52+6sICEqApXAI0AjSs2wZo2F6ifQ9geJeqcGzSH7/NmYEutcpiwFu/oyjfF6CxlACNKgGaWwVoSJnpOLn8O9RyKI/eL/wIvwA3fDqkOSq36I8tPsVv7QVoBGhYAjSqBGhuEmhImckh+Of9YahYsTxGfb+VlphwatkUNKhQDsM+WozCqpcATeESoBGgYd1GQEMVPiMVh5ZMQn0HOzhWr4Ym3Z/DniBynCIkQGMpARpVAjS3ENCQ0uK8Me35nnAo1xBPjXoRzWvUxJiZW8yfFk8CNLkNpgCNAI0Azc0DDSva9zCe6F4ZVVo8gKVbD2D8gw1Rs9PDOBxoXkFHAjSFS4Am158FaG4ToGGlJQZgysh2sHOojU/+u/a4eQEaSwnQqBKgubWAhkouQs5txMDmFZR63HPkZFyh3EtCAjS5DaYAjQCNAE3xgMaUkYzDi79AY6cKaNSiPRo26IBPlruYP9WXAE3hEqDJ9WcBmtsIaNITo7Hks+GoVL09VniaFxYhARpLCdCoEqC51YCGzllyHJZ+PARlq9TDD3uLuNx5gxKgEaBhCdCoEqApHtCw0hL9Me2l3lSn7dH/lR8sZj0rKAGawiVAk+vPAjS30x2ahEgsfO8ROFZvi1Vu1z6zAjSWEqBRJUBz6wFNRlIUlk95Ck7OzbHYteRaFwGa3AZTgEaARoCm+ECDjEQcWfIxKleqhU82Wb4jr6AEaAqXAE2uPwvQ3E53aAhoFr3/qAI0K9yuXboEaCwlQKNKgOYWBJrEKPw36Qk4VmuKRWdKrvAI0AjQsARoVAnQFB9oTGlx2PfXO6jiWBtfbxWgKY4EaARoWLftHZpKzm2w/LIAzc1IgEaVAM2tCTTLNKA5W3K9LQGa3AZTgEaARoCm5ICmsmMtfLlJf6rmvBKgKVwCNLn+LEBzmwHN/HcfhkO1Nlh2SYDmZiRAo0qA5lYEmkgs/fxxlK/cCAtOl1zhEaDJbTAFaARoBGhKDmiqCNAUWwI0uf4sQHMbAU1mSgL2/TMVL4x5B0evXvuoCtBYSoBGlQDNLQg0SdFYPW00GrXuhaXnS663JUAjQMMSoFElQFMyQLNn7niUt6+Gzzf4mJcWLgGawiVAI0DDuu2A5kYlQGMpARpVAjS3HtBkZ6TBx2U3Fv29HJ5RJVeBBGgEaFgCNKoEaEoAaNITcWrdT+jXbxBmH6ACdQ0J0BQuARoBGpYAjQCNhQRoVAnQ3HpAYy0J0AjQsARoVAnQFB9oYDIhPTkeYSGhSEy7dg9QgKZwCdAI0LAEaARoLCRAo0qARoBGkwCNAA1LgEaVAE0JAM0NSoCmcAnQCNCwBGgEaCwkQKNKgEaARpMAjQANS4BGlQCNAI0mARoBGk0CNAI0FhKgEaDRJEAjQCNAkysBGgEaTQI0agjQCNCwBGgEaARodCRAo0qARoBGkwCNAA1LgEaVAI0AjSYBGgEaTQI0AjQWEqARoNEkQCNAI0CTKwEaARpNAjRqCNAI0LAEaARoBGh0JECjSoBGgEaTAI0ADUuARpUAjQCNJgEaARpNAjQCNBYSoBGg0SRAI0AjQJMrARoBGk0CNGoI0AjQsARoBGjgUwjQxMUaVzsyqGCep0LBhcMI0e6VTryRDSZ3FrhQGNlgcuXwo4oRbCDQxJNBGgk0LG60jYQJrgdGAw2/JsKIBtO9EKBJMgBo2JcuUaOdYGCDmU45cDngDoxRYk9ioOEOrRFibwykHBgojBJ7I4Md52GUuBwa7Y2x5M/nbZWDKRu7dukDjTd5tFFifz5j8HlQcjAQaNgb3cgbuTwYJfZGo/2ZocpIf2ZvDDL4YryeP9vxSeHCYc1I4ErgZgk0DRs1hn94DBLo5OhtZ83gq04RacCJaCA0Vf1bbz1rBe+Pr8i7J6i0b4vzUDA4hyjKgQ2Cw8gc+Bh40rFgsNBbz9rBVxtORBlzDJSgY8AduJNUHo06D2FUD7aEAKcoB74yr7eeNUPL4Wik7coB75P96cQFS6Bp0rQZgmISbepPnA/7kgt1GvhihxH1QcuBy0GIQd7IcM9XYlcGqj5pRA6KP1MOWudFbz1rBufA3sjHgfMwypu4HB430hsp2Btt4c9x/P3UY123VR9oXOlYJJJf6G1rzeCyoHgjHQPt74LrWDvy5mCkLzFQcXkwMgf2Z+7QG5VDOOXAfQWj/Jm90YP6awxVRnoj91vz+rMddyT51pU14xJR3Jaz3ihXAGjqNWyMIwExcKeCobedNYNPBN+d2RmmVhBbHIe8wfvnfw9T5+1AhNpoFVzH2qHkEAscov0fojyMyoGvvPExOEJGeanA57YKNoddVBa4cuh9botguOYcjDoPfBV2bRCwJ9y4HM5SXdxBx0CrH7YI9qd1JyyBpkGTZjgelAh3ajz1trNGKPWBYjcdAwYKW/sSh5YDl0W+W2ZUDuxJKwho2B9sWR44tP2xPx800BvZnw+SN3IeRuTAweWQ20kjvdFW/uxK338pIRtz1uoDzSH63J38Qm9bawaXBR72Z2tvzBu8X+4rGZUD75N9idsnLg9GeuNuyoGhxrAcqCxwG2GEP2vnvjT2XZUhZ9lWDpaXl/6Qs2jzMzR621kzeBhDOv0Pm4Q2DrHgOtYM3j8PJ+ArDT7mW2Z661kztBx4yJs/5cHSW8+awTnwWEgei6k9Q6O3nrWC98+3LvmKA3emWXrrWTO0HPiKgzasQm89awaLx2hvyzPkTG89awYfB76Fzg0FS2+dkg7eJ+vSZf0hZwkJ6j11vW2tEZwP+xKfA77ixCq4jrVDy4HLIl/5YhVcx5rB++d/2Zd4yBn7A6vgetYM3qUy3It80ddAf+bfzvvnPFh661k7uBxqz9DofW7N4GOg+bM27E1vvZIK3h8POduh8wxNG36GhvJg6W1rzeC8lOcLyRv5/5XjYuPgfXJfyZb+nDdY7EsMtVweWAXXsXawOAfuPPNdAlbBdawdLB5yxv6sPeNYcB1rBpcD9iUe7qU9Q6O3njWDc2B/5n6r9sgGL7/jJwXgQmH0pABag2mEtEabwcooKY02VQy+hWuU2JyMHCfOFZRNmo3SKMmkAKVrUgAjHzrVxmgb9dAp1wf2pdWB1FDxHwaIvZF90chnHNkbjZ4UgIfVGDkpAMuWkwKYZFKAQmV0DuxLfDVeJgVQ+wpGTwpg9IRW7Iv5nqEx/2t1ySxnltKARmY5k1nO6DQI0JAEaHIbTO0KoBHiHLgsyixnAjRcDmWWMwEaFrcRAjQCNBrQyLTNeQxCgEaAhiVAI0CjSYBGgIYlQKNKgEaARpMAjQCNJgEaARoLCdAI0GgSoBGgEaDJlQCNAI0mARo1BGgEaFgCNAI0AjQ6EqBRJUBjBhoyJ55BxSgJ0AjQaBKgEaDRJECjhgCNAA1LgEaARoBGRwI0qu5YoDHxwQ8A9uyBadt2RHsH4JyB50GARoBGkwCNAI0mARo1BGgEaFgCNAI0AjQ6EqBRdUcCTVQUsGUL8OSTgJMTTPblEP/cS/DyizSvYHsJ0AjQaBKgEaDRJECjhgCNAA1LgEaARoBGRwI0qu4ooEmjFtHFBfjwQ6BmTaqBVAXNkVWpElLnzjevaHsJ0AjQaBKgEaDRJECjhgCNAA1LgEaARoBGRwI0qu4IoOHhZX5+wNy5QJcu+UBGi6wqVZH252zzBraXAI0AjSYBGgEaTQI0agjQCNCwBGgEaARodCRAo+q2BxoeXrZ5MzBihAXEaGGqWBEJDw+Fr1uAeSPbS4BGgEaTAI0AjSYBGjUEaARoWAI0AjQCNDoSoFF12wJNaipw5ozu8LJ80bw5TOPGIeqSJ84aaNQCNAI0mgRoBGg0CdCoIUAjQMMSoBGgEaDRkQCNqtsSaHh42ezZQOfOlgCjRY0awNChwIYNSqPN/fgLBnYcBGgEaDQJ0AjQaBKgUUOARoCGJUAjQCNAoyMBGlW3FdDw8LKtW9XhZdRBpoJuGRUrAj17AjNmEMWovXdutKOpsWSTMkoCNAI0mgRoBGg0CdCoIUAjQMMSoBGgEaDRkQCNqtsCaHj2Mm14WfXqlhDDwYDTvDnw5ptEDa7mDVVxox1NOQjQCNAI0AjQaBKgEaDRJECj+pIAjQANS4CmgARoBGg0FQtofH3V4WWFzF6mBD9DM2yYMrxMT9xoC9AI0LAEaARoNAnQCNBoEqARoNEkQCNAYyEBGgEaTTcFNDxcbPt2YPhwS4DRwsFBHV42fTq5cOFlnRttARoBGpYAjQCNJgEaARpNAjQCNJoEaARoLCRAI0Cj6YaAhoeXnT5d9PAyjhYtgLfeshhepidutAVoBGhYAjQCNJoEaARoNAnQqL4kQCNAwxKgKSABGgEaTdcNNDx72Zw5Rc9exsPLhgwpdHiZnrjRFqARoGEJ0AjQaBKgEaDRJEAjQKNJgEaAxkICNAI0mq4JNDy8bMuWIl+Oqcxe1quXOrws9sZaX260BWgEaFgCNAI0mgRoBGg0CdAI0GgSoBGgsZAAjQCNpkKBJu/wMn5vDJVb3dCGl124YN7wxsSNtgCNAA1LgEaARpMAjQCNJgEa1ZcEaARoWAI0BSRAI0CjSQGavEXRRAdGG152rdnLzC/HLI5obwI0JAEaARqWAI0qARoBGk0CNAI0mgRoBGgsJEAjQKMplhttMkpFPLxs82bgiScsAUYLHl7Wu/c1Zy+7XnGjLUAjQMMSoBGg0SRAI0CjSYBGgEaTAI0AjYUEaARoNMXScTgbTq3VubPq8DK+80Jl1CKo05vzcsybHF6mJ9q9AA1JgEaAhiVAo0qARoBGkwCNAI0mARoBGgsJ0AjQaEry9oPv9NlAt+t4Oeb69eatSk7caAvQCNCwBGgEaDQJ0AjQaBKgEaDRJEAjQGMhARoBGmV42datMI0YgSwqk1QwLYNfjtmjB/Dzz+Sk1imv3GgL0AjQsARoBGg0CdAI0GgSoBGg0SRAI0BjIQGaOxhotNnLPvro2rOXjRtHDnbRvKF1xI22AI0ADUuARoBGkwCNAI0mARrVlwRoBGhYAjQFJEBzhwLNjcxetnGjeSPrihttARoBGpYAjQCNJgEaARpNAjQCNJoEaARoLCRAc4cBjXl4WZEvx+ThZT17AjNmkGvarmxyoy1AI0DDEqARoNEkQCNAo0mARoBGkwCNAI2FBGjuEKDh4WWnThU5vMxEkdnc/HJMKw8v0xM32gI0AjQsARoBGk0CNAI0mgRoVF8SoBGgYRkKND6FAE1crHG1I4MK5nkqFFw4jBDtXunEG9lgcmeBC0WggQ0mVw4/qhjB1gAaHl42d27Rw8tq1UTaI0MQvNI2w8sKEzfaRsIE1wOjgSbNoAbTvRCgSTIAaNiXLlGjnWBgg5lOOXA54A6MUWJfYqDhDq0RYm9kX2SgMErsjQx2Rvozl0NbwURh4veEnbdVDqZs7NqlDzTe5NFGif35jMHnQcnBQKBhb3Qjb+TyYJTYG432Z4YqI/2ZvTHI4Ivxev5sxyeFC4c1I54rgZsl0DRs1Bj+4TFIoJOjt501g686RaQBJ6KB0FT1b731rBl8Rd49IZf29daxdkRRDnzFg03CyBz4GHjQsYjX+fyGgssSFfSUiChgy5Yih5dlVaiI+K49EfPDDFwJi8VRKg8JVFZ1v9fKwTDDd8pOUnm0RZ0sGFz+uR5sCQFOGZhDGOVwJNK29ZH96cQFS6Bp0rQZrsYk2tSfNF9yoU4DX+wwwpd4n/xKJi6LwQZ5I9cH9qWVgapPGpED+xL7IndejPRG3r+R/szl8DjZqRGewMFX4xluT9gghzj6/hjqsa7dqg80rnQsEg1oI7j8szcepWOg97ktgnPgNoJzMKI+8j7ZGxmouDwYlQN7Y2nx5xCD/Jl9iftrDFVG+YKeP9txR5JvXVkzLhHFbT7rjXIFgKZuw8Y4HBADdyoYettZM/hE8N2ZnWFqBeG/9dazdhyiztvBCLXx1vvc6hGr7p/z4IKhu46Vg6+8HaAcjpBR3nR55NyJ1C9Ep8H1wGkEjeeXYxY9e1ny2LfgfvQizlMDdZIMcmeocceAg+F6F5VHI3Lg8s/DStYFAbvDjSuPZ6kubqdjYMv6yP607oQl0DRo0gzHgxLhTmVDbztrhOZLe+gYMFjawp8LhpYDl0W+W2ZEDhwHyZOWE9Dw3QFD/ZnCqPrA3mi0P3M55HbSSG/kzpstvNGVvv9SQjbmrNUHmsP0uRv5hd621gzNn3fQMdD73BbBOXBfiXMwoj5qvrSH2iduK430Rm4jTxnkjZwDe6LR/nyYPIn7bUZ64yHaf15/pp6dbeTlVfqeoeFnN5RnaKhDa4RM5ltmvgYPOeNbdnx3wChxDvwMDd/CLJb8efayuUDnzpYAo0Uhs5fFplFZMK4oKuNqlGdoqDwaJR7uZfSQMx7SwFe/bK3Llwt5hibB9vfU2Ze4keK7lUaJh3ZwWUzKNC8wQOxLq66qw66MEPtzwTHatpbmz5yHUeIrwIYOOaNjwHfsbDnkTO8ZmjalYMiZ0c/QGP0cD3sjd165PBgl9kZuI+9kf9b6rkYPOeN+a74hZ+Z/ra7SOikAm6TRkwIYCTTapABGNpicQ7GA5npnL+vVq9CXYxrdaNMhkEkBSDIpQOl46FQbo23UQ6dcH9iXVgeqDZcRkkkBVHHHzchJAVjcgbWVP8ukAIXL6BzYlxSgMRAmSoM/M9xyX8HoSQGMntCqoD9TT882klnOLKUBjcxydpOznPHsZWfOAB9+CFSvbgkxHGXLAs2bqy/HdHU1b2ipWBs2mHqi0yBAQxKgyW0wGbKNEufAZVFmOROg4XIos5wJ0LC4jRCgEaDRgEambc5jEAI0AjSsmwKa63055uOPAxs2mDcqXAI0pRBoMqliXrlClSSQKot1nVuAJr8EaPQbTFtLgEaARpMAjQCNJgEafX+mXp9tJEBjKQEaVTcENDy8bPv2aw8v69FDfTlmVJR5w6IlQFOKgIYtIZNarF271PP81FPAqlXUs7JeYgI0+SVAo99g2loCNAI0mgRoBGg0CdDo+zP1/mwjARpLCdCoui6gyTu8zNnZEmI4qEPKs5dhwoQih5fpSYCmFAEN7z+MErn77txzW7kyMGkSOdgVdcUSlgBNfgnQCNBoEqBRQ4BGgIYlQCNAI0CjIwEaVdcEmusdXvbYY8D69eaNbkwCNKUIaKjBQkgQ0LGj5Xl+4glawYUKTclWWgGa/BKg0W8wbS0BGgEaTQI0AjSaBGj0/Zl6CLaRAI2lBGhU5QBNwUabh5dt23b9w8uKUZYEaEoR0PB5SKHC8OefKqgWPOft2wMrVgAJCepGJSABmvwSoBGg0SRAo4YAjQANS4BGgEaARkcCNKos7tDw8DK+Cs/Dy2oU/XJMvPUW1ewL5g1vXgI0pQhotEkB0umALFgAdOpkee55VruvvgKCg80rF08CNPklQCNAo0mARg0BGgEalgCNAI0AjY4EaFRlUA4+qVxB6H+Ul2Nex/CyRx+9rtnLrlcCNKUQaDQdPgw8/DBQqZJlWXjmGeptneVeiHnlm5MATX4J0AjQaBKgUUOA5vYCmrTUBMTFxyMpmQrXDUiARoBGgEZHAjSq+PAHhEQjZO1mYOQTlp1WLSpWVF+OOX06OVrJlhsBmlIMNKyQEGDiRKB2bctywfC7Zg31vm++IgnQ5JcAjQCNJgEaNQRobg+gyU6Nw7nDO/Dnr1Pw+eeT8d1Pc7H12AXEptKXX4cEaARoBGh0JEBDSk2F6cwZJL/7IVKr17LsrGrBw8uu8XLM4kiAppQDDYuHoPHdu9atLcsHD0H77jsglH7ATUiAJr8EaARoNAnQqCFAc+sDTVZyJPb+8w16NK6mnNMKlRxQoUJ51GzZA5MW7lKO8bUkQCNAI0CjozsaaEy0Y569bPZsoGtXyw6qFjy8bOhQYONG84bWkQDNLQA0mg4eBB58UL1jV7C8PPcccP4890rMK1+fBGjyS4BGgEaTAI0aAjS3ONBkp8H74D/oUd0O9jVa4On3puDPeXPw0zfv44HOjVG5Zgf8tsvXvHLhEqARoBGg0dEdCzT8ssvNm9XZy6gTSYXBMrThZT//TD39a/Vwiy8BmlsIaFj8PhqeEEJv0gguNzx9d/L19wIFaPJLgEaARpMAjRoCNCUDNNlZGYgODcbVkCjl+dm8ys6mz8KCERoZA7IgC7ElelNZuJkqmZ4QgaVfDKdzWQ0vfbMWeatU4LFV6N+kClo+PhnES0VKgEaARoBGR3cc0KSmUst4Vp29TG86Xi14eNmbb1pteJmeBGhuMaBh8bto/vhDfwharVrATz8BYWHmlYuWAE1+CdAI0GgSoFFDgKZkgCY1LgQrp76N58ZOxrmQvAfUhLigC5j6zmv4es4W5dnafMrORFSoH/7bfQS7jhzHiRPHcfx4/jhGccHNCyk6NJQcFYhpz3dA5Xp9sLtAs5CeGIGZY3uiUo0e2BZkXliIBGgEaARodHRHAU0pGl6mJwGaWxBoNO3ZA/TvD1SokL88lS0LjB5NB/UCHWA+woVLgCa/BGgEaDQJ0KghQFMyQJNJ8LB68qOwK1cZn6+8aF5KykzGmTXfo15lR4z99Yh5YR6lxuLgvInKubAvV17pT+aNcvb2KGtfHl0eegHu1K8qqOToq5g+uhsq1emFbQH5SSA99gp+GtMLFao3xuwjRTeAAjQCNAI0OrojgCbvyzELGV5mqlgRyd16IPWnn4ksjGk5BWhuYaBhBQQAr76qTg5QsIz16QNs2UI/sPBeoQBNfgnQ6DeYtpYAjQCNptsFaKjng6ALm3B3Iyf0HPWrMoyMlRwTiOmv9IFT03uwO9y8MK/SE3B2/S9o37U37up3L+67717ce2/+uOf+/njxna8QoHOeMhIjsfK7p1ChoiOen7ISV8OikJAQj5gIfxxcMR3dnMugcr02mHus6B8oQCNAI0Cjo9saaPjlmKdPAx99dM2XY2aOGwe/kxdxjTu9VpUAzS0ONKwUqky//qoOWSxYzurWVZ/Hiow0r5xfAjT5JUAjQKNJgEYNAZqSAhqGlyuY9mIPODd9APsUeDEh1G0HBjWwR9dnfrEcbmYW99+96RzcXHXIRMjF7Xiqa006n5Vx7/9ew1eTP8fbb/4PvVvURa0a1VGrQRvMFqC5pgRoBGgsdNsCjTa87FovxxwyRBlexoffhyrm1VR1cyMkQHMbAI2m7duB++4DGU7+MleuHPDaa8Dly+YVcyVAk18CNAI0mgRo1BCgKTmgMaUn4PCSz9HAuT4+XsbPyqbg5D/vwaliHXy86py6UkFlZyDU9xxm/L0Ki1euxfp1a7F2bd5YQ7EOuw6dRDzlqavsTHjvXISne3RC3aqOcHBwRKPmXTDm/an44bNnUcO5EWYdL7oBFKARoBGg0dFtBzR5h5fR+dUNnr2sRw/1arl5eBkffl86BlxBjJIAzW0ENCxfX/X5GWdnyzLYr58KPXxHxyw3ghwBmlwJ0AjQaBKgUUOApuSAhs9qVMBhjOzcEH1Gz0BcQhB+fLYbqjQbiEOBhZhOagz2/v6KxXkpGE3uehyXdOuLSTm3XJ4ygnywdcFszJ47HwePu9PyFPz98WBUqNEGK92LNj0BGgEaARod3TZAwy88vM7hZcpUuxfzPAhIyqTzoABNbv/S5hKguc2AhsXAwjOdNW9uWRbr1wd+/12dQpzk5u4uQJNHAjQCNJoEaNQQoClJoKFuQ1wYFr0zENWaP4T1ezbgsc7V0HvUtMKnTc5Ihvv+fzHsmRcx6pXX8Pprr+G1PPHqq6/i5VdexeQZfyFExztNmWm4cuEg5v+1BCe405NHUd4H8UTHyqjX/UV4XuMcC9AI0AjQ6Oi2ABoeXjZ3LtC5s2WnUQtteNmGDeaN8kuARoBGU4kCjSZ+59Fdd1kOQbO3V6cH9/XFZTc32JUtS4tz/UmARoBGgEaARgsBmpIFGmSn4MKO39DK2RmDnn8JfZs1wbfr/c0f6ov77/ysLdnTNWRpGqaMRBz5dzIc6Vz2HzsH0YkpSEtNReSVC1g0aSgq2lXFiK/XmdcuXAI0AjQCNDq6pYGGh5fxzFHXGl7WuzcwY0bO8DI9CdAI0GiyCtCwPDyAUaOAqlUty+nAgfCcORNOBfxJgEaARoBGgEYLAZoSBhpSfPAlvDukBezsq6Lz3S/j0nXcHbkcr5aHG5cJcYEuGPtAU5QpXxNPTvwSv06fhreeG6xATpt+o7DX99oVTYBGgEaARke3JNDw7GX8csyihpeVKaMO8xk3jnrH1345pgCNAI0mqwENKyEBmDoVZDwWZTbayQkT7e1Rg/5f86fSBjRZGekI9XVHUAz9DitLgEaARpMAjRoCNCUPNJnJsVg/9UWUtXPEo58vMy8tXDlAc7MXezLT4bHjbzzaviWcK9qjDHm+U60GuOeRl7HsiK95paIlQCNAI0Cjo1sOaK539rLHHit0eJmeBGgEaDRZFWg0cdnkIWg85CxP2c2gmEnRmoL9qUkpA5rYoMv4eOQgvDV7rXmJ9SRAo99g2loCNAI0mm5HoDGlRmLVl8+harUW+GPPFfPSwlVsoDEr0f0cVvzyA7778SfM37QdIdoMq9fhNQI0AjQCNDq6ZYCGh5dt3Vr08DIHB6BXL3X2Ml7/BiRAI0CjySZAw+Kpm599VncI2h6K+ynaNm+O+CJexmkt6QNNOvyPLUKLauXQ+7UZOS+js5YEaARoNAnQCNBoKhGgMWUjPTkeISFX4bJ/JQa3r4Vm970Gj+uoZyUFNMWRAI0AjQCNjko90PDwsjNngA8/1H8DOwcPL9NmL7uO4WV6EqARoNFkM6BhxVPL+PXXQKNGFuXal2IK+VNcQIB5ZdtJD2iyU+Owd+YE1KhaH9+s9TQvtZ4EaARoNAnQCNBoKhGgyUqB/4nVeH7kE+jboSXsq7bCpMWnzR8WLQEaVQI0AjQWEqApAmh4eNmcOUUPL6tV64aHl+lJgEaARpNNgUbT6tXI7t5dGXKWr3w7OSH77bepgvqYV7SN9IAmKfoKvn2+O6o2vR8HlDdr5yo5PgyevgFIzOBSVDISoBGg0SRAI0CjqUSAJjsFHgdmo22tymjQohOe++QvhF5nx1yARpUAjQCNhQRo8gCNNoZUeznm8OH5O3d5g4eXaS/HvMHhZXoSoBGg0WQI0JAi9u/HSirb8QXLOsdDDwGHD6vvW7KB9IAm0u8Ynu5SCW2HfIGc02PKwBX3Y5gxeQwGjHwT+7kSlZAEaARoNAnQCNBoUoCm2P5sQmpKKI7u24id+04g/gZsNQdobGPFukqjY6AAjYFQpQAN1YckA/uudzTQ+BQCNLEGAk06VY7zVDDZKIwQN9Tcifc1sMHkn+5HJu0fw8PLTqnDy/Ters5RhqJlC2D8+JseXqYnrhzcFwsyEGi40TYSaFhs0kYCDdcDo4GGjdqIRvuipydqlCmDL6mchxQs9xwtWwILFxL5Wr+QsC/luwJoSoPHvjloW9UJr/zloixKSwjBwY2z8cygzqhWvR4efeFzHPQqORLkHLgcGHUFkMUXWhhouENrhJQLTpQDA4VR4hx4/5yHUeKOm9HeGEs5nLcV0FDs2L2bqn1+oGnZqx88+UODxM2ji4EdSBYXQxfrT7JYqJgnL1ES0QaeB77260o5xBllTCTO4Tz5glHWxM0C99eMvBjP3shAk9ef7TKoYHAnwprBMH3J0xJoGhHQhEbFKA+46m1nzWDS5w4Dd564I8l/661nzeCrHQwzHmQQtjgP+YL3R8edcwh280PIr3OBroUPL0uvXhOpjw5F6saNtK1J2Vb5joLfe4PBx52vMvAxYNLmjpTyvRTJKfEIi4hTOtolsa+iIpx+EN8ZYOrX+9zawb+RZ1o5Q+WRRw7prWPN4PPAnYZtIerVWCOOg5bDiShzOdBZxxrB/nPuohvsCGjYl56jOEuRbS77OeHoqExXbvL3VxpW7mDofV9xQvElSog7kBG0k3Q6DynJUVjz3UhUqNURy86HI8zvFH7/8mW0bFQODbsMwtRle5VcWHrfx1FweVGh5cBlMcogb+T64EWN5SoCGvYom+dA+2Nf4gbb0wh/puDfzDl40f45DyNy4OByeIrKgpHeGEreyG31DeXAx4vqREY6FeYoMpXIyGsHrWeKiMD+1atRkep8LXPwdO59uvWCdwSdiOjr/K4SjpTwSJwN0P/MVpGTQ5TlZ7aItIhIuAdGIiZU/3NbBOdw+Uok4sP0P7dFpNJ5uEg5JNO/ep9bOzLiE+FLjY6bwd7Id4jy+rOdC5nEKerIWS3o+8/EA2tPe6NcAaCp27Ax9vrFKKR5Um9bawbldYL+3UYduGPkT9yZ1V3PmkE57AsH9lCwWeuuU9LB+4mjoIJw7moUgtZtRdpjT1g+P2COrIoVEd25Jy58+TNO0Lk6RQ3KKSpAut99M0H5nKTgY7A/wnwcqDN3PCgEf/31A97/bStOUL4utEx3+xIILnuHqZ5uC6WyasX9XCsOUQ58h8SQHOi4H6d/11IHcoeBx+E41cWtVCet7kta0H5OU/laecwNZcxAw9GNYpO9PbKcKlvUiUwC+4A9x6icZuAk1SPd773ZoHzYl7gccJlk7zwe4InXHm4P5+7P4edl/+GZR1qibOVG6DpqEhZdjgNPEeCqVyfpu87Q8nOUI5/P6/bYPDkcNcIbaf98/veSJywPVPM2IgcOm/tz3qB98m/n48B5GJIDhdHeeFP+zMeO1j0fEI2o+UtgevcdYOJEgJ+JKyreeYfWfRdXRozAT1TXf6f4jeJXisV16iN2wvsAf5fetlaOzIlvI3ys/me2ipwc3rH8zOpB+8yif6PffBupE9S/ddezZphziKIc0g3MIZP+jaTzkEHnQ3cdawbVkeTvfsAZajN3UV0zqr/Cwd7IoXmj3QHqRHJH0ppxkHb070lLoKnToDE2e8XgMB0Qve2sHXwgNgXndqZtHfsouNOwlcIW52E/NQr76cTvD0nD/p0uOPfqh4ivWtOiw5YTLVog9c234HbMFQdTKV/qHO0vxrE6QPs/SB0k/jfvcuU40PfupODjcDAqE+v2r0Gz6g7oOmEpjlCHrOA2JR27aN8bqSzY5DwUErvCjM2B6wFfEec6YWQOG2y8f/anfw7nBxqOVjVrIXL8u0CTJvnqhYkiokkrHP11Cfb5x2E/QYfe9950UB3ZTuV9D/3/kRgTNh3ajNYNHOHUuBsaN2+F1l0H4ZulJ3GAQOx0Eh0rOmZch/J9B22/NygZi3cfxjdb3bGHfuNhinzrFBGlwRu5A8tAY/HbbBQMEezPnIdR9YFz4PbByBx2Uw63nDdSHdofnIozP/6FFLsy+ervdQfP4Km3XELiDo9MCv9Bj2OvZ6zap9Srg1YOPX+m7GyjAB/LIWdNGjdGUhwdDYNkouBx4ny7yijxMCMeK24b0S8O8APmzQG6X+PlmEOGUAuy0bxdCSkzHVlp9IP5wOeTCT5RCfCL5YE8rDSEHpqNxpWrY+K8Q+Zl1hXfvjTy2RFWQgZwiTrHRonrAd+d4YcujRKPiz1rgCV4u1sCTZOWLZGQQAdj+XKgUyegbNn89aSKE/DFZ1SJg8zfUhLKRFxkEPZ4RSOFzocpNhBbfp+I2vZ2qNmgDZ5/6wdcIIi6HmXFBGL+6AfQus1gLNx2Csnp1290/HzfJdoN39o3SjxGm5+hMVLBlIORz6+w+OFbzsMo8ZAvI5/tY/HkFDfsz+FEQQ8Ozl9nJSQkSiSya9QAdu00VzZjVNCfKTPbSGY5s5Ty0CmdEJs8WMVjiDdvLvrlmBUrAj17AjNmgE6MecPiKzs1CpdO7sPCP//AtB9+xqJl2+AVFK1+aMpCxJWLmPbV5/hg6mycuBiApOREeG/5HtWrNMbXqy+r61lZMsuZ+qwCX/EwEuy482TELGdubpZA06xZMyRqL9Y8eRJ4/HGgUiXLesMzAh4/ThWaki+m0hMjsebnceg17B0sXLYaP38yFm2a1kLnfk9h3vL9hDvXL1N6Ck7+NxOPdm+G6g1aY+KP/8E39PrMhr1RZjmTWc5Yt+wsZzze/6mnLOurhIREsYJHKaQ3aoLUQ0fNlc320vNnys42EqCxlE2AJjUVOS/H5PfG0HEvGFw4Tc1bAOPGARcvmjcsGSVG+mL5H+/j/u4d0aRRSzRuUBOVnWvioVGf4pRy2TEd7vuX4KFODeDk4ITWPR7BF9MX4I9JT8G5Xkf8zQMlbSABGgEaXaBJSDCvQQoLAz74AKhTx7Iedeyo3snhl3UWQ+mJUVj57YuoUb0qHKvWRLMWXfH8h9NxMeB6TcKEzPREhAT4I9F8wzMm4Ag+fW4AaleugQee+AK7T/pd886LAI0AjaZbFmgyKPFNm4DmzdWZO6tWBapVu67IdHJCLNXruDyRYG+P7Kr669siTBRZBu6fozTkwOfAZHAOfAzu5ByyGjVC+OsTcDVOG1VjewnQFNBtDzS+vsCsWUW+HDO7Zk0kPDwUCauL93JMPaUnhGDp1DFwqlYfI9+Yhh3HXOF+ajM+HXsfqtiXxyPv/aPMMGUyZeDilYuYMfULPHFfN9SuUgWVKpWHU8P2mLLsAEKirX8LS4BGgEYXaBILlL1sMo1Fi9QhaOY6lBPUCcKXX1KlDjSvfHPKSEvEshXL8NV3v+LIuRv9rgyEeu7A+Kcewrez1yI4hi8akFLDseKHCWhdryqcW96L31ZtR1BcolLu9CRAI0Cj6ZZ+D42JtuZ3SE2dCnz9NfDNN0XHt9/CROE9ejQ+ojo92RxfUPzWoDEiv55G6+hsZ4PI+PobBH2h/5mtIicHg45BJu0/fPI3SJmi/7ktgnMIm/QNUg3OIZRySDciB6ofWUuWIDAsDl7cgTNIAjQFdNsCDQ8v27JFHQpT2ION5uFlmT//DP+rMfA3b1piMqXD7+hidK1VHgPeWZKv45QZdRZje9eBU+uROe8WCKAGS/nfuACsnfsl7m5WCWXtyqFhm6547I0vsHrvIfiHxiCj+KN6dCVAI0BzXUCjiYeYPfKI5RA0rm9PPkk/wuWmh6BRMYA3bUr2dOMyZSDo8mY8M6gZKleujpFvfY8TvuHm78rG2f3zMLRfa1SpUQ8v/7wGee4/5ZMAjQCNpjvuxZoUWwmC8noBR4O+98JdXcUQcREg1zFUnMMJ9X8NEU/DfYGCejiGiXM4R2FglVCm6T9DYf1Lvfrilu1qGrVThTUgNpAATQHddkCTRiVMG15WvXr+jpYW3OFqkTu8jH+6PzUWJT4xQXo8Di96B3b2zpi0wde8UFV6QiT+ee8uODj3wGZ/9QoyHwN++JVlSo3BvFcHoGatFnjx1TFo36gGyteph4deeAcLVu5CQGjJ1yIBGgGaGwIaFg9Be/dd/aGcfAdn1SpqcW68crMv8TngjuTNKiPaA9MmPotGtaqh9d3PYuk+VySavy/O3xVfvzoaL3ywCBGFMBe/DZvfRC1AI0BzxwFNdjZ27typeEDeaN3jbngZN8JG8UaentZIcRtx2gB/1sTeyJPWcHkwSuyNyouPDbw7we9cYX/myYyMEPddub/G74ExSgI0BXRbAY2fHzB7NtC5s2XnSgueveyxx/LNXsaFgmGGOw8lqsxknFs/DXUr1cb4RSfNC1WlxFzF9Oc6wqnhgzhq7lH55gGahEgvfDG8K1rf+yICKT//Exvx6YvD0aphfbTu9yQWbXJTVyxBCdAI0Nww0LB4nP68eUD79pb1jWeB4WEuwcHmla9P7EvcYBYHaBSZMnDo7xkY0K4+ajXvgs9mboBvpHoBgQtcahG+p+SQQGWC/jVCAjSqBGgEaDSVGqAxMIccoDEQJjR/5hezGyUFaCiHJPrXCAnQCNBYqESAJpp6f9u2FT17mYODOnvZzz9Tzz1/q2A1oEEWIrxOYvLr72DZMYKtPIq5cgrPd6yDxoPfQzidA+4zKUBj7mvFhpzDq/c3Q5uBE0D9a7My4HZ0L3Ydu6S8Pb2kJUAjQHNTQKPp0CFg0CC1rmn1Totnn6XCdY57SuaVi1aJAY1ZYe47MeHx3nB2qo2HXv4R5wOufYczLSsTpyNSEZuagcz0dKQmxSEiLABh0bbpWQvQqBKgEaDRJEAjQKNJgEaAxkK3NNDw8LLTp9XhZXwlmI6nbvDwsvHjqZfqat4wv6wHNIWIn605shAt6lTF/75ZqyzKpPPAQMPvneDmK9LjAIa0c0SXYdNsNkZUgEaAplhAwwoKAt56S70TqtU/Lbp1A9ZSeU+6dkUraaBhZcYGYN5no9CuY098t+a8eam+stLicWrHf5jw1U/4ffY8LJg3D398PwkT33wGPy53Ma9lXQnQqBKgEaDRJEAjQKNJgEbfn6mltY0EaCx1U0DDs7bw8LI5c4qcvex6X45pa6DJTInGhp/GoHrddph/Qr1SrDTaqUCI0mhnI/T8FjzctjIen7DS/DCz9SVAI0BTbKBh8RA0nlmwVSvLOskXHqZNU5+9KULWABpVqbjkehqh1zi/ydEB+P2VoXCuWxdNmjZGvSr2yvFwatobv+0s2WndC5MAjSoBGgEaTQI0AjSaBGj0/ZlaWdtIgMZSNww0PLzsWi/H5CEvvXvrDi/Tk62BJiboLEb3roG6/d4A9VXMysZZTzesXrsPwckZiPY/gRlTPsL2s7kDzqwtARoBmhIBGk379gEPPKDOJqjVTS1efJFO9AX14oSOrAc01ynq0EWHRmDNiWNYuWIOXuxVF2WqNccHf5tfoqafdolKgEaVAI0AjSYBGgEaTQI0AjQWumWA5nqGl1FnTBlexkNeChlepqcbBxoTsjJSEBMephy/G5IpDV4H5qJp+Yp48se9yqKEqGAc3r4UY4bfhQYt7sLiM1wesm12Z0aTAI0ATYkCDSsgABg7Vn/GwV691Jf+JVv2VA0HGhJbomdqMjYtnozWlSuh/6s/INyGPilAo0qARoBGkwCNAI0mARoBGguVeqDRhpfx7GXXGl5WYPay69UNA012BoIu7MSXb47H1ssFzl0hV5w1ZSdHY+uPz8KuWmssOumLgHOHMWX8c2ji7ICqzbvg6c+m45S3MeVBgEaApsSBhpVOJ/W339SLDVp91YLr7fTpQESEeWVVpQJostKxddNCtG/giGa9XsThyEJaTlM2/cT0a1X9G5YAjSoBGgEaTQI0AjSaBGgEaCxUqoGGX47Jw8ueeMKyI6QFDy/r0+e6h5fp6YaBJisVF7f/gdbl7HHv+L+UF23RQoT6XcD2dWtw/krheSRHBWLqE11QvkYnvPfFR3i0UxPUqN4Yjzz7GeYf80WIeT0jJEAjQGMVoNG0axfQvz/IBPPX4bJlgTFj8t1VLQ1AE+59FC/1b4Ly9bpjwZ5A89JcmbIzEOLris0r/iVe+wPLV22DW2BEid1ZFaBRJUAjQKNJgEaARpMAjQCNhUol0OR9Oeb1DC+7WLyHdG8YaEhp8Vfw+5sD4FS9HX7eeg5n9q3CqyP6oE7jVvhyReEzKCVGeOOzga3oJ9ihomNNdB/8NP7ZckR5W3kY5RHCr+A1SAI0AjRWBRqWry/w8sv6Q9DuvhvYupUOQAq4z3SRGm2jgCYj9irmvTccFcrWwuif1itvhc6vTIR57cP4R3ujhoMz6tSpjzYt2uChp8ZhzUEvpHJhLqYEaFQJ0AjQaBKgEaDRJEAjQGOhUgM0Wkf+eoaX8VvJeXjZhg3mjYqvIGosrlAeN6KIU8vQoRaBSdvu6NSqMeq374txPy2Ca0DhrU5afCSWfjIczTsOwCczViDQ/LvpNChQxxXEKAnQCNBYHWhYBCyYMQNo3tyybtepA/z6K9LCwuFKq8UZ0VhlJeHEsq/QtDx14IZ8jUC9HDKTcHHnz+jfoQNenPALjh05ih1LfsCTd3VGkzYPYsHBK+YVb14CNKoEaARoNAnQCNBoEqARoLGQ4UBDEUhG7XuVenDbt17fyzF/+YV6vsXs8ZkyEBkaAFcXF5w8fRFH/KOVPK4tEzJTkxDgeQYLp7+LjtXU89i0z7PYe/navWBTZipC3Y/hwNlw8xJV2ntotBdrGiEBGgEamwCNJr4bw3dlKlTIX8/JI9Nfex3up90Rz62GTZUF31Mb8WBbB1Tt+DB+OBVpXm6prOx0+PlfQlyeFBP8juDFnjXQ6P5x8C+mpwrQqBKgEaDRJEAjQKNJgEaAxkJGA012ahoij7ggdAIPL9MZhqJFy5bqyzEvXTJvefPKTI7G0c1/Y/yrI3BPr+7o3LE3+j//MVYc9NIZWpJfWWkJOLl+Nobf2wlOVWvj3sdfwINdWqF5nxdwIf9zzTckARoBGk13DNCwfHyA0aOBatXy1fdsivg+/ZC5bQe1XLYah2lCtP8ZfPBYF9hVb4NvN16CLy1NuoGOQ1ZKLJZ/+iDKV22GVR7Fa2kFaFQJ0AjQaBKgEaDRJEAjQGMhQ4HGPLwsu0sXpQNDB8QyeHjZsGHq9K4lMI1Qdnoijq/8Ee0a1UTrex/CB1M+xwejh6F5dQc06vwM9lyDKNLiQ7Dk0yfRttNATF2wFaFp6Ti7/DvUcKqI/01eqYz9vxkJ0AjQaLqjgIbF3//DD0DTppb1n/wRf/yhThBibWWlwn3nXPRqXAfPfvEPuI1wS6D0bsAbU8O98OOoXnCo1wVb/YvnVwI0qgRoBGg0CdAI0GgSoBGgsZAhQMOdEx5ucj3Dy4oxe5meYq6ewujuddHo/glwz6kIqVj922jYla+EF77dZV5WiLIzkRThB89gchSzUmJ8MOWpnmjY/SmcuMlUBWgEaDTdcUCjiadc5xkLy5XL7wU8C9q4cYCHh3lFK8lkQnJoIPatXYZzURlKebxA9aEwoDGZspCVlYH09BQkxUfD9/JpLPr+LTR1KI/ez/6iTPRRHAnQqBKgEaDRJEAjQKNJgEaAxkI2BRqevezUKXX2Mr1ZjrTg2ct4eFkxZy+zVDoCTixEW7tyeP6Pg+ZlrGycO7kBjerVwKvf7zcvu36ZMtMQcHYrfl3wL8JustEVoBGg0XTHAg2LoeX554GqVS19YcAAYM8e1UdsIKXBZG/kgkmlMy48CJ7uF+Byaj92rF+LVSuXYNGi2fjjjx8x5ePxGNSrDewcqqDLwNHY4lqM8admCdCoEqARoNEkQCNAo0mARoDGQjYBGu3lmHPnXvvlmEOGqMPLrCFTGvyOzEen6vXx6twD5oWEOYkR+G/mRDhVq4JR3/xHzOUC3+BYpRGxlQRoBGg03dFAw0pIgOnbb5FVrwFMmjdo0aiR6iPFnRTkOsTe6BqXjYioEJzcvQqT3hyFQff3Qc8erdGkQV3Ua1IPdWrXQd269dC8VRv0vOc+vPTtLzgaWDKVSIBGlQCNAI0mARoBGk0CNAI0FrI60GgvxyxieFlWhYrI6tGrxIeXWSob8aGXMGvyNPx7xF2ZKjk7LRFHlv+M3k0dUa9xSzRrWBfO1Z3x8MtTcOJKcQeNXL8EaARoNN3xQENiOwpevg6pPfsC9vb5PYOHo06cqE4oYEWlUYG8FJ+G07sWoV9t9XjUanEf3vnoM0yeOhU/z1uIf5dswK5dx+AbHIK0Er4EIkCjSoBGgEaTAI0AjSYBGgEaC1kNaHhYyOnT13g5ph2yW7RAzOtvIeJMSQ8vuz4lRwdj5ptPo+/Qj/Dv9gPYu3EJ3nvhbjiVL4tB42cinlsSG0iARoBGkwAN2QfFeSoLsWddgWeeASpXtvSPwYOB/fuBdFrRClIb7Uz4XTqGbyc8jmaN66FF9/9hzTEPBbisLQEaVQI0AjSaBGhUXxKgEaBhCdAUkFWAht8GPmcO0LmzZSdECx5eNmwYsjZuxBUyam+DCmV2RiYifa/gIh0D7Y0TGVEXMWFAQ1So2RGLXWzTggjQCNBoEqAxN5jUaCunIYH+Z/JkoGFDSx/hmdHmz6fWveQ9NI0bTKoPapVMwJ7V03BPh0ao4twUE2b8C78Q6x4XARpVAjQCNJoEaARoNAnQCNBYqESBhoeXbdkCDB8O6hlZdj44eLhI797q8DL63VwW+W35/JZ8o8SNxVXKIcDcYGalJmD7r2PgUKEWvlpxWV1oZQnQCNBoEqDJbTC5I6mIn8NbsQLo3l2d9UzzE46KFYH331cvpJSgOAcui3lnObt6YRcmPtoDdSvXxf3DP8OOox5ISLNOqy5Ao0qARoBGkwCNAI0mARoBGguVCNDw8LIzZ4qevYw7ITx72VtvUU3IHV7GhSKQOvElDTSmjGSEBPghOOba7puRkYVAWi3Q3GCa0mKw7uunUaVqc8w5QL1bG0iARoBGkwBNboOZAzSazp8HRo7UH4L2yCPAkSNcoc0rF096QKMoIRzLv5mAlrWrom7bodhwIdz8gaWyTZmIS4hGKrc8NygBGlUCNAI0mgRoVF8SoBGgYQnQFFCxgYavis6efe3hZXzXht8zUUAlDzQmRF11w/qF0/HS8GH4bpWbebmlTNkZCPc5jeWLlmHLpRgEc6uBTHid2oSnujVA+wcnwMdG5i1AI0CjSYCmCKBh8Z3gL74A6tWz9JrWrYG//6YNi38CCwUaRZk4t2UeRj09BmtPF/bSzyxEBZzB919OxNx1B2+4A8IQwx35VYECNAI0AjQsARoBGk0CNPr+TK2gbXRbAQ13KrZtU0GFfodu8PCyHj1yhpfpqSSBJjk6BCf2rMHbz92DmtWroH3fhzB3c+GTDWSnJWDf/PdRs6wd2j/6Pv5cvwPrlszCCw91RaOWd+OvnQHmNa0vARoBGk0CNNcAGk1Ll6rTwBcc3urkBHz8MTn9FfOKN6eigcYsU5IybFZXWem4sm8l7q/nCIdGbfH2zBXwCI1DFn3v9SqY9r2h8BtAVpcAjSoBGjUEaARoWAI0AjTwKQRoYg0EmnQqmOepULBRXJe04WUffAA4O+fvSGjBHYyWLYEJE6jUFz17GV955E68bzEazOz0eLif2IOf3h6Fjk3roW7Lrnjt29nwjMhT4/U6EaZMRPgcwZevD0GrJo1Rp3ZdNKHzce+QUVi8x928km3ElYOBJshAoOFG20igYXGjbSTQcD0wGmjYqI1oMN0LAZokA4CGfem6Gkz2oscfJ4hxtPShYcOAo0fJ9W+u1eUcuBwUq8HMSMGlfUvx/H1t4GhfHnc9NxknrqcFNGUhIigAO06ew+yTAUhM5y6t7cX+zENxGSiMEnsjD73ThgQboQQqQkZ7Yyz583lb5WDKxq5CgMabPNoosTeeMfg8GA1V7EtuBDRcHowS53CJcuB6YZS0C04MmEaIvZH7a0Y+/63cECjgz3ZcSZLoxFgzUmjHF9wtgaZRo8a4GhmDVPpcbztrB3cgT0UDkcQpfJfGYh0+NnSQUqnwmHz9ipy9jF+Cl1q9JhKHPIakDRuRxL+JtrX4zjwRT5XSiwoEV1A2Cr11dIPXzcjEVZ8L+O/Pz3B/6waoVLUJHhw1BdsvXIHmueFBvti1aTP2nAwCt4cFvyeVlqWlp+LAsVNYtm0vjp92QVBCunJFrOC61gyGCT4GXDlu6DiUUPBV6BCqnFwWbFEf9IJzYINwocbCiBy4/EdSwdkaojZYRh2HKMrheJRq1HqfWyPYn067WgJN06bNEBabaHN/Yl86Q+cglCqori9x8PHhehoRiaQPPkJKzbqWL+Js1065k5MZG6+sm0g+pvtdOsE5cDkIL8wbrydof+xFEb4X8dnrz6BZ2774fqNf4f5CLVRsXCgOb1iEt54ehhatOqJr/xH4fu4qeARSO0HbsT9wXdHdvoSD/dkzgWD3Rv25BIO90Z1y4DyMyoHL4UmDvTHYVv6slK9sbNymDzSX6FhwZ1J3WysG18EoqovH6RjofW6LyMnBxv6cN7Q7dVwejMzhmv5s5eDRHNxXiCiOPxcj2Bv52hTfLTPKl/T82U5bYLWg7/ei3vSO894oVwBo6jVsjJPUUPnSSdHd1orhQXnxydgTpl6J9Mj7OR8TytmdCqx7cDQC12xF1uOFvxyTh5dl9OyNK9/9jMtXY8H3N9ypwuXdn0XwPiiOkTkciVQLh+56OuFB63pEx2DulJdQ1cERXQa+gMkrjuIinWAq4/CICsP6Tavx5ovD0Lh2fTwzbZMyNXTBc83HwIvyPEeV4yIFHQoE0L9517F2cA78Lx+DE3QsGPAKrmOL4CEVe8Jv7DyUdLBJ7jUoBz4PfNVpfRCwz6gcKPjOxC4qiFq5sHpwHaC6vuWUJdA0bNIMZ0IS4cs+oLetFYJ/N8P9fjoH3HAX6c/8GXd46Vz5zf4HGe07WgxBMzk5IfGTL+DhcQVu7LPsa3rflSc4B/ZGLot8VdyzwOc3FPRdftTQ+CenYN2+QzhI3+lDdKW3nldSBo6eXI2H2laEY/32eOCJ0RgwdCBaNGmC+/73MVa6JijP9dmibCj7oGB/PnqD/lxSoeVwlHLgTqRR3niOfInbyTvBG7lt9UrOxvz1+kBzjM6Hbvm1cmjeuJvOg97ntoi8OdiiDhYMzZf2R1B7TeXB6n1XndBy4DZS8UYDc9hL54Gn1i+WP99kcBvF/bUb7buWVGjeqPgzhZaDXQI1iHz7zlrBV5gSsqkAulneoWnYqDECwmOUuwf8DIPe9tYKzouvNpyIVkmbaU/5jBrfWMo3NjUNsSdcEDfxAyRVrW559VMLnr1s/Hhku7qCjimofKm/5Rq/h/fPpM8nhU2Cr0LpbaMdPx5+on1vHP1/XGoSTu/8D5N+Xa5Mu8xKy0zE2TMH8c3nr6FZrZqo2bgTXvlkJs4ExSn0yt+Vdx/8N5P+Zdo/F9CcHPKsY+3QjgMfAzaHwo6DtYL3H0f741uX3Gng42TL/XNo54WHlvCVUCNy4PIfTuVoS4h6JdSo48A5sEkqx8QGwfvh+nXigiXQNGnaDEExicrdDVsdC86HfYmfIwqiMsnDGgrdNy/nMNF6lGP2sePAsKFApUr5PCqTIm7oCMQePUn+lqX6WxG/h3Pgu9ZcFvnOZY433kyYc4zPgvJCzpQi9h2fmY2QEDcs+m0KFu10V97RtSEoCac2zsS9Taqh3RPf4jIdE74yW1T+JRF8DDR/ZtC3tS9xcA7sz7x/bqyNyIH3x2PltTsDRhwDzZ9PWtuf6Xu5beVyuHarPtC4mu8MGHEc+G4pw7X2d8F1rB28zzDyZ86hWJ5wk8H7Z29kuOXyUKQ3Wik4B/ZGbiN5RIWROZSIP99E8P7ZGxlwlWHJBh0D9kbutzLcad5ILZ5tVNgzNHGxVDoNUjo1rhbP0PA7H/x5eNlsoGuXfB2DfMGzlw2lzsOmTeYNb1zX9QxNVjriIyIQn0JnqzBlpiHS7xJWz5mCQT2bo3bdhhj41DhsPXbtd1NwDvxglZEPnfJYSH6wi28jGyU2hdLwDI3RD+Qb/QwND+eQZ2gI8Mmkb2qMdng48N57QO3alp7Vvj2wcgV9MeNP0eIcuBxw580oXSE/WEc/B9lJ2PHjMyjj0BTzj1IBtZHkGRpVXA7vuGdodskzNHpScjCuyybP0JjF7aSR/lwanqHR82dq5Wyj0jrLGZtkMh0YRTx7GQPKE09Ydga04NnL+vRRZy+LLZ67KA81FVkoMhHtewzfjX8Py4/rz1pkykiD94E1ePXRu1DVqSa6DnwSf2w6oTz3cz3imSL4pZrcaBolmeWMziOFzHKmQpXMcqbeseSrUDelLDqI8+cDHTta+le1asCXX1JrFGReWV+cwzVnObOi+LoS+9Ja5hdTEo4tmAC7ijUwZYOnuoINJLOcqeJyKLOcqUAjs5wZmwP7El+Rl1nOVH8u1qQtxRD3XWXa5tIGNHRAztLBSE5Opf8xz15Wq5ZlJ4CDx6brvByzOLom0JhS4bXvN9S3K4txf58yL8yv7NR47Jv3MZq06oZPf1qPoPAbK+ECNKoEaARobhug0XT4MPDww+pFGM3HtHjqKeqZnObem3nl/DIaaFgh9PvXXE2Fv+shfDSsE5ya3oOt/JCDjSRAo0qARg0BGgEalgCNAE2pBJr0bBMuX/ZF6p+z1Hc6UE66wZDz2GO6L8csjnKAptAGMxthHtsxqG4F3PfpKvOyAjJlITE+FN4+RV9xLUwCNKoEaARobjugYYWEABMn6g9BY89bs4aoxfI32hJoTKZ0JCfHICIkCFcCfKmtuIwLF05j054DmDh1Op54oAu1HXXwxEfzEEx1xFYSoFElQKOGAI0ADUuARoCm9AFNVBSyN29B4rARyLYr8HI6LSpWBHr1An75pdjDy/SkAY1fUjZSwgKxb9sWHLoYaP5UVWzIRbx6bzU0f/RbZdrSkpYAjSoBGgGa2xJoWOlUsHjK+TZtLD2O36f13Xcq+OSR1YHGlI2EqCCcO7Qb/y76A1O/ew+vP/8URox4BAMf6Itu3VqjefPmcK5eA3Xbd8dLX83CucPb8fvC2fAItc05EaBRJUCjhgCNAA1LgEaApvQATSphAb+Q7sMPgRo1LBt4LXh42bhxwKVL5g1LXkqhoHQCktIQsH0x+jVwQpP+L2HHWX9o9TU55ip+GN0HdVo/qUwHXdISoFElQCNAc9sCjaaDB4HBg9ULNZrPafHcc1T4LpApqS1kGjeYVB+sAzQmxId54I+PX0T7+tVp9w5o2bYjunTvip733Y9BAx/HM0+PwRsffYnXfluEbZe8lfoRsOMXNKrqgHGz96pfY2UJ0KgSoFFDgEaAhiVAI0BTOoDG1xeYdR3Dy/gt28WYvex6lXOHJtmE9EhfLPn6dbStURn12jyIhfsuIpkqDtLjseWX19GkYXts8FO3K0kJ0KgSoBGgue2BhnXlinqhRu9iTo8ewNq1VBCSwf02q92hMWUg+PxWPH1XK5SvUBYNOg3FmgMXkJyaisS0VKRTa82TAoRSbNMOf1YKPHf8iSbVKuOZr0t26G9hEqBRJUCjhgCNAA1LgEaAxligiaYe0rZtwIiiX46Jnj3V4WVxtunRaUCTOylABo4s/R7dW9ZG1fod8c2Sg4ikXNy3TkeLZo0wbRf1NktYAjSqBGgEaO4IoGFl0Bf/8QfQqpWlD/IFnR9/RGpoGM6TJyRSLtZSpP9hTJ74KJrUq42+w17HxuPeSMnzm9mXVl/lJwlJ2SnwIqBpVqMuJvxxXPk8MS4S/p6XccHND/FpJd+7EKBRJUCjhgCNAA1LgEaAxhigSSP3cXFRh5dVr27ZeGthfjmmNYeX6ckSaFQFnFyD//VuA6cq9fDyNwtxZt8S9G7TEm/+fsS8RslJgEaVAI0AzR0DNJr27AH69wcqVMjvh3Qc0l4cBbdj55HMk/1bU9kx2DjrS/SsVwvOTbvjyz+3wDdMfU8Oe9LqnLlOMuG3Zzaa16iNUZ8twZED6zDlozfxyN290HvIROzxijKvV3ISoFElQKOGAI0ADUuARoDG9kDjxy/HnFPk8LLsmjUR/+AQZNlgeJmeCgMaVlzwMXw5qhdqVa2FwSNG4Z62LTH8g0Xq1coSlACNKgEaAZo7DmhYAQHAa69ZXPDJpkjq3pu8cTMVDOv3pv0OrMGbD3RHlSrVMOilr3AuMBYhVCnW039iqY0IcD+HJd+PR81KdnCu3wytmzZGHfq3130j8NakmTjpW/KFVoBGlQCNGgI0AjQsARoBGtsBDQ8v27oVGD48XwOdL/ih2J49kTbjZ5y7Egej+tFFAY2ipKuYOelZ1K9YGRXtyqP36CkoaU8XoFElQCNAc0cCDYsnSuGhtvR7czxSizp1gBkzgIgI88rWU3acH/74+Em0adESb/y4CacDPDHln5WY9N47GNb/LlQpR+2HfSV07Ps/fPPDPOw+eTln8hRrSIBGlQCNGgI0AjQsARoBGusDDQ8v4xfFXc/sZfxyzEuXlAdflRdrGlgoigQaVnYC9v4xBd3qVkfNu18t4p01NycBGlUCNAI0dyzQaNqxA7j/fpBR5/fMcuWAV16xzZDczFSc3rcaf82ehZGDusOhSi3UqdcS/QaPxPPDB6F29Ub4cM4Z88rWlQCNKgEaNQRoBGhYAjQCNNYFGh5eNncu0Llz/oY4b9SsCQwZkm/2Mi6Y58kkkw0qmNcFNCxTCrb9+AKqOd+DHYEl+zYaARpVAjQCNHc80LB8fIDRo9X302jeqcXdd6vQk2LlimpKw4lVv+DR+/tj0KvfY9N+N3B/PvLYQrSoUQ8T/1QnBbC2BGhUCdCoIUAjQMMSoBGgsQ7QXO/wsj59dF+OyQWTTbLUAw3ScGn7T2jk1AILzpasmwjQqBKgEaARoDErNRWmH39CRrPmMGk+qkW9esBvvxFdRJpXtp78E9KxNsz8R3YSXNdPQ6NqtfDO3FPmhdaVAI0qARo1BGgEaFgCNAI0JQs0PLxMezlmYbOXUeck5+WYFy+aN8yvWwFoTCYTYq564p/JL6BqlQ5YfolqcwlKgEaVAI0AjQBNrnjXV1ZvRmqfu/WHoI0dC3h4qCtbQVwfrqQCa4Opg8kL0uNxbPGHqO1cHZNWWm+/eSVAo0qARg0BGgEalgCNAE3JAY02e9m1hpc9/jiwYYN5I33dCkCTnhSP5d+/g/plHdHz0Y/hWcIFSIBGlQCNAI0ATa54YOs5Ko+Jlz2Bl0YBVata+ux99wG7dlHCJd/L49mi2ZNWBZqBJjMR5zZ8i06tW+Ordd7KOtaWAI0qARo1BGgEaFgCNAI0xQca7eWYRQ0v45dj9uoF/Pyzuv41dCsATVpSLNb/+hmeefJD7HezzrsWBGgEaFgCNAI0mtK4waSOg/LrExKAqVNBhm3pubxs1iwgqmS9SQMa5cWaXDmQhYRwVyz89ScsPOinrGNtCdCoEqBRQ4BGgIYlQCNAc/NAk3d4md6Dqhza8DJ+OWYhw8v0dCsAjbUlQKNKgEaARoAmV5zDBaoPiXm9cf16oG9fdciZ5r0c/Dd7r5eXecXiyxJocpWSmV7i7+PSkwCNKgEaNQRoBGhYAjQCNDcHNDy8bPbsooeX1aqlDi/buNG80fVLgEaARpMAjQCNAE2uFKChHPIBDevyZeC554AqVSy9eOBAYM8eIJ0KcjFVFNDYSgI0qgRo1BCgEaBhCdAI0NwY0Fzv8LIePdTZy65jeJmeBGgEaDQJ0AjQCNDkqlCgYfEQtClTgAYNLH25aVPgr7+ox1G8Xo8AjSoBGgEaTQI0AjSaBGhuBaDh4WUuLkXPXsbRsiUwYQL1vFzNG96cBGgEaDQJ0AjQCNDkqkig0bR6NdCzJ1C2bH5/5qny33mHjM3HvOKNS4BGlQCNAI0mARrVlwRoBGhYpRNo4ql0srSXY3bpkr9xzBs8e9nQoflejlkcCdAI0GgSoBGgEaDJ1XUBDYsvKj35JFC5sqVfP/QQcPjwTQ1BE6BRJUAjQKNJgEaARpMATSkEmvqNGiHG1xfYvRsYMcKyQdQi7+xlBV6OWRwJ0AjQaBKgEaARoMnVdQMNiz150iT1pZuaZ2vRvDmwcOEN+7YAjSoBGgEaTQI0AjSaBGhKGdBUoBjk7IwkfvFl3bqWDaEWPLzsBmcvu14J0AjQaBKgEaARoMnVDQGNpuXLge7d1VknNf/mcHJShxHzxavrlACNKgEaARpNAjQCNJoEaAwGGi8CmrJmoGlOMY7iPAUt0I8SHl6mJwEaARpNAjQCNAI0ubopoGGdPatO5sIQo3m5Fuznx44BGdf+YQI0qgRoBGg0CdAI0GgSoDEYaLz9/VG3QgU8QsawnsJEoTRyBYMfKLXC8DI9CdAI0GgSoBGgEaDJ1U0DDYtfsvnJJ/pD0Fq1AhYvph9XdCEToFElQCNAo0mARoBGkwCNkUCTloawHTvwc9myCOdGTS94mAK/HJOHoFlheJmeBGgEaDQJ0AjQCNDkqlhAw6JOoQIuHTtazoLGd28+/ZQqPNFKIRKgUSVAI0CjSYBG9SUBGgEaljFAw+OmZ80CunbN36jlDR5e9thjVh1epicBGgEaTQI0AjQCNLkqNtBoOnVKHYJWqZKl7/MLkY8fJyO0bJUFaFQJ0AjQaBKgEaDRJEBja6DhYQdbtqiNWcErdObIKFcO2fwQKb8c08rDy/QkQCNAo0mARoBGgCZXJQY0rFAqVB98ANSubdkO8B2c//6j3gH1UvJIgEaVAI0AjSYBGgEaTQI0tgIafjnmmTNqA1bEyzG9KJbXqYPEEyfMG9pe6VQwz1OhYKMwQtxQcyfe18AGk3PgQmFkg8mVg4EmyECgiSeDNBJoWNxoGwk0XA+MBpo0gxpM90KAJskAoGFf4gYzwcAGk3PgcsAdmBKRiSr5ooVAp05AmQLtAQ9B+/JLIDDQvLIqvtDCQENbGiL2xkDKgYHCKLE3MthxHkaJy6HR3hhL/nzeVjmYsrGrEKDxJo82StyJPWPweeAcjAQa9iU3AhouD0aJc7hEORjpz9oFpxLz5xsUeyP314y8GK/cECjgz3Z8QPjE3HTw9vRF/D0mHl42e3aRL8eMothMMYSibuMm8I9NRAolpvvdVgy+8shXxE9GAxHEYPy33nrWCt4fX/nyogLBVxyKfR5uIrQcPOgEchiVA5sTHwOmfSNy4AimysllgTv1ep9bM5SyR8eAr3jw3QmjcuB6sDWEcqAGy6gcIimHY1FAUoHPrBW8z2RqHFxcLYGmSdNmCCV/SrahP3E+7EvcaQhJtd1xyBtaDlwWw0rKG+kYczuRcPQYEh98BOkVdYag/W8kTC4uSM3IAtkB3GmDVcQ47FElksMNBO+PfcmTcuAOlJHeyPvnPIzyRi6HJ4z0RgruPJ2yQQ6J/P0Z2diwTR9oLlIeKVyWdba1ZvBxYG88TsdA+7vgOtYO3ie3EZo/2zoH3h/7Et8t5PJglDdGlQJ/5hy4nQ6n82HrHHj/St+VPOmSGar01rNmcA7sjdxvzevPdtxocGfypoLI6DKd1EvB0fBfsw0Zjw+3bKTMkVmuHE5Th+E9+v9qFGwQdRs2xvHAGHjTSdH9fisGH4SLFLvD1Ss//LfeetYONofDFHxi9D63RRyJpDAoB+24H6Icjht4HPjKF5cFTzNgGhFsUHvCjMmBzwNfkV8fDOw18DjwVaeddAxsWR89yMc2nbQEmoZNmsElJBHe5HF621kj+Hfz1b99dA64TBbLn28yOAf2xj2UA1+ZL7FzQcf5EnUG3bzDEPHm20CtWhbtRFbHTghauhIXIxNxhH77iqvq3Spblgct+DwcJU8y2hsPkzdyO2GYN5IvsTca2UZxB5LLo7V9yY2+3yM5G3+t1weao3QMvLjfo7OtNYPLguaNep/bIpQcyA92sT8bVB/Yl9gbuTwY6Y3cRjJY3Vb+fAPB3siexP02o/or/C97c15/tuMrHkw7NxS8DSjS0pB48jQS3/kQydWqFz4Vc5s2CBk5Et0qVKA/83QYGjXG1YgYEM/o78eKwWMPmfC0OzTaFQdbBo/BVAoDnYxUauj11rFmaGTPhcGD8jAqBz4OXBj59qUROXDw1RYuC3wrV+9zWwQPP2SoMSIHrg981WdrqNpYGJIDBeeQ9wqg1YN+Nx32Iu/QUNHQ39YKofkSdyK5TPKVJ731rBlaDnyHRrkCWNI50PFMT6cTPW8e0L59vraC25A0aksSv/ga7l7BWBlB/kBl0TB/Jm/kTouR3sj75zv5RnujUfvn0O7QWNuXuKwnZxd+h4Yv4Kab9Le1Zmj+zN6o97ktgsujcpeIcjDSl7gTz+XhpvquxQzOgZ/f4TYy1EB/5uHp3FdQ+q4G5MC+xCNquN9mpDdy3zWvP1MrcjOiGu3nB8ydC3TpnK9ByhfayzG3bYOnry/sHBxoca5BNG7cGLExdFYMEo+FvNOfoeFxiPIMDVUOs1EaKXmGhoyJcuDGwtYqdc/QUEPBFxuMEudQos/QFKYDB4DBgwFqG+ig54uoJ57Bwd3nyCcpGQMkz9Co4nJ4Jz1DYyKgkWdo9CXP0Kg5yDM0an+t1D1DY/73+hUdDWzeDIwYYdEA5QS/HLNPH3X2MvML1Lx9fFC+fHn6ONcgGGhiDAQaLhRs1DLLmdpoGiWZ5Ux98FlmOVOhSmY5U4dZ8Thlo6Q1mHzVy+oKDgbeeku9AEbHXQu+W5PcsSuy164FkmxvUDLLmSouhzLLmQo0MsuZsTmwL/FdAZnlTPVnvjtjhLjvemvPcqbNXvbhh0CNGvkanpygDoHyckxunC5dMm+oytvbW4CmgARoVAnQCNBoEqDJbTDvGKBh8RA0fl9Z69aW7Qq3N1OnqtM/21ACNKoEaNQQoBGgYQnQ3OpAw8PL5swpcvYy5QHPIl6OKUBjKQEaVQI0AjSaBGjuUKDRtG8fMHCgepefzkG+eOEFSuoCVRauLdaXAI0qARo1BGgEaFgCNLcq0PDwMn45ZlHDy3jssza8rIiXYwrQWEqARpUAjQCNJgGaOxxoWP7+wBtv6L/HrFcvYONGKqzW7+EL0KgSoFFDgEaAhiVAc6sBDVVouLoW/XJMfvs/Dy8bP57O7kXzhoVLgMZSAjSqBGgEaDQJ0AjQsExpaUiZ8SuiG1EbQ+ciX/BogJ9+AsLDzWtbRwI0qgRo1BCgEaBhCdDcSkDDt/P5+Zd777VsSLTgBmX48EKHl+lJgMZSAjSqBGgEaDQJ0AjQsGj3uEL1Ydd/O4EB/UGNR/42iC+ojR5NSV5QN7CCBGhUCdCoIUAjQMMSoLmVgIZnk/nuu/yNhxaVKgE9e6rDy24QRARoLCVAo0qARoBGkwCNAA2LpwX1o87jcmoesnx8gFdeBpydLduku+8Gtm6lglPy5iFAo0qARg0BGgEalgDNrQQ03IBPmmTZcLRsCUycaDF72fVKgMZSAjSqBGgEaDQJ0AjQsBho2JNWX1Xv1iA1FZgxA2je3LJtqlsX+PXXEh+CJkCjSoBGDQEaARqWAM2tBDT8/Mzx40CPHurzMwQdGDZMffdMMWaXEaCxlACNKgEaARpNAjQCNKx8QJO32eG7MXxXpuAQNP77tdf4RBarncorARpVAjRqCNAI0LAEaG4loGFxg3D6tHpFbMUK6u0V30kEaCwlQKNKgEaARpMAjQANq1CgYVFbgpdeAqpVyw81HP36ATt2qHd0iikBGlUCNGoI0AjQsARobjWgsYIEaCwlQKNKgEaARpMAjQANq0igYSUkANOmgU6SJdQ0agT8/jsQFWVe+eYkQKNKgEYNARoBGpYAjQCNAI2OBGhUCdAI0GgSoBGgYV0TaDRt2AD07QuUK5cfauztgXHjAE9P84o3LgEaVQI0agjQCNCwBGgEaARodCRAo0qARoBGkwCNAA3ruoGG5e4OPPccULVqfqjh6N8f2LOHftCN90QFaFQJ0KghQCNAwxKgEaARoNGRAI0qARoBGk0CNLkNpgDNdQINK556Od98AzRoYAk1PARtzhyqYDdWsARoVAnQqCFAI0DDEqARoBGg0ZEAjSoBGgEaTQI0AjSsGwYaTevWAb17q0PO6BzmRIUK6msH+J021ykBGlUCNGoI0AjQsARoBGgEaHQkQKNKgEaARpMAjQAN66aBhnXhAvD000DlyvmhhmPwYGD/fiCdKts1JECjSoBGDQEaARqWAI0AjQCNjgRoVAnQCNBoEqARoGEVC2hYcZQ8vyBabwganVcsWEC9oqLbHgEaVQI0agjQCNCwBGgEaARodCRAo0qARoBGkwCNAA2r2ECjid+jxi+JLls2P9Q4OADvvVfkEDQBGlUCNGoI0AjQsARoBGgEaHQkQKNKgEaARpMAjQANq8SAhnX+PPDEE/pD0B5+GDh8WHcImgCNKgEaNQRoBGhYAjQCNAI0OhKgUSVAI0CjSYBGgIZVokDD4pdsfv45ULeuJdS0bAn8/Tcd8PwFX4BGlQCNGgI0AjQsARoBGgEaHQnQqBKgEaDRJEAjQMMqcaBhmeiL/v0X6NIFdLLzQw3fvfnoI9ppgHllARpNAjRqCNAI0LAEaARoBGh0JECjSoBGgEaTAI0ADcsqQKPp9GngsccAR8f8UMMxbBhw9CiZUgb4pwvQCNBoIUAjQMMSoBGgEaDRkQCNKgEaARpNAjQCNCyrAg0rMhL4+GP9IWjt2gFLliAzLh5X6Pf7GggTAjQCNJoEaARoNAnQCNBYSIBGgEaTAI0AjQBNrm57oGHxEDR+dqZDB8shaE5OyPr8cwR6BcLPwPMgQCNAo0mARoBGkwCNAI2FBGgEaDQJ0AjQCNDk6o4AGk3HjwNDhwKVKuWDmmyK2KEjEH34JJm1MT0HARoBGk0CNKUEaOgYCNAI0AjQFJAAjSoGGj4GXEGMkgI0Bho1N9oK0BjYcRCgEaDRdEcBDSuUCv677wK1auWDGiXat1ffZ5OQYF7ZdhKgsT3QmEwm7Nq1S/GAvNGm593wNrBOplCdPGPgeWAZnUM67d+NqmGswd54iaAqwUigoRxcKQdus40Q7zaoFPRdDQMaPz8/XaCJj6ezYpC4PF6kg0FeaZhCqGIGGHjVh3WVDkCQgQeBGyw+BqEGmlQiGcRFAysnK55yuGwgWArQCNBo4quQDNdGA82qQBsBDYvvwsyfD3TsaAk1VasCX34JBAebV7aNBGhsDzSswoDGx8BObBodiLMGejOLO9JnDMwhg46BO1lynIHngXO4TFCVyL16g5ROObhSDgyYRojrZAj12fxT1b+N0A0BTVpaGsLCwhAaGqr8W5yIiIjA8ePHLYCmQYMG8PDwUD7X287aERgShgN+YQigf8N1Prd2hISG4dyVMJwKoGOk87ktIphyOEM5nKUwMgcX2v+FQGNyCKXwDqKy4BuGyHD9dawdnIMn5XCQymNkmFrnbN2ZLg1Aw7fSTxsANHwHuSDQNG/eHOk6L1y0trix8KSGwsC2QsnBnRIwkKkQQp2WDRHmP2ypkyeBESMAZ2dLsHnySSJuFx6XZF7Z+gqm4xBqYOcpiQqDkcNxWQw0568jBx4u5u7ujvXr12PVqlVYvXr1DcWaNWuwbt06TJo0SfGAvFG/eRv8uXwjNq5bo7utNWMNxbJVq/Hj3/qf2yI4h/9Wqjnw/+utY83gfa6kY/Dr4tX4Z/lqrF2jv541Q8vhZ8phyQrjclhBOcygHP6l82FEDqso/lm/DYcv+5lrnu3FI5wYaPiCjyY7briYdLRg34yJjcOiRYvw+uuv47XXXlP+vdl44403MHbsWDzzzDMoW7ZsPoNwcnLCSy+9hHHjxulua8144w36bfTvyNGv45XX1L/11rNW8P44nn/5dTxD8aaN98+h/GaK52j/HEbm8Czt/4VXjMmBY/Srall4c6z+59aMN8zxEuXwP86BjgHXm+nTpyMoOFjpXOato9YINge+hb6NgEbrOOitZ83gHPiOwCkCGv5/ZRnlkZyaqtxBOXXqFE6fPl3icfbsWcWkCwINX3A5dOiQ8rnedtaIMxTHXU5j9eHTOHhS/VtvPWuGlsNKyuHwKWNycKHYcvQ0Zuw+jVP0/zbL4cwZnHZ1xemdO3F24ECEUTmgwpA/unRB5ooV8Dl3DsdoG85V97tKIE7Sedhy7DS2Upw9o7+ONeMc/Ub3gGCcMw+kKFhnbRF8RTwiDThjHhKstw4He8Ul8okHHnhAqb/FjYJ+ICEhkRtlytrj6WefVy7MF1UvrRU8koHvzvCwN/pTWWYXnKo+x8ERRP8flJqBf1ZtQIUKFXR/hISEhO3iw88nIYIqKtdNrZ5aI3g8rF8ysCkEOBIFhFp5f3rBk0L4kkHtj1D/n39zQEIa/lmxBj27d0etWrVQv359q0Tt2rUtjr29vT3q1aungI3eNtaM2vXqo57OcltGrbrG5dCAog4dg+q19T+3atD5rte0KRrT/79J5cCDggpEvkiqWBGzaL3OtE51CmseJz4OHHxM9D63VnDZ52GXfLFr46UgRFEHIpA8Qq/uWivYBzjcE4BDkeRLBDZ66wWns1ck4qPJXyt1V0JCwvrhUKkSvpvxG/jpQlt6A3sC/8vPc3Fo/RU7jXA4/GiBW3Q8Xhz3jm7yEhISto22Xbrn1E2tnlojGCS407AhGDhAQOFP5qS3nrWDc9gTrubD43OPeAWheYeuusdGQsIW0Z9iL0UqBS3ICf57AUU7Cr3tbpewL18B7349DTz6j2c10qu31gzeJw+D3U++UJgv+ZM/Xo6Owyvj39P9DRISEiUfFR0qYcInkxBpgDfw/k5GAycoeNgZLyNnzq+UpCR8+7Vc5ZCQKA3x4ODB5pppffEt3B2h6gPpRolnsdGGlrB8vb1Q2clR99hISNgqmlDMpoihoAX54izFSApHCr1tb/WoWLEC3nzjNXONNEY8McG1ZoDMzsjAlk2blDtLer9DQkKiZKNr1244eviwuQbaVjzMjGfGzTtDrwXQ8EN1J0+epES7onr16qhRo0aJRLVq1SwOBj9Tw/uoWbOm7ja2iKrVa6C6znJbhTPtvxqF3me2Cs6BQ+8zW4XROXAZ4LJQs8ByWwbnoJUFrhcdO3bEkiVLzDXT+iqNs5wFBwfj3nvvtfAOCQkjgoegXaRIp6AFORFJ8SlFXQq97W7lqOpcHd9O/8VcI20v7rhc7yxnGQQ1//zzDx5//HE89NBDePjhh28oHnnkESV69eplcRwcqzrjvoeGYAh9rretNeMRigcp7n5A/3NbhJLDQ2oO/P9661gzeJ8PUdwz+GE8QHk88oj+etaMnBwGPYxBBufQj3IYbFAOvP/hz7yAv1euN9c824ufmbmuWc54HnYXFxfloeSffvpJ+bc4MWPGDHzyySfKmPS8BuHs7IxvvvkGv/zyi+521o4ffpqO97+bju9/pBx1Prd2/ET7n/T9dHw2dTp+1vncFsE5fD5tOr6gPIzM4TPa/2TKw6gcvqUywGXBsGNA8TXl8IGSw09Kndm6dau5RtpGpRFoeJaxTZs2oW/fvujcuTO6dOlS4sEXb9q2bZvPmzj4OcJOnTopn+ttZ81o07ELOnXm3PQ/t0Xk5KDzmS2iXacuaNpe/X+jcmhPOXAe3eg8dOS/Kd6k8hDI76ZxcMgHNRxLKO5ydESnjh3RpWdP3e+80eD9cx5GlIXu3bvj+VfewEEf9cFfI3QjQFNS2rt3r+IBeaNtr34IMH9uhHhevQt5Om9GiCdeOG9wDl6pQKL5/42Se4qxs1Cy3Kgzb+QslOFUGK4YmMB1A401xFdaC07b3KRJE0OmRc0rX/O/Rok9Olz9X8MURZGnD2mIeHy2gf1oxah9uOU0UOwNxk2CWLrfQ8PTWPN0rJ6eniUePj4+CjwWnNWoYcOGygxnvr6+uttZI7wo3Dw8seWMJ85c9oS3l/561gzO4TLlsPm0J865UQ4FPrdV7L/giT+PeMKdcuGc9NaxVvD+3CkOUA57KXzN58GN4oK3NyJOnQLeeAOoXt0CakIaNYLbzz/D080Nnv7+Ft99vaHlsI/2z3loOdgyuOyHxqfgEnUcjJKtgabIF2sa+P4TfgeM0e+hUV6saWAO/P4Vfg9NrIHngd8HxO+hSeBOg0FS3lXGL9ZkyjVAvFuetMfbQLg1FGj4PQ96L9aMiTHu9excKNgkkw2qHDw1Lc8MwQ8zGSUuFAGUQ95xiLZWJp0HPgY8HtIoxVKDeda4oqg02tFp1/euBWvpTn6xppeXl+57aFJTbX8djhsLTyoLKeqfhohz8KCfbuTlphAqC5sNrJMsfv9LUGHtA5eNX34Bmja1gBq0aAHMnk098eL/AKPfQ8MvEDTaG20JNDzsfufOnYoH5I3WPe6GF9VLo8TeeNrg+sBthBHvCdPEfbbL1JGPMfDOAL90mJ8zjTcSbimHC5RDEv1rhLjvyv01fjDfKAnQFFCpABrz7FVGqbQAjS8DjYE9OAYaWw5pKChutKMpBzYpo3QnAw2/56Yg0PCUtbZ+uSmLfYnPAT8IbZS40eaHsPm9QEYomyoEz1yzKlD9fyOkNJiUg9+1isD27cD994MauPxQY28PjBkDXLpkXvHGxTnwceA8jBJ33C7wvKwGiU+/AE0pAhoDcygVQEM5CNAI0AjQFJAAjSoBGgEaTQI0uQ2moUBDOXBZNBJo2JNWXzUYaAo0mIXKywsYPRpwds4PNRz9+qnQk3LjBpcDNJSHNWSizntKYiziE5OUYbd6is/IxLGQeCSnGNOb59MvQCNAwxKgUSVAI0BjIQEaARpNAjQCNAI0uRKguUGgYTGw/Pgj0Ly5JdTUrQv8+isQyW9suH5ZG2gyUhNwbOMsTP5mOnZf5CcZCyg7De4nt+CNz77DqkPu5oW2FZ9+ARoBGpYAjSoBGgEaCwnQCNBoEqARoBGgyZUAzU0AjaZNm4C77rIcgsZ/80QC7tcPBtYGmqy0eOya/y5qli2Lbk99hSvkQXkVHXAa7z7YEuVqd8bMPd7mpbYVn34BGgEalgCNKgEaARoLCdAI0GgSoBGgEaDJlQBNMYCG5ekJvPgiULVqfqjhuPdeUI+ZeiXXnnDC2kDDykgOx5yJD6CcfVWMm71P8SJWVkoYVnw7GuUr1MQrv1C+BonzEaARoGEJ0KgSoBGgsZAAjQCNJgEaARoBmlwJ0BQTaFjx1POaOhXU0FlCTaNGwMyZQBRPml+4bAE01BIh+tIGPNTcCQ5NBmHdJcob2bi8fxb61nBAq4cmY7fB3ihAI0DDEqBRJUAjQGMhARoBGk22AprMjGR4XziGE6ddEZPKTbUq/j8GGte4bCQGeePw0ZPwjbBtwRCgEaDRJECj32DelNatA/r0AcqVyw81PARt/HhuHM0rWso2QEPHOCMF+xZ+iFoOFdDr2Sk4d+44xg1sgkot7sGCc5HwM6jjxOLTL0AjQMMSoFFVWoDGx8h+o44/C9AI0AjQkGwFNMkxV/Dza3ehep32+H6dq3mp2mjHcmMR4I3fRg+AY/0+mHOUenM2lACNAI0mAZoSBBrW5cvAs88CVarkhxqOAQOA3bvpoFv2lm0FNKz0WF/8OKofHOyroO89fVHDqT7G/34APGOzq4GdWD79AjQCNCwBGlW2AJrsrAxEBHnDw9sP8fw20TzivmsQ9dc8I+Pg7+0J/zAbVc48EqApIAEaARpNNhtylp2BK0eWo3cDB1Tv8TSO8ut2zYpLjcfvv32Ixg72GPruAtj6lAjQCNBoEqApYaBh8RC0r74CGjSwhJomTYC5c4Ho/IXflkBDRxrhFzdhQCMu/2XRbuQHCKZywP58xvb9lRzx6RegEaBhCdCosgXQpCdFYdOfE/BA/yH4bUPuxVcWHQIEJ8VhxYJpeOTBx/D1qpPqBzaUAE0BCdCohUKAxrbP0GRnJGHbn2PgYG+PRyfOVq6AcrPteXoD2tWvjub3vIJzBrzIToBGgEaTAI1+g1kiWr0a6NEDKFs2P9RUrAi8/Xa+IWjsjbYDGuqkuO3Hs92qwq5MJdw39jdwVeSycNbATiyffgEaARoWl0UBGhsNOctOhfveBehboyJqdX8GhwPzFv5snD+1Ed2bOKFu55HYbcDDNAI0BcQFU4BGgIZl60kBEoPOY/wDzVGucktM3XgRCaEemDK6B8rVbIc52/zNa9lWAjQCNJo4BwEaKwEN68IF4MkngcqV80MNx4MPAgcPAunp4MOvAI0N/Dk53BvTXrsXFewc0bpVS9So0RRTl7uCWeqCDb2xoPj0C9AI0LAEaFTZ6hkavvi6de5YVC5XDo+Mn4UEsxenRnrhh5cGwq5aW0zffVldaGMJ0BSQAI0AjSZbAw1MmfA5sBDd6jiiTpch+O7zsXC2r4ghny6HUV4tQCNAo0mAxspAw4qjAzxpElCvniXUNG0KLFiAzOhY+JE3BVjbGzPisf+vD1Cd9t195CQc2LwOA+tVhHPnp7HeLxVe155h2mri0y9AI0DDEqBRZctJAZLCzuHtwS1RvmILTF1P8JKdiAP/vI8m5Stg6Nv/wKhumwBNAQnQCNBosjnQkLLSErHmh1dQiesDmUPzAa9hd4D5QwMkQCNAo0mAxgZAo2n5cnUIGpU/Kni54eiIzPffR8BlXwRateOSBe+Ta/BA+wqo2WYgVnlQBTQlYv33zynDYu995Q8cNbCN4tMvQCNAwxKgUWVLoOHnfj33/4VudSqhXq+R+HflYjzYqgrq9hmF/WHGnQgBmgISoBGg0WQE0JBTINp1C+5rQPXBoSaG/rofV8yfGCEBGgEaTQI0NgQa1unTwIgRgJNTPqjJpoh7cAjiDxwFMqxTIOKvnsMHQ9rBzrEZJs8/Zl5qQkKIC17qWx9lyjXDh/+dNS+3vfj0C9AI0LAEaFTZFGhIWamxWPPDGFQpbwfnOrVRrUFXfLLaGxHmz42QAE0BCdAI0GgyAmgyE0KxbOoo1CprhyrOtdBsyETsDDR/aIAEaARoNAnQ2BhoWPySzU8+AerXzwc1SrRqBSxerA5TK0FlxAXiv+9egKNdGQwe9zvyfXtmKs6vn46WjmVRv8vj2O1pTCPBp1+ARoCGJUCjytZAw0oKPYXnu1aiuuCAXq/8BB9aZmSfTYCmgARo1EIhQGMA0GSn4MKGX9Csqh2adn4Gn735LKqVr4CnJ62FUW2mAI0AjSYBGgOAhkWdaQVcOnWynAWN794w8ASW0FWPrFR47ZqPHg0d0arvU9jHD+sUUEZKKBZ8MgyVnGth6KdzDPEmPv0CNAI0LAEaVbYHmgxcOrIUg1sS0JSvjE7D38PeIBNCDDwGAjQFJEAjQKPJtkBDRnB5L0b1qonydbti3sFApIe44IUezihbuxMWHJBZzmwtAZr8EqAxCGg0nToFPP44UKlSfqjhGDYMOHaMEizeyclKS8K5rUvw1RffYOXBS+alBZWN6OCL+PSrr/HzrEXwN2A6eT79AjQCNCwBGlW2BpoI72MYc38jlHFqjMceGYwalSrg4U/WwM/8uRESoCkgARoBGk22BJrUSF9Mf/UBqgM1MOqrNcq0qDy849Sy71GhbBm0Gfg2XLnlsLEEaARoNAnQ6DeYNlVICPDBBzDVrg0TlUcqlLnRsSOwciU1Itb3CWYYL/V/SbY/GbxHARoBGpYAjSpbAk1mfCD++ewxVLRzxP8+/QdXvS/glb7OKF+jB/7c42tey/YSoCkgARq1UAjQ2A5oTJkJOLDoU9Qva4fOIz5D3ndVRUb7YfSIHqhQriKe+WoFKCWbSoBGgEaTAE0pABoS//aEeQuR0JYApkwBqKH2Ey4u5jWtJy6H8mJNARqWAM0dBjSZSTi5cipaOtuh7X2v46RSB9NwdvU0NCxfBq0HjKVjYe0k9CVAU0ACNAI0mmwCNFlpcD/4H+5q7ogqLe/DigtR5g/URjs+Kwu7Dm/Go60qw86hC37d66l+aCMJ0AjQaBKgKR1Aw4ffn7wpYO8xYMgj+Yeg8Us5+XkbK0sBGhvBhJ749AvQCNCwBGhU2QZoTAi6sB0jOjjDsWk/LD0UbF5O5SAhAN+M7g07+/J4+rvlik/ZWgI0BSRAI0CjyRZAk54QibXfjkXH3v3x6Zwd5qWqTHQeYqgcXoxPxal/p6B3n7sx5qt5sOVpEaARoNEkQFNKgIZy8CdfvMLHIDwMeOcdoEkToEYNoH9/wNP6Fz0EaNQQoBGgYd0ZQGNCbMA5fPXiPVT2a+HVX7aal2vKgqvLJrRv6IByzl3wyw7bXnxlCdAUkACNAI0mWwCNKTsLKUlJSE+nnRUQN9rRtPgCmTUrKzUFKSlJyKBjYysJ0AjQaBKgKUVAQ/vnPNQFdEKos43ffgPOnzcvtK4EaNQQoBGgYd0RQJOeiLOrf0KnRo0x8Lkv4FmgGeRuSXByMhbN/hxdWrXBwDe/QYSNz4kATQEJ0KiFQoDGtpMC6IkbbQVoDIQJARoBGk0CNPoNpq1lATQGSIBGDQEaARrWnQA0WRnpuOp+DkcOHoN3mPkqax6xLwWlAl5xCfBwOYrjJ08hwsYeJUBTQAI0aqEQoBGgYQnQCNBoEqDRbzBtLQEaARpNAjQCNJpsNilAIeK+61XyJB+DvbHUAU2sgUCTTgXzPBUKNgojpBQK6sT7GlgoOAcGGiMbTC6YDDRBBgINN9pGAg2LG20jgYbrgdFAw0ZtRINZmoCGfcnoBpMbbS4HRjWYZAmKLxkJNOyNAjRUDkuJN563UQ4mAppdhQEN5WGUFKAx+DwYDVXsjQI0pQhoDLwYr/kz+6MmO24seJy+NYOPuZunJdA0IqAJj4pRxuNxQdXb1pqRRAXyDFVO7szyXQK9dawZXCi5sfRMUBttI44B58CFkoGCC4gRObBJ8jHgK7JG5MD7i0xTjdqo88D7DE9Vr4QakQOXf+64bCOg4c6LUcchgXI4GW3b+sj+dOGSJdA0JaCJiU9UPrflsWBf4s5bFHWeuEOrt461g+/MnKP6EGuQN/LxZl9aRUDDHqW3jrWD98sXm7woD6PqA3ujt4H+zPuLyuONeutYOziHCMqB22qrnwfl+7OxdYc+0LhTHrSKzc8DB/vzKfJGI/atBeeg+LNBZYG9kS+0cHkw0htLgz9zX8Eof2ZvZJDwMLDvyt7Ivsj+qOVgx5TFHUlrBRPUVSp8B129Ua4A0NRv1BiuwTEIpcT0trVmaFfeDkSoDVaglY9DweD98xVINmk2qeAUy3WsHVoOp2n/nAffIdFbz5qh5ED/sklyB8qQHCjc4tWyYMh5MMclMupDRuVA54HNYWMwcDjSuBx8yCD3hav/r7dOSQfvh/1p92lLoGnUtBncwhMRQo2H3rbWCM6HGwo+B+5UJq3tz3rBObA3clnkCw1GeCOHC/nBSgIaPh6G+jOFUfXBn4LbB87DiBw42BsPGuyNfFXeFt7IQ8CD0rKxZKMe0NwFF/LIUPILvW2tGVwWGPD3kzfqfW6L4By8zf5s6/rIodQH+vdolFomDfXGUuDPXCeN8mf+l99Nxf02o7xR6btSDtxOaDnY8cHgQmKt4J0EplJFdPWCfbly+QyifsNGOB8UgyCiTL1trRmcFxsEd2K5ULBp6q1nreD98798QrhQWPs86AXnwBWDCwTnYWQOJ8mkuIIYkQOHBjQ8BFDvc2uGVhYYaA6SURqSAx13BvsNBDTccTDqOGgNptZ4WTt4n+xPhQHN5bBEBKXrb2uN4HzYlxhouEza2pc4tBy4LPIVOKO8UQGaQPIHykVbZqvg/bEv8cUeBgojvZH3b5Q/cxjpjVoo3miDHNgHA1NNWLXrUD4v4Og+aChcaB1+GFpvW2sGlwUvszdqfxdcx9qh5cBQZSt/zhu8f/alI9RX4PJgiDfS7+YcGGjcDPBGDs6B70poQGOEP7Mna0BjpDcW9GebPUPj7+uDSpUq5TOIptRhSIiLNa9he/HtQh6HmJZlXmCA+I4EnxijRIdAuSrFBcIo8e1CPgZM2UaJhzrZaox2YeKJCYx8foXHBu8IVccHGyW+bcxXo20tj0KeoUlOIue2sdiXLlEn0qgH8ll8S5/LAd/WN0rsSfwMjVFib9SuwBolfj8Vdx45D6OkDbExUjws/IINcwi+ehVPPPGEMky+TBk7NG7eEhN+/Rs+BtZJ9uczBp8HJQcD/FkTe6M7deKNnDCFvdFof+Z2kvsKRvkzeyP313hUh1HS82ebAU1YWBjuv//+fB2G/sOeQEq6cSWTKyc/LyCznBnbaPMYUK4YfPXNKMksZzLLWWmZFIB9iWHCyEabc+CyaFSjzRc52JNkljP1yiPnYZS4HN5Js5yxTESSnp6eePfddzHqxRcxd+Hf5I0mXKTOtFFib+Q7dUZKZjnL9WeZFEC9U2SU9PzZZkCTkZGBrVu3okePHmjbpjUGDhqMedsOw8AyIUBDEqBRJUAjQCNAkysBGgEaTXci0Ohpd7ixOQjQCNBoEqAxGGg0BQYG4vixY7gaEgqPVGNv2wnQCNBoEqC5s4Hm8uXL+WCGo2nTpkhIsP0lWQEaARpNAjSlA2jYG3eGCdAI0AjQsARoCojPA4+J5WcXjBIXTH4PDVdSIyRAo0qARoBGk1FAw8NLKleunA9o2rdvj+Rk2/ckSxXQGOSNAjSqBGgEaDQJ0AjQaBKgKWVAozSYRgMNHRBXOiFGpSBAo6o0AE0CmRPP2mGU6DQI0JCMAprIyEg8++yzOTBTtWpVfPDBB+ZPbSt+FwafAyOBRmswU81/21oCNKoEaARoNAnQCNBoEqARoLFQclIMVu/ai/Vbd2L3rp3YuTM3du3bj+MXPREZZ70mvSigyUiLx8Xj+3HojLfynJEpKwPhfq7Ys3M/fEJKrhTpAU1qfAJSmDJspJIHGhPSkiJxav9OHHXxyQes6YmJSEpXnSg7Kx0hXmewe+dBXAhNgauBHRdutAVojAOa7OxsXLx4Ec8//zzu6ncPRo9/D6EhIeZPS0jZmYgJdMOunTuwa9eufH6zk/7ec+wE3P1DkUDlwI3qg02BJjsLsSHeOEi+5xWaqHjO2fAEHD+0FwePXIRVq0ZmBhLik5W79pruCKChY54Ypx5rRVw+gjywf+ceXA5Qe40CNAI0mgRoBGg0CdDo+/MdDDTZiPTYj4fblM03zCQnypRBjU734L1vF8Az2DqtSVFAExN8Gs93dETtAR+B/SM7JRrrv30K9nZV8NnSC+pKJSANaJQGMzsdAecOYe73c3Emyna3S0oeaLIQfGkj7q5sh+b3TFKOH3cWQgleFk+fjb1ekcpa6QnhWPz+IDrfdTFpsx+8laXGiBttARrjgCav4lLScc4KRm1KjcW+ma9Zeo0WzrVw12OvYcH6EzhD58CWw71M6Qk49M/HqOVQGe8sVv3lqIcLhjUvh8qNnoe7sqSkZUJqXCgOrVqMvxbvRV6X1YBmVaD6/0bImkCTkRwNly0rMWfOJmjFPTstDnvnjIeTXRm8+uMBZZkAjQCNJgEaARpNAjQCNAVEQOO+l4CmHCrVbIPHnnoG/xv5BEaOHKnE48MeQftm1amjUR7/+3BBvsa2pHQtoHmhkxPqDPxY7ZCnJ8Jl3W94fuQrWHGYWvkSkgY0nEdaXAhmvNgLlSr1wY4QakFspJIHmmzEXD2DL18eiXemrFLOXWZiFJZ99jiqlG+BecfUK++ZqfE4tHQqnv3fm/j3dATcDTRJbrQFaEoH0PBQVAaKkpYpNQZ7/2SgKYOO/R7G0089qbzrQvOcQf37wNnBDk5N7sZX24NsOhRWBZpPUNuhGt41A82pAF98P/FFvDJhJkr4XpVZGfA7vgz31KiAe56dZXmHhiru6iC1bhgh6wFNNsI9duGxppXQbsBkUP9MkSkjGZf2/I0xI5/HvM1uyjI+JgI0AjSskgIaU3YWEmIiEBwSgtDQ0PwRHo6oxORC65y1gYZzS4qNRGhkjPK+Fz77GWlJiKDc4hLSkE6JCdAI0LAEaPIpGxFuezG4jRN6PvWTbgU+uWM27m5QHg51emCVh2WiWRnpyMjM1N2WK2Zmns+y6P956mp+UZomDWj8zI1VdmYGraPWkvjQs3ihS2XUHfRJzhW8IpWlfn9mtuIC+ZRNn3EumjJpPV5XkwI0qWRWEd74ZHATONW5H3sCC2nFc/aj96t1RD84i39XlpYXGRRvzz/eLDYuBWjyNtrafrjUFiKTcrx4nWvX6pSYq/j9lbtQzrkd/j4abF6aKzbqUxHUatJ505PJlK3sKyvv7zZlKcs4rvNoFCreXoCmdACNtXJgoNn95ysoV7kRZh9W7xLmVVpiAH5/dwjKly2Hjs/MyOno5ii78DrOJYg9JjMrt/xmpF+rbmQjk9ZRqqIpBUeWfIo6jtXxnvkO8EVKoKg2O4vLPu3TIhtznc+pK1x30tORlSc3RdmpuLB9NlrZlcPA0QugXELRNqEITAPWE0mlK79DZz+FyETHhz3O/FXKceHjln0Nz9J+T8529D96QJPN65l9msW/NTPH33KV608Fj2Im/E6tRm9HO3R+aCqUPnLehsEsbl9S0jN1gYb9KJM+z+uj2vlUfqvO992sBGhuL6BJiQ/H6j8+wvOjRmPMmNEYPTpPvPoa3p36C7YeuYB4/tEFZG2gSUuIwuZZX+KtT3+HbwKdeVM6/Fy24L3Rr+DPFacUD3C3AtBkpiXgipsH/COvPaulAI3qjQI0eVRagOZBAppuI76FXh8uKyUes8b2RZnKDTBl2xXzUipEkVdwZOc6LJz5J2bN+wurdh1EQFh8TkNoykpHkNtRLF60GMcvXcXls0exYM4czJo9B6vX7YB3kOoISqGgRts7MhoeLnuw7K/ZmDXnL2w54AI/HxeM6V4NdR/4RL1Dk5WGgHN7sXD+Yrh45+ltZabA9+JxrPtnHmbNmo2//luOY65+iKfvZWVnpML75HYs/GcVXH2CceboHsybOROz58zDxq37ERiZiCBqLHyiYrB/2dd4sENNVKzcCu/OmIvtJz1yfhMyk+GTZz/zl63AsYt+ynj/opSWGIKdS//Gkl2nkRQXjsPbVuLPmbMw/++1OHrBH6lUDtik+C5VED+uZEpD0KUz2ET7mTlzNuYtWIkDJ/2QyJdmNKUnwstlP/6b+yd+//13zJm7ADsPnkVwgnaLx4TkmCvKd6zecgap9J0nN/2OJ+9pDvtKdTHqs5+x8fBZaiAy4XtqOxYsXIaDHkH4e+MqLP5vLa4W6MBkpifD9dAGLFyyBirnkcl6nsfW5Yswh47lnLlzsWrTVriGROe7ynwj4l8nQFOKgMYKjTYDzR4GGqcG+HmHn3lpXpkQ67oe7WqVQd17JiJMe3yP6v4VdxdsXLoAs6ju/LX0Xxw654XY1Nw6kZ4ciyMbl+LvNQcQeDUAOzesxp9/zsRfC/7BXuqcxOWbm96EmCBP7Nu4DPNonYX/rsJZT18c/HcS6jk5470lKtCcCYnEpmWLsHTFfrXTbVZK9FUc37MRf8+aSf43Dyu274VvcGwOcKQmhmLn8oVYts0FQVd9sGHZv0oui/7+F0fPeCKVPcOUiXCvY/junadQp6w92tz9Iuav3wC3ULNxkXyCA/HdMqp37FfKfvbDLyQuZz+6IuiL8DuL/xYsxL7T/vB2c8E/tO2s2bOxbMUmXPYLN6+Yq6SoQBzbtR6LaD+Kn+/cD/+QeAXmuNHWGsz0+DCcObQdS+awf5JP7zwKX38fbFu2AKv3uuZ4ZUpSFM6f2Ivl5OczZ9H5WrAA246eQnCiYnCIDXTFH5NfRjMHOzTo8Dj+XLkGZ/wZXzMR5H4Mi+f/Q+c3AF7nd2D2giXY4peOsDw+a8pMR8D5vZhP610M4+NlQnCAB3av/085n7Oprfl31Rq4+Icg92jevARobi+giQv1wDuDePSJHZxr1UWdOrVRuzZFnTqoVbMGypctA+dG3TB14X6Lu8QK0FjRnxPD/TD5keYoX2cgjoRRTTel4syG39CpZiOMnrJWaV89ShhoTNSHurh7IZ554HH8tuPaA88FaARoLFSagKb7yO91h5TxHYuvnu0M+2rN8Nsh9YpqbOBl/Pbhk2hUrXzO2HcHqmzDx07Fcb7VQcpOjcOumW+gHH121+Nv4r6erXLWLVOuOka8NgkeoWoLFRgbib/+nIx7WtfIWad6896Y8PV0PN2zFhoMVoEmOzkKq6cMp8/L46N/zinbZlPH/szmuRh2VwtlX8r29vZo1XMofvjvhNKYZSZEYMkHg+mzKhjy7Bvo2qZBzn4cqjTEmA9/UzqQHt6uGN3F/B0c5RzRb8IspTHh4SinN87CkD4EBNrnZcuhda9h+Gn5qSIaTRMiA/bj4WrlUK7fGCyZ/i5a0f+r+3BA895PYf4OBg4ggFgkOCkFHvuW4MW7OsJR2w/93kZth2H6v7uRxAaSmQjXzbPwWOdmqF61Jho3aYyGZMZNWnbFqKnzEKQwTTaCL6xHD3s7NL7rc4SmRWLyQ87m76MoUx4dnvoM4WmJ+O/9/rSsJj5ddQKfvD8UZe1r45f9+a+exwVfwGv9aqBS6+FwTQAu7VuEIQ90ReXyWo52KOdYDfe+/ikOXrW4rn5d4uMsQHOnAE1D/L73qnlpXmXAY/9cNHOugKaDP0YUN1bZKbi0ezGe7N8OFXLKbxk07TIIX83fjwRzgxYbcglv9HCCXdVeeOlFgoQqlXLKZt2WffHj37vNnZNsRPq44PPRD6BWRfP3la+M7g+9jCmT30Lj6jVzgOaI20k8WM8OFeo8CXUAlAkJIR6Y+8ULaF6jYs73V6heH4+O+RIHzK1bhD/V+bp2sG/6KF56bggql7PPWbdlj0fw99bzMNHvOrbofTiZl3M41W2NP46oBz4uyB0zPn4O1apUyPm8Yo0GGPrqFBzyKXDFIa8yk3Bi5RRUp/XbP/AqHunfJWd7OztHDH76Hbj4aAXchLirbvjz42fQhI557n4a4rHXv8VhainDyHPY1rNig7By+gR0rO+Ys171em0w/Kmn0bKKHVqP/EkBLYa9f355Dx1b1871SooqzTvhzT+WIy4tA+5bfkFD8ibtswrO9fDFel9KJxE7Z44lL7fH6O+3Yt+qD+j/y+DRP84ib78hNfYKfhrdFXZVOmCjdzKuXtyBUSP7o0blPC+GLVseHUe+jlXncy/E3awEaG4zoAnzwgePNoNTvXswe/0ubNu8ERs3bsSmTZuwfv0qTPnwRTR0Kg+nFgOw0T3/HQtuq88XUf2Kq+TIAHz3ZAdUazkUJyK4RmUjPswH+7dvwzn3MOUig1sJA01mYiT+fncg7BwaYubeIPPSwsWzUCpAY1jflfyI4iKdGqVPZIAEaAqo1ABNW0e0e/BtnAkMgJeHOzw8PJS47HoSK/74AO2q2aFZn2fhSgcuOykc/335pNJQNev1MN7+ZBK++Ph9vPBAL1R1KIcBr/5qft4lHgcXvI+qSsNSBb0fGImPPp+M9ye+gZ4taxN0OOLVWYeVHE7u/ps6HwQX9TvixbEfY9IXn+DFpx9Fg8YNUb9WFbQc8oUKNCkx2Pjj83B0qIUvl13kvSDo/GYMbO5ADVtDPD56Ir744gu8//qL6FanKhzr98XiE+GUSyzWfDVSbeQq1kL/x0fhsy8m4e2xL6FNXeoAVayN11cFIDIpBqt+fhM9mlRF+UqN8NzEz/DPdhd1P+c24P6m1OBXJXAb87ayn/doP11qV4FTw35YepJ6wboyITrwKJ5uRDDRoCV6dWyNoS+Mw+RJn+PVUcNRv4o9anQYiO2eGYgwZeOcyy6M7EBg51QfQ557E5MmT8I7bzyHVjUroHyttpi56yriQ89jTG+Ci4YDMHPDSfh5e+HUjnV498m70a7bYPynXD4yIfTyFvSvyZ2abxBFXbnd8z/F/R3qwb5iDQx96W3MXbcPSWmxWPH5o6hQpRm+2xGI/YdXoEf1Shj64VIle0VZqXDb8SuaVa2I/323Fanh5zG8HXXQqjTBiHEf4otJX+DTd9/GY71aU7moiMcnrTVveGPiRluA5k4Amldh71AHny/eA39fb7i7q37j4eEGl4Mb8cGTvVCuTA0M+WaLAiCRXvswvCPVn4p18Mjz4/A51d0Px41BH6pTFWp0wh87fZTvjg/zxHsD6ij1vEqdNnjmtXfISz7DmCcfRtXyZVCzw0M4SOfWlBSMBe8MVdbrcPeT+PCLyfjg3bfQ/+6OqF23NmrVaYKPzUPOjnqcwYi2Tqjdcgy86G9TShTW/zgaDrRtoy4P4K2PvsAXn3yIUQ/fDedK9rjr+e8QTr4eE3wCT7VSO9e1mnbDyxM+wqRPP8JTj/SDQ9kyaP7Aa/BNod/mugUTn+uPatSBb9zpUUz+9U+cvppO+4nEmqkvoiJtX7fTINoP++wHePHBu1CN9tNv1DSEF9aQZybj7KbpaELbMsB0vOtRvP/pJHxEv/G+zk1QpqwDHpu8Ulk1g/x85bfPoTyt26T7g5jwsdnPB/dBNcdy6PfSTzhLjWVYWjIurf0RDRzo2DbrhlcmfoIvPv8YTw8fgCq8n3LVcM9rM+kbyc+XT0FNWlaPgHPsZ5Mw6fPP8e6rL6FT7UoEhl3xz4lIpF09jklvPIK65en4NLsfH/84A/s9qDHMSsT++e+hhr0zxv9xHEmhLnisZSU0HjwZ/krGrCwEuW7AvU0IQkf9jtiEQHz8aFP6rdXwwItv4VPyzM8//ADP02+oUKYsuj77Y7Gn3hagud2AhryCgKZ255cQYF6WTxnhmDP+PvIcZ7w2/5h5oar42EhsPecOd/Is/9DwAndwTMqdYj8vD4TEpiI7Ow0BPt5wc3ODv38QUpgECsiUlohgH0+4u3kgKCIWSTHBmPZUR1RrwUBDP5iUnhyHoCvUR4lJznmGJo4/yk5HRKAvPC67wcPXD1FJeS6tUn8iJT4CPl7e1LfJREZ6Enw8PeHm7o4rgWFIZ1bi1UxZCPc+hR9fvR8VnRrhywX7ERJBPYa8qdLv0Pbj6eeHkIQ0uJF/Xd9Lh7PoeAfC6/JluHv7IDSBOpI6ykqJw1VvDzpW7vC+GpTvZe/ZmemIvOqPgCA63tkZCPL3hKu7D45cTUWKOc+shFhc8XTHZTqOPn7hSFGvl1tNAjQFVBqAhmc5e6QdddQr1UP33n3Ru1dP9OzZE7169UDn9o1RpVw51G1xF6YuPqVsEeaxB4+0qEiN1Ujs881zJT7aHV+/0BmOjs2w6AydYWqYDlDDVNWuDNoNexuesebaQxX+6JKvUde+Avq+8RelEI/5H9wPuwoN8N6Sk+Z1SBkhmP/+w9RIlUeLoTpAs/wy7SMeG797ktapiZd+zt+JPrPme7Sr7Yi7Xp6OlOxkrJ8ygtariD6v/4AY1SNIKVg37Q04lKuMPp9tVcbrm5JjMG1Ea1SpOwinzBdmMpMisfZrBqJaePm3DepCs06v+hZtazni7ldnFNJoEtBcPYqn6hM4OdTFqJ82KldYFGVHYPGk4XAoXwnPT9+CoKwk/PUtvwfEEUO/WaaCoaJUbPvrPTSqVAldnpkC94v7MbiJHVoOeAtngkMREx+PdB6/nhyGcydOksly6c7OAZp2A6eowwnTE7H03YGoUL0jVl9Sh6ZlJERg6aePonzlpviWgMYt2hvv3N8MVXo+g8vmhistPgh/vdkPZev2xAa3OMReWo//PfIgPp+9Q2loNblu/AWNqbPWffiXBFA3Lv4uAZrbHWhisW/WG1TG7dCgVSf06dNH8ZuePXuhZ49OaFHfGeXLVEXvR9/EUg+q4pmxOKBMIlAZw7/8J99wRretf6JnQyd0euJTpa4khnvi3ftrw44a5YkL9qkrkbIiPPDpsC5wcO6AecfCEeO3A/0aVkSjvqNw+EpuB+DK+Y14rHUFlK3aGJ/+VwBoWo0BY1PsleN4spMTarR9BJvd8pTyeD9Mf603nBwbYObRSCSFncHIFnaoWLcDftxGXmVWgvdRjOrRAFUaDcQOX3XfV08sR6cKFfDw68uVv1lh3ofwRAdHOLQehqkn8xSGOG/88HIP2k8jzDoaYV5YQAw0G35EYzrGze59EceCcjsQl7bORFsClWbDv1buKkd4H8BjbSqhTsfHscMrT0811hPfj+4GB8cm+PJQHCLIA75/vh3snNviq22XzCuxf3jjp9fvVTzr7ldn0vlJxY7Z7+OBR57G+nN5KlFmDOa9PRBlHJzx0SLV5+N89mJgDTt0H/qr8jcrOy1eBZqy1TDuV+pIpkbh1zH3waluX6xzVT2LZ7vcMX0MtTUN8OMWH6SFnsJbBK2vT/or37OWoWfXo18dAqtOL+KS1vzcpARobjeg8SKgaYpaHZ6Dm16nPCMR+2aPhZ19VTz98151mSkDgZcP4dcvxuGu7t3QhTzr4dFjsXDjYYTFm53JlA5/l3V4/oF7MG7aSqxePhOP3ncvOnfthkeHPYfZ/25HbJLW4TMhnvJYNftrPDewL7p37YH/vfYR1u0+iO+e7QbnnDs0BA/7F2P4Xffg8z/3KWXBk7pYYZHBOLhmNsaOGIRenbqg16AH8fa02TjhEab6JPnAhe1z8diAB/DFnC34e853GEB+27V7Dzzx9OtYuvkwUui3p8WHYeGnj6BW1YooU7Y8GrTuiqc+nIEQszWmxQZhz8qZtJ8H0LNzF/Qe/BAm/jAX/50JAz/iU5Sy0+Nxdu8KfPryE+jXqTO639cfr0z7E+eC8o7ioD7SlYtY+usX+N99vdG1W3fc/79nMWPxFviGq96VFBmAv94fjZfe+Ro7dq3ByMF90fe+EfhurY9yPMJ9z+O/KR9jeN/u6NS1FwY8/Ab+WERgFm+9W2kCNAVUWoDmUQKaspVqoU37jmjfrh3aUbRt2w4dO/fAkKfH4u8Vp9UKkp2KSzv/QFM7e9zz6m9w87iIUydP4tQpF7icOoplv05AtbJOeHXBWVo5GfvmvQ3nCs6YuPA0b22WCZHeezCofln0fHUekhMC8GbPyqjZ/WX456sc2Yhx34Bu1ezR8KHPLIDmq+XuxEIh+PKhNnCo3gt/7z6N82dccJLycTntgsP71+LZnnVRrc9oeFOh3vT1cFSo0gi/7ctzO5UMyvfIYnRwckCPjzYrY+STI/0xaWhzVK7TH3vMs5wlRvji80GtUKlGXyzed4b2cyrffp7qXkfZj69u3eE7NEfwv3pVUbPTc/DIcwGFP4v12oa76zmg5Qs/4WJsJD4c0QGO9fpix5X8Lpsa54V3+zdGtfZP4qS3B356pS8qlrFDow69MWbCBHwz4y8cPHYeV6O02+NZCMkDNPzb0uNCMWdcP1RwbodFJ6ll4mUENP8qQNMEX28LgG82gejMMahMHY/J66hHSYr0PojH2tZCyyGfIirPOUqJDsSFE8dx5NBhbFu7FN+89yTqVSqPnsMnw/Jx72uLv1qA5k4AGuooUGe7duOW6NChg+I3anRAj74DMP6TP3H8UjwCqUBER1/FL8/2QrlqHfDbxhNwPXvaXPdO48iBzXh9ANXV9sNwmtgiOcIL79xbF9VbjsD53D48slLjsPmnUajs3BKzDwfCc9uPqO/ghNG/HTSvoSo7NQFrvn0K5Rxq4ON/CwLNy+Anfq4eW4S2lHv3Z7/HJa/Liv+dJP877XIMa+Z+hNr2jnjuz8NIizyHES3Lo+GA95H3iZX0+AjMG3cfHOvfjS0+3EFPh9veeWhXrgIeGLNQvdhhSoPH/nloY1cGTZ7+EX9duJTjs7yflbPeRy17Jzz/5xFe21LUkTm9dhoal3fCU99tNS9UFRt6Bs93dELjRycr79Xx3jcHLe3Kou9LM3DZU90P/x6XU8ew4s93Ud2+Mh787RT8A8/gfwRozYZMRv4BOFkIPf0vOtjbo9uYP9R2QpGJOhn0fUeP49C+PVj+zy94ZUhbVHSqgw8XnFDWCDq/Dv2q2aHzw9/nTP6QF2je/Jnv4Gfg0qbv0bRSJTw7bYuyDg/5e+/hNtQZfQJn8/SLMpMi4H76JI4cOYpdm1bjl6/fQIfadmjY9QW45vPdG5cAzW0KNO2fzQEakzKJhAmm7HSEep7Et8/1hh0B/eSNnsrnQRd3Y3T/Zqp3NaP+Ufu2aFS9MkFAfSqr29ULmlR3L++eg9a0jkON1qhf2xlNW7dHu9YtUJmHWFZuiK8WH1W+Ly32CuZ+wEPo7eBYuwXad2iHZi2aomnnu/Fwv7ao3XG4CjSmZJxc+R1qU7/r8XdXKNt6RITj7x/GoW5FO5SvVh9tO3RE2+aNULlsGTS+6zXs96dednYSDi/+TBl66lynNWrVrI6WbTugDe2Dh+461OuE+Xv9YEoKx5yJA+Bc2YF+Szn6bR3wyLjvlGebs5PDsHb6G6hZjvbjXB/teD/NGsKRvKle77HY71dEbz4zBa7b56FL/TKwK18VLdt1ROtmDeBY3h5dXvwaPolqZyI+yBVfj7pLOQ41GrVE+/Z0HOrWQDk7JwwZPxd8CBJDPfH5wx1Qu2EbgskuqNuwObreMxxfbLiKhOCLyl193r5W09bKeWlQqzLsyjhj1Fd/IcpK/WsBmgIqPc/QOKLNoHeJmsOU4UteXhw+8A8IQ7I6b6AiU2YSTq//VhlOUL1NF/Tr0xs9evRQgq+ydu3cCc3adMZbv/IVjRQCmomoUbk2vlqvDglRRQ3g5a0YUN8evV7/C/FRZ/BYnSpo8MyP5s9zFctDqzpWVWY5yw809J0rPJAR64e372quXEXp1qsPevdUc+nBV3x7dEf7Fi3QY/CbOBcahY3fPAGHmp2w9EweN8zmjsNfaOdUCT0+2VIo0MSFuuKt3k2VYRXKXSyL/bREt0FjcUEZ8F9QJkRdOYyRDaqj/hNT1FmM8igu7BLGdq2J6v3fw+HwILx6TxtUbzUcZwt0aJOjQ/DjU+1Rue5AHApPR5rvAXz68sPo1KIhqjhWIoMqD+fajTB49Mc47M44kTvkTAOajGsAzZSt/sqwjkj37RjQ0BF9xvyprOO65ns0dHTAa7+o74XISkvE0W3LMOGl4ejftSv69uuHBwYPRv9+PeBM6/V54ksBmmLo9gYa85CzirXw2d/7ERR0xew3XvD2DkBYeO6Bv0wNRVSkF74a2okap0ro1LMv+vTqmVv3qB52aNkSXe59AQevpCMlwhtv318PtaihvZqnKmYmRWHd1GdRhToYcw774uji91DFoRYmb8s/9bspPRHHlkxCvYq5kwJoQFOHgMaX/vbZ8ysakP9VadkR9+TxP86nW5fOaN6yM16jjncKAc3I1g5o+b8f89X51JhgzHr9bjg2uAfbeMwZddjd9pIHmYFGSTs7GRe2/YR6tJ8KLTqhfdfe6N6dPJb2o/os7adVZ7xq7uBbiIDGhYHGqRpen5PnrjcpKvA4nu7ghCZDvwJPTHtxyw+oQ/up1roz7umb38+70X6ateqK4VO347zHNtxTsTy6jV9o/iZNPP3yTgyuWxadR/2h1OHEiAAsmf0dnnvoPvTt1h339B+AwQ8ORq/29eFUtT4+Nt+hYaC5xww0GiTlBZqxMw4py+LCL+DVPnVQ776JChwGu6xCr1p2GPCmmospizqRx7bj0wkv4EHy49597sKAQYMxqH8/1K9aHk17jMLFgsZ7gxKguf2A5oMhTVGpbh/88PdqrPxvKZYsWYqlS5finwU/Y/wz96Ay1Yuu94/DJfKhrMRQLHjvIeo0O2LwG1/h76O+CArwweEVv+KxLrXh2LAP/jvDrV4mPA4sQIfydihXvRFe/2ouznoGwsvVBb+89zyqVnRAU2of+XqL74GZaM4XJXv/D39tPAP/K/44sn8txgxpj7K07/rdnjEDTQpOr6P6TPt+8oP1Sv4H9i9H62plUKNNP/yxYje8A4Lhc+4Qfp3wOGpWq4jBE2aSs2Th9IqvCIQImOq3wed/rIKbbxAuuRzApBcfRIUKldB3glqHoq+cwbRX70UFp4aY/PcBRCYkUM3OhP+pf9GjOoFG23sxc9Ve+PB+zh7EL28NU/bz4NuzCh3OGR98Ce8NbgW7qs3w4S/LcNEnCG4uezD52XvRuHlP/LmLehumROyfNwGVKMduw97AxsOXEBgQgPO7lmPc4DaoXI3yWe1KfZcQfP0otQN25dDviY9w4rwnfEIjcSwsAcunPq9s3/XJt7H52GXlvOxd9RsGtXdGBYe2mLpZvTBb0hKgKaDSNClAjye/JwS5hqihPLP+e6ogZdDlibexeMkizJ41S5nxa/acufhrwd9Y8t9KHHQNonUTVaBxqokvVuctUHmA5rX5SI7zxOgO1VB7wLuIYNfOo7grJ/BkOyfU0yYFyAc07siM88N79zVHeef2+OyXuVj41xzKhfKZPRtz5s3HosVLsXLrYUQkRGP15OFwqNEBi07l6Woz0OzTAZohDDQDsNcMNPEEHRP6NUWF6h3wxa/zdPezYvNBRPB0ZRYioAlkoHFG3QfVF4TmVYzfQQxrVgVNnviaGopofDiyMyo3HoD9gfkLRUqkLz57uAWqthmBczngZFJmfVs0+zd8+dbruK9ne1StVA7dR36nDDGLcN+ab8gZ36GZ/SYDTXv8fVK9bpwfaPyUYTWpMX745rluqNn2ERwKisbijwehQoOeWOfLJygDXof/Q7cGNdDyvhfw+1/zsXbjRpzxvAKfM7vovNqh0zABmuLodgea3QQ05Ss3wh/79SYFUMXeeJlMOjrKG18P74yyjs3wzrRZ+Hv+3Ny6N/cvLPxnKZZv2IPgJBMSwzzx9n0END1ehV+e6qMAzXfPqEBz5Apc109BbYeqeGtB3jvHpIwk7P/rXVR3qo73CwAN36FhoPHd8wcaUePZ5tGx+Gfp35g92+x/s8n/5i/Ckn9X4sD5K4gNOYEnCGhajPgu32QrDDQz8wFN3js0i3KAxnXbz2hI+6n70Di8N5t8lvYzO8dneT8rsO9s7lMl+cRAwx0gx6p4ucBdHAaap9prQANc2jKdwKkMOjw2nn6Puh/Nz+eTny/+bxWWnwzEmcv7MLSePVoN/0a5s5OrbASdXYmejvboPmYm/ZWM9d+/gYrlq+PJid+SNy7C1v2H4RMYhb1z3kTlCnRsF6jDl7U7NF0enlYI0Kh30NITo7Bw0nBUqtYOS85G4uiisdTxaoYf96lTzwe77cPwrk1Rve1gTPtzLlatXoljF70Q7HcZr/Qui5odnsclAZpi63YCmvhwH3z8GD93xc+ZWYZjtbq464GXsOqwOhNjFPVFnmvviNpdXsBRaht8M0xQbuhQH+LSpu/QqGIl/O+HbbTARH2K+WhbgdrdkV8i76DQ5MizeKFTddS7azyupiZi/eRHYFe5GaZxxz6PIs6uQu9aZVG73f9ygEapzww0H/KQ9yT88+OrsLOvgddnq9DP07SzkqM98fGQJqjWbhCORmbj4uovUcuuIu57e75ShjTFem/HfbXt0fZ/05Shp9nkkcs/GwaHqs0xZ69ar7KTo7HtpzGoWK4m3pin3lXS9pMU5Y63Hm6Eqrwfy0kTSZkIPL0aPRtWRKenp+XzwMSrF7D0n4U4fDkE6dEB+GZEW+pfEBC6qgVLnVo+C+HnVqJfg4rkKz8hPikc3w7pgAq1WmH+CfWo8lonvd3x8r3VULnlYGyldjtX9Ns3/UDnhbYfN9u8rGQlQFNApQloug7/VunQF61MXHFZi7uc7dH1ia8QqpZts0y4cvEkVq5YhbPBdHQzEsxAUwtfrNEDGh5y9heyM2Lx68udUNahHX7d6UEZmZUaib0LPka9cmXR9FHLZ2i+Wu5G60RjwVv3o7xjK8w8wI/s5io7IQT7NqzD+oPnkJoWi1WTHleA5u+CQFPgDk1KVAC+HMZAcz/2h6sWkBYXjnlj+6G8UxvMPpz3bhP9mvhg7KX9rNt/Wpn9xFLqMzT/q1cFTjXvwtKjuVPV8q3e/fPeQ7WKDhg5bQMC0+Px20ePoLx9dbwzd1/u95GhndsxG73rOaL5Ix/A44ovVs//E6v3X849XqRIn914tIMDqjZ8Em5k/FGe2wrcoQnD3PH3EAC2xWJzjzn3GRoCmi1+UCZsTE/E0SWfoX71xpjw4zyMvqsuuo/+VdkXzxi37KNHYe/YGL/vz3UQU2oEtsx5F7XLEKhS2ZBnaG5etzvQ8B2aco4N8PN2vWmbVbE38pXRuMRIrP7icZSv1BDfblBnNsxRcgQObdmANbuOKWO5E8LciwSaytUJaKj1jb64Bj1qlUfHIR/BPSb3Mk6Ejwt1cjrAzqkuPtEZcsZAE+W2Ew/UtUfrhz5EAB2jvAp2P41VK1bC5Wo8YoOOY8R1AU0G3KkD1L58eQVoVGXj6vnNGEAdjtoPfIJlBc5DkJuLsp9TVwpx7DxA80ohQNN4iHqVOOTcJtxX0x4dh32OoAJ+HnT5FFYsX4WNPknwC/bB50ProWKjgViRp3Jkxl/Fmh9ehqOdA+5+fTYSYr3wSofKqNHtJQTk8cOogHOY9FwX8o06+HiRCjTBFzbgnuoENI9My7mYpgc0JvLpQzvno0HNmhj53s/4/MmuaHzf67jKQ4V48hmC0KrU2XtzXt67UXQMtvyCdlXt0LDbKFwuZhsrQKN64+0DNN74cGhT2BNQPDfuHfy/vTMBqzFt43hpR3tpwSCUKNuQsdNKKVmiFEJEkjJkCRMKQwljHR+DtFDZKsskRKtBlhAqtCBpl7T+v+d535POCd+YGeZ0+d7/dR3Lud5znvt9z/Pc9/17VlcXF7i4zMO8eS5YuPAn7D4UgQw654pRNfLSwmEgIQa1gZOxffduuK/1wxZ/fwQEBGDdcmd0lhWD3qydzNUPYn+FbuuWsPYWHEEtzkuD6xA1aAxxQ1ZpLnzGdIeithVuNrmfslePsMSoKxS0xhCgIb88H9DYLDlFzCmGv4sps0mK4zI/7NmxFX5+xB5iyxY/X9gb6kFSow+CUguQdtwb6vRcLd6usA3Kz7wMqy5S0LHZzIwg15S+xCFPM0gRoNl2nt0mobLoOXY6G5PcTB0zV/hhN185/n4+sBxOAEOtN46k8q+H4am2Eneit6OrbCvYr/ud9+aHoqA4tWsbtOowGOu37sT2gC2kDPpct2KTz1L88B3t7HbFk6Kn8DXXh6z6CJzLYseEaJO+fDsOxu1boSNvCi2/CvOSMUFbBu0Nl3/eOYZ/URzQNFFzARpj7ZYEaNZ+BtBQMn+EdfZ9SNItgzHO3oiMTUZiwiWcOuILYx0ViLTpicN0vlRtOWL3LIDiJ0Zohqu3QN8Ze5j/Xw7bAElJMSj1MMbO8JNIjo9DyC5vGOgoQ1y6FbpYeDEVkgGajVMgI6WMVcwuZ1VIO+NPGo0klLuPgP/BSMQnJCAuNhy+LqMgKSKGoa4kyBJbIlZZQUpR96MjNDotCdB4skDzjiQc/lN1INqyE3yCYvDgWT65rhK3ozYTpyUBFT1DBByKYsu5EAafeWaQEBHHsAW7PmhQrCjQJGKSJp3TKY4eg8ZiX3gsEq9exqGAFTDo0BIqXUbgKHE+r+qrSeA+CANZabRQ64Wf9oUjOSkBZ0J2wayPKkTlOsBzXzxy0mMwgm4J+90QBASHkWuSkBB3CcEbPNFZUQZ97DYxttARmmFKjUBTW/4KIStMICKhCFf/MNzLysPbN4UIWk6Bpj1+agAaYnNRThImdFOGcodOUFfphjUn2IXA1eT6iDVTIEHuZZSTLy4mpyDu4nlsX78IPdQlyD1KwWCsJ9gJbX9NNGhzQPPtA03M9pkksdX4xDk0rKhvpIdaltdU4smVfeirKo3WWgbw3XscVxISceXiSfgvHgdZEVH0tvdhALqcBzTKfWd+FGhayXfGzqv5pB08xerx/Zi6aubshdjEeFw6fwqr5ppDWVoUssrfEaC5xXyWARriH1U6T2d2OasqfYYtzoMhJS4JY8flOBmTiKSEy4gM3QSLXuoQUdTGnqQ8Zncua5IwdBr7EaBxIkCjMRjRDNDU4klSKL5XEIH2cBfE3L2H/PJaVBZnYvOsARAXk0J/Wy9ExCSRci7hdMhGjNZXg4hyN+xN/PBwXEa8KWftZD4xQtOtJdqPXs34iLdFGdjo2B+S4tIY7bQKpy/wygnaALMeqqSc7lhz5RVKat8gZrc7WoqLovNIJwRFxhMfFosDmxcxU19EJOQxxIn42rIsuBpoQExWG6t2HUdycgLORobCw3EUgR4RSMprYtGvbK9yfnosRn0nAnV9W5y8fgc5RSSBpB1hBGgUW8i9BxqqR8/TYTtCD4pKqmin3hXTNpLEjopOEzzijTZ0N7Mx8xEZl4z4Kxexf8daDNUl8YiU2bGvDVI/7pw/WxzQfFtA836Xs57T8elx4gZVIedmMHrTaWSk/ur17MWsB+nRg3317N0Xw0ytMH/DUWYN3MPYvdCVbYmxa5qsX8u9DeeBbaA5dAEySfteaagDpV6TkCa4KA1vX+fg58n6kO9s/nGgqSrCprmGpG6LoX3XHujVU++9LXp6+uj3w1CMs1+IM2m5uBFBgKaVItwEgKYe+Y9jYdFJEjqTNvEBzSgBoKHbr291okc6iKO9tmA5PUg53fsNg6WtG6LTPtJ9SXzQ9eM/47uWcnAMoGvhGkUPxK0sL0dFdRXxRwmY1FUZIpKK6KbfE/p6jWXo9+yNgcNHweHH7XhMANRndE/IagzH2Sy2+4MFmsswbkeAxnx1k7V9PF9HgKbdyOV/q4P1z8QBTRM1D6CJgREJvPpWbNL7p6Jb/N05DwcjHbQW5x+mbQFNne/hsZfdXajuXQlid7tCTloRK44JAg1drD5UVQS9prFDgdkvs/Gjux06K7R6/30yCm1hMm0uzPUVoGnoyQOaQpxcbwupForwCrrDfLamsgRhPzuhk6ocny0ikG6lhCGTFyGeTt16+xrByyxIMNXG/hRBoHkQuwddpMTQZ3EUOwpUUYioTXbvz7vo5cg2+NqqYhzdMAMdVWUFy2mtjKG2i5H4vjenqdgRGhtNeUiQJMRipD5kRHmfJ0FYs8dgrNwXw8xDzSZ/5JWU4dzWRdAWuB9RtG7TDfZLNrM7j1SXInbfcuioyfNdIwJRidboOcgGR2+wic7ztEgMZRKl1exv+64UKYFLoNKCvb6DhTuy35QjfMVotJBoi1VRmTygoZcW4MDCwcx1Gn0mIpEe8EVFoOv5rdMY01sDou/LFkcrZXX0HzoU+t/JQrO/9d8KehzQsPrmgWabI0Ql1bD5T0ZomHMOiB21VRU4s8Md3TT5zlEiLymSsP9g5Yyz6eyPVfLiPuYPagP5Xo7Ioo2WJwo0EWttINO6I7Zffk7eqcPzaydgOViH3VaeV4fb6g7GtNmToKmoBPeDDUBzHVZdpKHUaSpYL1aH1+lxmGOuB1m+M5hoG1Xr3AsuW+m0E9rzeAVWWhLoYLn2A6DZPnMAJNUGIvoxG5gLM+IxfRDv3pS0sP4su7bn1f2LmGbWHRJ857XQctS79obrL4I7DAqIAk24L9pKysBxmyDQFGQnYoK2NDTNVvIW4tfiVVosZpjqNrmfFtDQ7gO3nb8jm/wGOeR5VhU8xNpZhlBu1XimDvWzur0NoK0sC4NZ1J9X49J+T7RXlG78LjEZqGnpwNhoAJRayWL0isNMyaUv7jVO+5FWgVsgfeYVuPjrQsiT5G32Zt6aPfJ6Wl6MgxsdmWtbtzXA4esNDbQOpU9T4EKno/D8GrVdSl4FegMGY5CeKmTb90IEu677b4sDmm8NaNhNAZR17XCPz1d8XHV4+egcjFXFoWXuBTovga7vaxA9Cy87MxM5zAn7VbjHAxqrpiM0BGjmDlSFxuAFJAktwcEFwyCu2BOHr1Gf1KjCrGTMGKAJpS5WH0w5Y4CmrhQ7l41jpuFuOkPHjflF2sOrPGQ+y0MF8ZuJR7ygRoHmAN2oqUGfAhp2hGbHBRbxqkvzEehpCclWWvDnQU6DagiUJGfkIjUjW2Cd9XvVV+HR5YPoriCBkbP3MqDXoIr8+9iz3hd7zqaisuABFgzUhEI3a9xoSh0kP3v57AmevizCm4LHWG1KfC4BGnZkmwWaxPS7sDeQh3Ife9wSIJp6ZKYcQX9VGeg5bv20r/wH4oCmiYQPNPUoyr4Nt5kTMX9dqEDg/TOVPb2OPWvdYWNiBCNTSzhMX47oq41z0uuqK3D73K+wmzgFgQn8BzXVkTL/wPJplli47QxT0Z6T+39aVIiU337BXEtTGJtZYLl/CLKe5WL3Yls4eB1kDlWji3aTw/wwwdweR+L4GlhtGZJO74OHnRVMjUxgbjEdPv4H8KyQHZqseVuKK4HrMN5uHmIe8Q2PkuQ8985ZzJ1oAef9f/Dmu9ah+Mkd+DrZwcjQFPZe/2kEvZpSJJ7ci4W2lmw5YxyxfstvyKY9i0QfbzR8a2iGuCEj6y78F9lhuJEhJi30RFhKOtPY6bTRDHKTufSraiuQemIf3CZbwsTYBGNmzMO2QwkoFnC8FUg5FwjXOTNgSK4xGzsWruu349qdBmDjPecp5pi3Ivj9oXRvC55g5+I5MBlhiAkLNyOzpBxJR9bC2mIGDl3LxwNeXaynZ8/EHca4ocZY5Bcs0PtRX1eLR4lh8HAZD2NStuWEeQgIOo3clxkI9/OAteNS3GgAoL8g+vw4oPnGgYa04VuR22FtPR0nbnx6HK8BaGgiyaiOtInzgVgydTzMDI0x2twBq333ICO/sWZWFOVg77JpmOi+nTkMskG178qQeHQTJtrORuTdxgdb9ug69i52xpiRIzB+mjOCzz/A48RwTJs4CfsusvPaU55kYI2zDeznBIB/PKSCJCf7NyyGrakxjEwsMMXBEydiE0mro6onSUUafJzHw8nnqMChu1XlhYjcsQTW0z1xnbcvam3VW1w7vh92JoYwtrbHrvON02czMlIxa8mPmEzKMTYdA/upS3HqUjKvnE+o9h25j2OYOXEctkU94L3JqpQkEBtdJsLRO0hgzWR59k386uOBydSfmxB/Pm0ZIi+nMOVQMzPL6ojtRSjISUP4nrVwHGOG0RbW8N64F/ExwTBrL4N+7uzZVXVvX+NcoC9sJ5nAyIjY7LwGkQkp5LPJWGo/AU5bIpi2Tk/7v3chHDPNTWFoPh7rj9L4UY275/fBzmI8dvJGhWnQzn5bjWupv8N5lClmLPZnIOu9SHL14sElrPF0gKmZEbFrOrx3BOFx7hNcDd0I6/EzcSLtnzVoDmhY3/hNAs1n5F9lrzKwcmx7SLfuCu+IRMTlFKG0pAiv8h7i/AEfmAwcCa8guntfHbMm7n8BjdogVzyvr8ftCC/IiIjBwG4VbufkoaiwEM8z7+K3tQ5QImCu3nPSh5sCLKabAlTjZLAPFCQl0d92GW49fYHComIUFeUj/cbvWOZgBZMpy3C/9B1uhq5kgea3jwCNFgUadspZbVk+gr0sINmyLdaF/IF31dXsJlBh3mgnTcqZ4oXb2Ww5xaSce9fPw5nkJyPsluLjTYvuZhuH8X2VIK1tgmMJj1BQWIyC3Ps45T8HYiKiGL2WwFltCQKXjYSkZEvM8Q8nOcRrFBcXo/DVMyRH7cNEo5Fw3BCG8rJsrDGjU84agYbanZr3HJtdBkFSTBYO64KQk/+aPIdCZN6Ox2r7AWghro45ey8x139pcUDTRMIHGmIDeaWRvP9/BsivKHp8Sjb5QTL/Ck19BTFQ9Q+nJXxcdNtmAjQaclD9Ye4nh7dpJ0cmaRi0gQhL5cSGpvN5/03RoM0BzbcNNJ+rD4BGCKokz4DWA2GZQNsDHWCOEmICSR4Bckh8ePTyFU7vWQnPdbuR2XDmBlVVEc7TqcUispgccIH35t8XveemqiF14QnxzUxnj5DEAc23BjTpcDPRhIK2zedtGFH9FrejfkFvNWmISKti8IR58Fg4H9NtR6CdDD2U1hrRd6lh1Uij2zZLScJi1Wn2szwV5d6CUz9FKPdzZjpH3rxMhbtRd+ZQW+0hZli40BXTJpihY3sNdNSQh4quNZLoKb0EaK6F+0JDRBLjPMKY77rz9CEW2QyEtJgIOvU1hfMCD7jOdYBxP020kFCD/U+hpO1WI/HQMqhIymH+f24wn2NVj5ePLmBUuxboMn4j2+FSWYSLO2YztugZTsa6veEoqKFvP8Qa2wHM6KdWPzPMJeXMn2sPw74aEJVQx9Sfjn7SP9ZUlODMlgVQkBaBslZfOLq4w8nBBFqy4tA2mIyLj2nCVcus47PsrgiRFjIYaDmdPAc3zHYcgx4aEpDr2B+/RD9GbdEzeBl1g4zqYERnsEkSXWN8r7wK9+PDYNpBHqKiLTFswix4uLnAaijdEU0M/ce44RZvLfSXFgc0TdQsgIbYcIsE7bfkb2GIVopsAtx0dEJYojY8JZXiawENHaGxVpOFcv85eMaXC/CLBm0GaPi7Tf9l0aAtzGBF3Q4HNBzQUDUHoHlHngGti28+0Wa/tuioLU3kj+UIr8OJBkwKEo9f5GCLU29mStcQ6wXYHRSMoIMHsdljLrrIi0FDzxSn73ydCkNtoM+BBm5hiQOabwto6IiLt/330B85F+mf6WPqaytwNXQDRnyvC2UFBcjJK0C1TUeMtJqC4Ku8qV917/DwSiCGd+6MmZsEF8PTKbGe5r3Qy3wZ8pgGXYfc9Iv4cZwZurZRhpycPDrpDYSnXxD83SygO3AqbhSQC+srcStqB/ppdMacdZFMXXj8ph5PH6dg1ezR0G6rBkU5OcgrqKKLbj+4b9iHTDo5peYNko9tRG+tHlgVzG5ywqoeBVnxmNq/E4Y77WSBpq4KuSnhGN23MxQVVaFj6IQbvN3LSp8kYdnMUejatg1TjgIpR0u3Pxy89yP9T3KmqvJc7Fo1HT212kGZflZFA/1MbBB2iW8ZQn0NHl85DBvjfmivogh5OQUoKWvi+6GjsC0sgbHvzatMbJxiCO0+43Exiwc0pC7cKSV1oqYKN0/uh80P+tBQIr8L+W3UOnSH5eQVuPhQcDrflxQHNE3UXICGOqgK/kmO/6KaA9DQSvE1gYZZQ9OxDdoOni9wPga/mgPQ0CltHNBwQEPFAQ3PPxMbyoXkGynQUJ8Uls3+WxhiAibxSc8qq5GfGoUpg/Sg0FqKt1aFvGRao1t/I/gFJfI+8eXFAQ3rGzmg+XJAU11ZhtS40zh+JhGlf7Ftlebdx46DBOiDjiIyKhkF5XxDh/V1KH2ZgejwEFxNE9y0o+ptCf6IOYGImOuCR2RUlCI1KgxBwaGIS33EbiyQcBZHo+JQyHx1LYpy7uN0aAgSUnOZUdN7JJFnJ89X4MGVMzh6+AhCjkbjj9TGLaDr62pQ8OQOToaH40aW4EOrLM9HXOQxRCc8aOwsIU7mxc14hBw8hGOk7OfltKQGVeD+lWiEknJCSTlJN58inTy3j55U8YHoro1xiDh0GCGnzuHeC3YpAFOp+VWag/hTx3AkMAQRxy8hK6+xotWQ3+vOJfJMTsTiBc8hU6Ch+fMbng2V+Q9x4VgwAkNCEZl4CyVfOZfigKaJOKD5/wCaiuIsHFi9FEsDjqG4aSPmiQMa1r9xQMMBDRUHNHxAQ0doPuE3vraaBszS/HQE7t2KBW7uWODhgVW7f0NS+tfYQ6hRHNCwvpEDmi8HNP9ElDHuETuEJTpyTIGG1gdhidbH5jAlmBlBF2LuygENnzig+X8Ams8TBzQc0DSIAxrWL3FA0/yARhjigIYDmgY1B6Chz+G6EP0z9UsM0AjZN1L/XCok30j1HmjI38IQBzRNxARM4hw4oOGAhgMaDmgaxAFNY8DkgIYDGg5oOKBpULMBGiH7Rg5oOKCh4oCmiagNHNBwQEPFAQ0HNA3igIbnn4kNHNBwQMMBDQc0DeKAptE/c0DDAc17MQGTOAcOaDig4YCGA5oGcUDTGDA5oOGAhgMaDmgaxAEN65c4oOGAhqpZAQ01hiZOwlrURFVNbKCVglYOYYg66lySxAszYFIb6Fk49CUs0YSFPoM8IQINBetbQgxWVBSqhAkTtB2cI0BDnbWwVEWChbCDNg1YN4RoAz2XKY0EbWHBBBW1gdYDmkQJSzRYUaARlqhvpEFbmJ09DWBH7RCWaD0UZiJPRaGKdoAKS9Q3/k6ARpgxgvFLQv4d6KJ8YfvG+2XC7expDv6ZxkmaKwjLP1PfSPM12hEtLNUTI2je2uifgf8C2mpsCMJetGc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spTree>
    <p:extLst>
      <p:ext uri="{BB962C8B-B14F-4D97-AF65-F5344CB8AC3E}">
        <p14:creationId xmlns:p14="http://schemas.microsoft.com/office/powerpoint/2010/main" val="23465977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49</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1111170"/>
            <a:ext cx="8686800" cy="412830"/>
          </a:xfrm>
        </p:spPr>
        <p:txBody>
          <a:bodyPr/>
          <a:lstStyle/>
          <a:p>
            <a:pPr eaLnBrk="1" hangingPunct="1">
              <a:lnSpc>
                <a:spcPct val="90000"/>
              </a:lnSpc>
              <a:spcAft>
                <a:spcPts val="1200"/>
              </a:spcAft>
            </a:pPr>
            <a:r>
              <a:rPr lang="es-CL" altLang="es-CL" sz="2000" dirty="0"/>
              <a:t>Entradas del modelo</a:t>
            </a:r>
            <a:endParaRPr lang="es-CL" altLang="es-CL" sz="1600" i="1"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pic>
        <p:nvPicPr>
          <p:cNvPr id="4" name="Imagen 3"/>
          <p:cNvPicPr>
            <a:picLocks noChangeAspect="1"/>
          </p:cNvPicPr>
          <p:nvPr/>
        </p:nvPicPr>
        <p:blipFill>
          <a:blip r:embed="rId3"/>
          <a:stretch>
            <a:fillRect/>
          </a:stretch>
        </p:blipFill>
        <p:spPr>
          <a:xfrm>
            <a:off x="590663" y="1501302"/>
            <a:ext cx="3968367" cy="5067300"/>
          </a:xfrm>
          <a:prstGeom prst="rect">
            <a:avLst/>
          </a:prstGeom>
        </p:spPr>
      </p:pic>
      <p:pic>
        <p:nvPicPr>
          <p:cNvPr id="5" name="Imagen 4"/>
          <p:cNvPicPr>
            <a:picLocks noChangeAspect="1"/>
          </p:cNvPicPr>
          <p:nvPr/>
        </p:nvPicPr>
        <p:blipFill>
          <a:blip r:embed="rId4"/>
          <a:stretch>
            <a:fillRect/>
          </a:stretch>
        </p:blipFill>
        <p:spPr>
          <a:xfrm>
            <a:off x="4620452" y="1530485"/>
            <a:ext cx="4294948" cy="3223098"/>
          </a:xfrm>
          <a:prstGeom prst="rect">
            <a:avLst/>
          </a:prstGeom>
        </p:spPr>
      </p:pic>
    </p:spTree>
    <p:extLst>
      <p:ext uri="{BB962C8B-B14F-4D97-AF65-F5344CB8AC3E}">
        <p14:creationId xmlns:p14="http://schemas.microsoft.com/office/powerpoint/2010/main" val="33877365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50</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1111170"/>
            <a:ext cx="8686800" cy="412830"/>
          </a:xfrm>
        </p:spPr>
        <p:txBody>
          <a:bodyPr/>
          <a:lstStyle/>
          <a:p>
            <a:pPr eaLnBrk="1" hangingPunct="1">
              <a:lnSpc>
                <a:spcPct val="90000"/>
              </a:lnSpc>
              <a:spcAft>
                <a:spcPts val="1200"/>
              </a:spcAft>
            </a:pPr>
            <a:r>
              <a:rPr lang="es-CL" altLang="es-CL" sz="2000" dirty="0"/>
              <a:t>Salidas del modelo</a:t>
            </a:r>
            <a:endParaRPr lang="es-CL" altLang="es-CL" sz="1600" i="1"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pic>
        <p:nvPicPr>
          <p:cNvPr id="4" name="Imagen 3"/>
          <p:cNvPicPr>
            <a:picLocks noChangeAspect="1"/>
          </p:cNvPicPr>
          <p:nvPr/>
        </p:nvPicPr>
        <p:blipFill>
          <a:blip r:embed="rId2"/>
          <a:stretch>
            <a:fillRect/>
          </a:stretch>
        </p:blipFill>
        <p:spPr>
          <a:xfrm>
            <a:off x="1066800" y="1678808"/>
            <a:ext cx="7342326" cy="4041480"/>
          </a:xfrm>
          <a:prstGeom prst="rect">
            <a:avLst/>
          </a:prstGeom>
        </p:spPr>
      </p:pic>
    </p:spTree>
    <p:extLst>
      <p:ext uri="{BB962C8B-B14F-4D97-AF65-F5344CB8AC3E}">
        <p14:creationId xmlns:p14="http://schemas.microsoft.com/office/powerpoint/2010/main" val="192048132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51</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865187"/>
          </a:xfrm>
        </p:spPr>
        <p:txBody>
          <a:bodyPr/>
          <a:lstStyle/>
          <a:p>
            <a:pPr eaLnBrk="1" hangingPunct="1"/>
            <a:r>
              <a:rPr lang="en-US" altLang="es-CL" sz="4000" dirty="0" err="1"/>
              <a:t>Ejercicio</a:t>
            </a:r>
            <a:r>
              <a:rPr lang="en-US" altLang="es-CL" sz="4000" dirty="0"/>
              <a:t> </a:t>
            </a:r>
            <a:r>
              <a:rPr lang="en-US" altLang="es-CL" sz="4000" dirty="0" err="1"/>
              <a:t>práctico</a:t>
            </a:r>
            <a:r>
              <a:rPr lang="en-US" altLang="es-CL" sz="4000" dirty="0"/>
              <a:t>: </a:t>
            </a:r>
            <a:r>
              <a:rPr lang="en-US" altLang="es-CL" sz="4000" dirty="0" err="1"/>
              <a:t>Negociación</a:t>
            </a:r>
            <a:endParaRPr lang="en-US" altLang="es-CL" sz="4000" dirty="0"/>
          </a:p>
        </p:txBody>
      </p:sp>
      <p:sp>
        <p:nvSpPr>
          <p:cNvPr id="16388" name="Rectangle 5"/>
          <p:cNvSpPr>
            <a:spLocks noGrp="1" noChangeArrowheads="1"/>
          </p:cNvSpPr>
          <p:nvPr>
            <p:ph type="body" idx="1"/>
          </p:nvPr>
        </p:nvSpPr>
        <p:spPr>
          <a:xfrm>
            <a:off x="228600" y="1111170"/>
            <a:ext cx="8686800" cy="412830"/>
          </a:xfrm>
        </p:spPr>
        <p:txBody>
          <a:bodyPr/>
          <a:lstStyle/>
          <a:p>
            <a:pPr eaLnBrk="1" hangingPunct="1">
              <a:lnSpc>
                <a:spcPct val="90000"/>
              </a:lnSpc>
              <a:spcAft>
                <a:spcPts val="1200"/>
              </a:spcAft>
            </a:pPr>
            <a:r>
              <a:rPr lang="es-CL" altLang="es-CL" sz="2000" dirty="0"/>
              <a:t>Salidas del modelo</a:t>
            </a:r>
            <a:endParaRPr lang="es-CL" altLang="es-CL" sz="1600" i="1"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a:p>
            <a:pPr lvl="1" eaLnBrk="1" hangingPunct="1">
              <a:lnSpc>
                <a:spcPct val="90000"/>
              </a:lnSpc>
              <a:spcAft>
                <a:spcPts val="1200"/>
              </a:spcAft>
            </a:pPr>
            <a:endParaRPr lang="es-CL" altLang="es-CL" sz="1600" dirty="0"/>
          </a:p>
        </p:txBody>
      </p:sp>
      <p:pic>
        <p:nvPicPr>
          <p:cNvPr id="5" name="Imagen 4"/>
          <p:cNvPicPr>
            <a:picLocks noChangeAspect="1"/>
          </p:cNvPicPr>
          <p:nvPr/>
        </p:nvPicPr>
        <p:blipFill>
          <a:blip r:embed="rId2"/>
          <a:stretch>
            <a:fillRect/>
          </a:stretch>
        </p:blipFill>
        <p:spPr>
          <a:xfrm>
            <a:off x="729862" y="1663804"/>
            <a:ext cx="3655314" cy="2366582"/>
          </a:xfrm>
          <a:prstGeom prst="rect">
            <a:avLst/>
          </a:prstGeom>
        </p:spPr>
      </p:pic>
      <p:pic>
        <p:nvPicPr>
          <p:cNvPr id="6" name="Imagen 5"/>
          <p:cNvPicPr>
            <a:picLocks noChangeAspect="1"/>
          </p:cNvPicPr>
          <p:nvPr/>
        </p:nvPicPr>
        <p:blipFill>
          <a:blip r:embed="rId3"/>
          <a:stretch>
            <a:fillRect/>
          </a:stretch>
        </p:blipFill>
        <p:spPr>
          <a:xfrm>
            <a:off x="4758826" y="1664655"/>
            <a:ext cx="3654000" cy="2365731"/>
          </a:xfrm>
          <a:prstGeom prst="rect">
            <a:avLst/>
          </a:prstGeom>
        </p:spPr>
      </p:pic>
      <p:pic>
        <p:nvPicPr>
          <p:cNvPr id="7" name="Imagen 6"/>
          <p:cNvPicPr>
            <a:picLocks noChangeAspect="1"/>
          </p:cNvPicPr>
          <p:nvPr/>
        </p:nvPicPr>
        <p:blipFill>
          <a:blip r:embed="rId4"/>
          <a:stretch>
            <a:fillRect/>
          </a:stretch>
        </p:blipFill>
        <p:spPr>
          <a:xfrm>
            <a:off x="2899200" y="4170190"/>
            <a:ext cx="3654000" cy="2365730"/>
          </a:xfrm>
          <a:prstGeom prst="rect">
            <a:avLst/>
          </a:prstGeom>
        </p:spPr>
      </p:pic>
    </p:spTree>
    <p:extLst>
      <p:ext uri="{BB962C8B-B14F-4D97-AF65-F5344CB8AC3E}">
        <p14:creationId xmlns:p14="http://schemas.microsoft.com/office/powerpoint/2010/main" val="58982273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52</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712787"/>
          </a:xfrm>
        </p:spPr>
        <p:txBody>
          <a:bodyPr/>
          <a:lstStyle/>
          <a:p>
            <a:pPr eaLnBrk="1" hangingPunct="1"/>
            <a:r>
              <a:rPr lang="en-US" altLang="es-CL" sz="4000" dirty="0"/>
              <a:t>SMA: </a:t>
            </a:r>
            <a:r>
              <a:rPr lang="en-US" altLang="es-CL" sz="4000" dirty="0" err="1"/>
              <a:t>ejemplos</a:t>
            </a:r>
            <a:endParaRPr lang="en-US" altLang="es-CL" sz="4000" dirty="0"/>
          </a:p>
        </p:txBody>
      </p:sp>
      <p:sp>
        <p:nvSpPr>
          <p:cNvPr id="16388" name="Rectangle 5"/>
          <p:cNvSpPr>
            <a:spLocks noGrp="1" noChangeArrowheads="1"/>
          </p:cNvSpPr>
          <p:nvPr>
            <p:ph type="body" idx="1"/>
          </p:nvPr>
        </p:nvSpPr>
        <p:spPr>
          <a:xfrm>
            <a:off x="381000" y="1214438"/>
            <a:ext cx="8686800" cy="5029200"/>
          </a:xfrm>
        </p:spPr>
        <p:txBody>
          <a:bodyPr/>
          <a:lstStyle/>
          <a:p>
            <a:pPr eaLnBrk="1" hangingPunct="1">
              <a:lnSpc>
                <a:spcPct val="90000"/>
              </a:lnSpc>
            </a:pPr>
            <a:r>
              <a:rPr lang="en-US" sz="2000" dirty="0"/>
              <a:t>Multi Agent Robotic Assembly</a:t>
            </a:r>
            <a:endParaRPr lang="en-US" altLang="es-CL" sz="2000" dirty="0"/>
          </a:p>
          <a:p>
            <a:pPr marL="358775" indent="0" eaLnBrk="1" hangingPunct="1">
              <a:lnSpc>
                <a:spcPct val="90000"/>
              </a:lnSpc>
              <a:buNone/>
            </a:pPr>
            <a:r>
              <a:rPr lang="en-US" altLang="es-CL" sz="2000" dirty="0">
                <a:hlinkClick r:id="rId2"/>
              </a:rPr>
              <a:t>https://www.youtube.com/watch?v=hjK57OezXws</a:t>
            </a:r>
            <a:endParaRPr lang="en-US" altLang="es-CL" sz="2000" dirty="0"/>
          </a:p>
        </p:txBody>
      </p:sp>
      <p:pic>
        <p:nvPicPr>
          <p:cNvPr id="2" name="Imagen 1"/>
          <p:cNvPicPr>
            <a:picLocks noChangeAspect="1"/>
          </p:cNvPicPr>
          <p:nvPr/>
        </p:nvPicPr>
        <p:blipFill>
          <a:blip r:embed="rId3"/>
          <a:stretch>
            <a:fillRect/>
          </a:stretch>
        </p:blipFill>
        <p:spPr>
          <a:xfrm>
            <a:off x="838200" y="2183606"/>
            <a:ext cx="7453926" cy="3836194"/>
          </a:xfrm>
          <a:prstGeom prst="rect">
            <a:avLst/>
          </a:prstGeom>
        </p:spPr>
      </p:pic>
    </p:spTree>
    <p:extLst>
      <p:ext uri="{BB962C8B-B14F-4D97-AF65-F5344CB8AC3E}">
        <p14:creationId xmlns:p14="http://schemas.microsoft.com/office/powerpoint/2010/main" val="86590623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53</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712787"/>
          </a:xfrm>
        </p:spPr>
        <p:txBody>
          <a:bodyPr/>
          <a:lstStyle/>
          <a:p>
            <a:pPr eaLnBrk="1" hangingPunct="1"/>
            <a:r>
              <a:rPr lang="en-US" altLang="es-CL" sz="4000" dirty="0"/>
              <a:t>SMA: </a:t>
            </a:r>
            <a:r>
              <a:rPr lang="en-US" altLang="es-CL" sz="4000" dirty="0" err="1"/>
              <a:t>ejemplos</a:t>
            </a:r>
            <a:endParaRPr lang="en-US" altLang="es-CL" sz="4000" dirty="0"/>
          </a:p>
        </p:txBody>
      </p:sp>
      <p:sp>
        <p:nvSpPr>
          <p:cNvPr id="16388" name="Rectangle 5"/>
          <p:cNvSpPr>
            <a:spLocks noGrp="1" noChangeArrowheads="1"/>
          </p:cNvSpPr>
          <p:nvPr>
            <p:ph type="body" idx="1"/>
          </p:nvPr>
        </p:nvSpPr>
        <p:spPr>
          <a:xfrm>
            <a:off x="381000" y="1214438"/>
            <a:ext cx="8686800" cy="5029200"/>
          </a:xfrm>
        </p:spPr>
        <p:txBody>
          <a:bodyPr/>
          <a:lstStyle/>
          <a:p>
            <a:pPr eaLnBrk="1" hangingPunct="1">
              <a:lnSpc>
                <a:spcPct val="90000"/>
              </a:lnSpc>
            </a:pPr>
            <a:r>
              <a:rPr lang="es-CL" altLang="es-CL" sz="2000" dirty="0" err="1"/>
              <a:t>Robocup</a:t>
            </a:r>
            <a:endParaRPr lang="en-US" altLang="es-CL" sz="2000" dirty="0"/>
          </a:p>
          <a:p>
            <a:pPr marL="0" indent="358775" eaLnBrk="1" hangingPunct="1">
              <a:lnSpc>
                <a:spcPct val="90000"/>
              </a:lnSpc>
              <a:buNone/>
            </a:pPr>
            <a:r>
              <a:rPr lang="en-US" altLang="es-CL" sz="2000" dirty="0">
                <a:hlinkClick r:id="rId2"/>
              </a:rPr>
              <a:t>https://www.youtube.com/watch?v=ZwAjHTI21Dg</a:t>
            </a:r>
            <a:endParaRPr lang="en-US" altLang="es-CL" sz="2000" dirty="0"/>
          </a:p>
        </p:txBody>
      </p:sp>
      <p:pic>
        <p:nvPicPr>
          <p:cNvPr id="2" name="Imagen 1"/>
          <p:cNvPicPr>
            <a:picLocks noChangeAspect="1"/>
          </p:cNvPicPr>
          <p:nvPr/>
        </p:nvPicPr>
        <p:blipFill>
          <a:blip r:embed="rId3"/>
          <a:stretch>
            <a:fillRect/>
          </a:stretch>
        </p:blipFill>
        <p:spPr>
          <a:xfrm>
            <a:off x="581025" y="2121543"/>
            <a:ext cx="8105775" cy="3924300"/>
          </a:xfrm>
          <a:prstGeom prst="rect">
            <a:avLst/>
          </a:prstGeom>
        </p:spPr>
      </p:pic>
    </p:spTree>
    <p:extLst>
      <p:ext uri="{BB962C8B-B14F-4D97-AF65-F5344CB8AC3E}">
        <p14:creationId xmlns:p14="http://schemas.microsoft.com/office/powerpoint/2010/main" val="321602123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944F59B-0BCD-44FC-ACC2-D0275F4E85C8}" type="slidenum">
              <a:rPr lang="en-US" altLang="en-US" sz="1200" smtClean="0">
                <a:latin typeface="Garamond" panose="02020404030301010803" pitchFamily="18" charset="0"/>
              </a:rPr>
              <a:pPr>
                <a:spcBef>
                  <a:spcPct val="0"/>
                </a:spcBef>
                <a:buClrTx/>
                <a:buSzTx/>
                <a:buFontTx/>
                <a:buNone/>
              </a:pPr>
              <a:t>54</a:t>
            </a:fld>
            <a:endParaRPr lang="en-US" altLang="en-US" sz="1200" dirty="0">
              <a:latin typeface="Garamond" panose="02020404030301010803" pitchFamily="18" charset="0"/>
            </a:endParaRPr>
          </a:p>
        </p:txBody>
      </p:sp>
      <p:sp>
        <p:nvSpPr>
          <p:cNvPr id="16387" name="Rectangle 4"/>
          <p:cNvSpPr>
            <a:spLocks noGrp="1" noChangeArrowheads="1"/>
          </p:cNvSpPr>
          <p:nvPr>
            <p:ph type="title"/>
          </p:nvPr>
        </p:nvSpPr>
        <p:spPr>
          <a:xfrm>
            <a:off x="457200" y="277813"/>
            <a:ext cx="8229600" cy="712787"/>
          </a:xfrm>
        </p:spPr>
        <p:txBody>
          <a:bodyPr/>
          <a:lstStyle/>
          <a:p>
            <a:pPr eaLnBrk="1" hangingPunct="1"/>
            <a:r>
              <a:rPr lang="en-US" altLang="es-CL" sz="4000" dirty="0"/>
              <a:t>SMA: </a:t>
            </a:r>
            <a:r>
              <a:rPr lang="en-US" altLang="es-CL" sz="4000" dirty="0" err="1"/>
              <a:t>ejemplos</a:t>
            </a:r>
            <a:endParaRPr lang="en-US" altLang="es-CL" sz="4000" dirty="0"/>
          </a:p>
        </p:txBody>
      </p:sp>
      <p:sp>
        <p:nvSpPr>
          <p:cNvPr id="16388" name="Rectangle 5"/>
          <p:cNvSpPr>
            <a:spLocks noGrp="1" noChangeArrowheads="1"/>
          </p:cNvSpPr>
          <p:nvPr>
            <p:ph type="body" idx="1"/>
          </p:nvPr>
        </p:nvSpPr>
        <p:spPr>
          <a:xfrm>
            <a:off x="381000" y="1214438"/>
            <a:ext cx="8686800" cy="5029200"/>
          </a:xfrm>
        </p:spPr>
        <p:txBody>
          <a:bodyPr/>
          <a:lstStyle/>
          <a:p>
            <a:pPr eaLnBrk="1" hangingPunct="1">
              <a:lnSpc>
                <a:spcPct val="90000"/>
              </a:lnSpc>
            </a:pPr>
            <a:r>
              <a:rPr lang="en-US" sz="2000" dirty="0"/>
              <a:t>Cooperative </a:t>
            </a:r>
            <a:r>
              <a:rPr lang="en-US" sz="2000" dirty="0" err="1"/>
              <a:t>Quadrocopter</a:t>
            </a:r>
            <a:r>
              <a:rPr lang="en-US" sz="2000" dirty="0"/>
              <a:t> Ball Throwing and Catching - ETH Zurich</a:t>
            </a:r>
          </a:p>
          <a:p>
            <a:pPr marL="0" indent="0" eaLnBrk="1" hangingPunct="1">
              <a:lnSpc>
                <a:spcPct val="90000"/>
              </a:lnSpc>
              <a:buNone/>
              <a:tabLst>
                <a:tab pos="363538" algn="l"/>
              </a:tabLst>
            </a:pPr>
            <a:r>
              <a:rPr lang="en-US" altLang="es-CL" sz="2000" dirty="0"/>
              <a:t>	</a:t>
            </a:r>
            <a:r>
              <a:rPr lang="en-US" altLang="es-CL" sz="2000" dirty="0">
                <a:hlinkClick r:id="rId2"/>
              </a:rPr>
              <a:t>https://www.youtube.com/watch?v=hyGJBV1xnJI</a:t>
            </a:r>
            <a:endParaRPr lang="en-US" altLang="es-CL"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38400"/>
            <a:ext cx="8003803"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866524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04800" y="304800"/>
            <a:ext cx="8839200" cy="1139825"/>
          </a:xfrm>
        </p:spPr>
        <p:txBody>
          <a:bodyPr/>
          <a:lstStyle/>
          <a:p>
            <a:r>
              <a:rPr lang="en-US" altLang="en-US" sz="3800" dirty="0"/>
              <a:t> </a:t>
            </a:r>
            <a:r>
              <a:rPr lang="en-US" altLang="en-US" sz="3800" dirty="0" err="1"/>
              <a:t>Nuevamente</a:t>
            </a:r>
            <a:r>
              <a:rPr lang="en-US" altLang="en-US" sz="3800" dirty="0"/>
              <a:t> AGENTGPT: ¿ SMA ?</a:t>
            </a:r>
          </a:p>
        </p:txBody>
      </p:sp>
      <p:sp>
        <p:nvSpPr>
          <p:cNvPr id="53251" name="Rectangle 3"/>
          <p:cNvSpPr>
            <a:spLocks noGrp="1" noChangeArrowheads="1"/>
          </p:cNvSpPr>
          <p:nvPr>
            <p:ph type="body" idx="1"/>
          </p:nvPr>
        </p:nvSpPr>
        <p:spPr>
          <a:xfrm>
            <a:off x="457200" y="1066800"/>
            <a:ext cx="8382000" cy="5181600"/>
          </a:xfrm>
        </p:spPr>
        <p:txBody>
          <a:bodyPr/>
          <a:lstStyle/>
          <a:p>
            <a:r>
              <a:rPr lang="es-CL" sz="2800" dirty="0">
                <a:hlinkClick r:id="rId3"/>
              </a:rPr>
              <a:t>AGENTGPT</a:t>
            </a:r>
            <a:endParaRPr lang="es-CL" sz="2800" dirty="0"/>
          </a:p>
          <a:p>
            <a:endParaRPr lang="es-CL" sz="2800" dirty="0"/>
          </a:p>
          <a:p>
            <a:endParaRPr lang="es-CL" sz="2800" dirty="0"/>
          </a:p>
          <a:p>
            <a:pPr marL="0" indent="0">
              <a:buNone/>
            </a:pPr>
            <a:endParaRPr lang="en-US" altLang="en-US" sz="2600" dirty="0"/>
          </a:p>
        </p:txBody>
      </p:sp>
      <p:sp>
        <p:nvSpPr>
          <p:cNvPr id="5" name="Marcador de número de diapositiva 4"/>
          <p:cNvSpPr>
            <a:spLocks noGrp="1"/>
          </p:cNvSpPr>
          <p:nvPr>
            <p:ph type="sldNum" sz="quarter" idx="12"/>
          </p:nvPr>
        </p:nvSpPr>
        <p:spPr/>
        <p:txBody>
          <a:bodyPr/>
          <a:lstStyle/>
          <a:p>
            <a:fld id="{5A98F7B2-B38F-4F81-B4B3-3122CDFFA968}" type="slidenum">
              <a:rPr lang="en-US" altLang="en-US" smtClean="0"/>
              <a:pPr/>
              <a:t>55</a:t>
            </a:fld>
            <a:endParaRPr lang="en-US" altLang="en-US"/>
          </a:p>
        </p:txBody>
      </p:sp>
      <p:pic>
        <p:nvPicPr>
          <p:cNvPr id="3" name="Imagen 2"/>
          <p:cNvPicPr>
            <a:picLocks noChangeAspect="1"/>
          </p:cNvPicPr>
          <p:nvPr/>
        </p:nvPicPr>
        <p:blipFill>
          <a:blip r:embed="rId4"/>
          <a:stretch>
            <a:fillRect/>
          </a:stretch>
        </p:blipFill>
        <p:spPr>
          <a:xfrm>
            <a:off x="519112" y="1770441"/>
            <a:ext cx="8258175" cy="4163092"/>
          </a:xfrm>
          <a:prstGeom prst="rect">
            <a:avLst/>
          </a:prstGeom>
        </p:spPr>
      </p:pic>
    </p:spTree>
    <p:extLst>
      <p:ext uri="{BB962C8B-B14F-4D97-AF65-F5344CB8AC3E}">
        <p14:creationId xmlns:p14="http://schemas.microsoft.com/office/powerpoint/2010/main" val="18630986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3841C07-5AB2-4C30-A6A6-11F64CD43BD5}" type="slidenum">
              <a:rPr lang="en-US" altLang="en-US" sz="1200" smtClean="0">
                <a:latin typeface="Garamond" panose="02020404030301010803" pitchFamily="18" charset="0"/>
              </a:rPr>
              <a:pPr>
                <a:spcBef>
                  <a:spcPct val="0"/>
                </a:spcBef>
                <a:buClrTx/>
                <a:buSzTx/>
                <a:buFontTx/>
                <a:buNone/>
              </a:pPr>
              <a:t>56</a:t>
            </a:fld>
            <a:endParaRPr lang="en-US" altLang="en-US" sz="1200" dirty="0">
              <a:latin typeface="Garamond" panose="02020404030301010803" pitchFamily="18" charset="0"/>
            </a:endParaRPr>
          </a:p>
        </p:txBody>
      </p:sp>
      <p:sp>
        <p:nvSpPr>
          <p:cNvPr id="17411" name="Rectangle 2"/>
          <p:cNvSpPr>
            <a:spLocks noGrp="1" noChangeArrowheads="1"/>
          </p:cNvSpPr>
          <p:nvPr>
            <p:ph type="title"/>
          </p:nvPr>
        </p:nvSpPr>
        <p:spPr/>
        <p:txBody>
          <a:bodyPr/>
          <a:lstStyle/>
          <a:p>
            <a:r>
              <a:rPr lang="en-US" altLang="es-CL" dirty="0" err="1">
                <a:solidFill>
                  <a:srgbClr val="CC3300"/>
                </a:solidFill>
              </a:rPr>
              <a:t>Proyectos</a:t>
            </a:r>
            <a:r>
              <a:rPr lang="en-US" altLang="es-CL" dirty="0">
                <a:solidFill>
                  <a:srgbClr val="CC3300"/>
                </a:solidFill>
              </a:rPr>
              <a:t> de </a:t>
            </a:r>
            <a:r>
              <a:rPr lang="en-US" altLang="es-CL" dirty="0" err="1">
                <a:solidFill>
                  <a:srgbClr val="CC3300"/>
                </a:solidFill>
              </a:rPr>
              <a:t>Agentes</a:t>
            </a:r>
            <a:endParaRPr lang="en-US" altLang="es-CL" dirty="0">
              <a:solidFill>
                <a:srgbClr val="CC3300"/>
              </a:solidFill>
            </a:endParaRPr>
          </a:p>
        </p:txBody>
      </p:sp>
      <p:sp>
        <p:nvSpPr>
          <p:cNvPr id="17412" name="Rectangle 3"/>
          <p:cNvSpPr>
            <a:spLocks noGrp="1" noChangeArrowheads="1"/>
          </p:cNvSpPr>
          <p:nvPr>
            <p:ph type="body" idx="1"/>
          </p:nvPr>
        </p:nvSpPr>
        <p:spPr>
          <a:xfrm>
            <a:off x="457200" y="1143000"/>
            <a:ext cx="8229600" cy="5181600"/>
          </a:xfrm>
        </p:spPr>
        <p:txBody>
          <a:bodyPr/>
          <a:lstStyle/>
          <a:p>
            <a:pPr>
              <a:lnSpc>
                <a:spcPct val="80000"/>
              </a:lnSpc>
              <a:spcAft>
                <a:spcPts val="1200"/>
              </a:spcAft>
            </a:pPr>
            <a:r>
              <a:rPr lang="en-US" altLang="es-CL" sz="2000" i="1" dirty="0" err="1">
                <a:solidFill>
                  <a:srgbClr val="003399"/>
                </a:solidFill>
              </a:rPr>
              <a:t>Muchos</a:t>
            </a:r>
            <a:r>
              <a:rPr lang="en-US" altLang="es-CL" sz="2000" i="1" dirty="0"/>
              <a:t> </a:t>
            </a:r>
            <a:r>
              <a:rPr lang="en-US" altLang="es-CL" sz="2000" i="1" dirty="0" err="1"/>
              <a:t>proyectos</a:t>
            </a:r>
            <a:r>
              <a:rPr lang="en-US" altLang="es-CL" sz="2000" i="1" dirty="0"/>
              <a:t> de</a:t>
            </a:r>
            <a:r>
              <a:rPr lang="en-US" altLang="es-CL" sz="2000" dirty="0"/>
              <a:t> </a:t>
            </a:r>
            <a:r>
              <a:rPr lang="en-US" altLang="es-CL" sz="2000" dirty="0" err="1"/>
              <a:t>agentes</a:t>
            </a:r>
            <a:r>
              <a:rPr lang="en-US" altLang="es-CL" sz="2000" dirty="0"/>
              <a:t> (</a:t>
            </a:r>
            <a:r>
              <a:rPr lang="en-US" altLang="es-CL" sz="2000" dirty="0" err="1"/>
              <a:t>uno</a:t>
            </a:r>
            <a:r>
              <a:rPr lang="en-US" altLang="es-CL" sz="2000" dirty="0"/>
              <a:t> y multi) </a:t>
            </a:r>
            <a:r>
              <a:rPr lang="en-US" altLang="es-CL" sz="2000" dirty="0" err="1"/>
              <a:t>pero</a:t>
            </a:r>
            <a:r>
              <a:rPr lang="en-US" altLang="es-CL" sz="2000" dirty="0"/>
              <a:t> el </a:t>
            </a:r>
            <a:r>
              <a:rPr lang="en-US" altLang="es-CL" sz="2000" dirty="0" err="1"/>
              <a:t>desarrollo</a:t>
            </a:r>
            <a:r>
              <a:rPr lang="en-US" altLang="es-CL" sz="2000" dirty="0"/>
              <a:t> </a:t>
            </a:r>
            <a:r>
              <a:rPr lang="en-US" altLang="es-CL" sz="2000" dirty="0" err="1"/>
              <a:t>mismo</a:t>
            </a:r>
            <a:r>
              <a:rPr lang="en-US" altLang="es-CL" sz="2000" dirty="0"/>
              <a:t> de </a:t>
            </a:r>
            <a:r>
              <a:rPr lang="en-US" altLang="es-CL" sz="2000" dirty="0" err="1"/>
              <a:t>agentes</a:t>
            </a:r>
            <a:r>
              <a:rPr lang="en-US" altLang="es-CL" sz="2000" dirty="0"/>
              <a:t> ha </a:t>
            </a:r>
            <a:r>
              <a:rPr lang="en-US" altLang="es-CL" sz="2000" dirty="0" err="1"/>
              <a:t>recibido</a:t>
            </a:r>
            <a:r>
              <a:rPr lang="en-US" altLang="es-CL" sz="2000" dirty="0"/>
              <a:t> </a:t>
            </a:r>
            <a:r>
              <a:rPr lang="en-US" altLang="es-CL" sz="2000" dirty="0" err="1"/>
              <a:t>poca</a:t>
            </a:r>
            <a:r>
              <a:rPr lang="en-US" altLang="es-CL" sz="2000" dirty="0"/>
              <a:t> </a:t>
            </a:r>
            <a:r>
              <a:rPr lang="en-US" altLang="es-CL" sz="2000" dirty="0" err="1"/>
              <a:t>atención</a:t>
            </a:r>
            <a:endParaRPr lang="en-US" altLang="es-CL" sz="2000" dirty="0"/>
          </a:p>
          <a:p>
            <a:pPr>
              <a:lnSpc>
                <a:spcPct val="80000"/>
              </a:lnSpc>
              <a:spcAft>
                <a:spcPts val="1200"/>
              </a:spcAft>
            </a:pPr>
            <a:r>
              <a:rPr lang="en-US" altLang="es-CL" sz="2000" dirty="0" err="1"/>
              <a:t>Ahora</a:t>
            </a:r>
            <a:r>
              <a:rPr lang="en-US" altLang="es-CL" sz="2000" dirty="0"/>
              <a:t> </a:t>
            </a:r>
            <a:r>
              <a:rPr lang="en-US" altLang="es-CL" sz="2000" dirty="0" err="1"/>
              <a:t>consideraremos</a:t>
            </a:r>
            <a:r>
              <a:rPr lang="en-US" altLang="es-CL" sz="2000" dirty="0"/>
              <a:t> </a:t>
            </a:r>
            <a:r>
              <a:rPr lang="en-US" altLang="es-CL" sz="2000" dirty="0" err="1"/>
              <a:t>aspectos</a:t>
            </a:r>
            <a:r>
              <a:rPr lang="en-US" altLang="es-CL" sz="2000" dirty="0"/>
              <a:t> </a:t>
            </a:r>
            <a:r>
              <a:rPr lang="en-US" altLang="es-CL" sz="2000" i="1" dirty="0" err="1">
                <a:solidFill>
                  <a:srgbClr val="003399"/>
                </a:solidFill>
              </a:rPr>
              <a:t>pragmáticos</a:t>
            </a:r>
            <a:r>
              <a:rPr lang="en-US" altLang="es-CL" sz="2000" i="1" dirty="0"/>
              <a:t> </a:t>
            </a:r>
            <a:r>
              <a:rPr lang="en-US" altLang="es-CL" sz="2000" dirty="0"/>
              <a:t>de </a:t>
            </a:r>
            <a:r>
              <a:rPr lang="en-US" altLang="es-CL" sz="2000" dirty="0" err="1"/>
              <a:t>proyectos</a:t>
            </a:r>
            <a:r>
              <a:rPr lang="en-US" altLang="es-CL" sz="2000" dirty="0"/>
              <a:t> de </a:t>
            </a:r>
            <a:r>
              <a:rPr lang="en-US" altLang="es-CL" sz="2000" dirty="0" err="1"/>
              <a:t>agentes</a:t>
            </a:r>
            <a:endParaRPr lang="en-US" altLang="es-CL" sz="2000" dirty="0"/>
          </a:p>
          <a:p>
            <a:pPr>
              <a:lnSpc>
                <a:spcPct val="80000"/>
              </a:lnSpc>
              <a:spcAft>
                <a:spcPts val="1200"/>
              </a:spcAft>
            </a:pPr>
            <a:r>
              <a:rPr lang="en-US" altLang="es-CL" sz="2000" dirty="0" err="1"/>
              <a:t>Identifica</a:t>
            </a:r>
            <a:r>
              <a:rPr lang="en-US" altLang="es-CL" sz="2000" dirty="0"/>
              <a:t> </a:t>
            </a:r>
            <a:r>
              <a:rPr lang="en-US" altLang="es-CL" sz="2000" dirty="0" err="1"/>
              <a:t>principales</a:t>
            </a:r>
            <a:r>
              <a:rPr lang="en-US" altLang="es-CL" sz="2000" dirty="0"/>
              <a:t> </a:t>
            </a:r>
            <a:r>
              <a:rPr lang="en-US" altLang="es-CL" sz="2000" dirty="0" err="1"/>
              <a:t>riesgos</a:t>
            </a:r>
            <a:endParaRPr lang="en-US" altLang="es-CL" sz="2000" i="1" dirty="0">
              <a:solidFill>
                <a:srgbClr val="003399"/>
              </a:solidFill>
            </a:endParaRPr>
          </a:p>
          <a:p>
            <a:pPr>
              <a:lnSpc>
                <a:spcPct val="80000"/>
              </a:lnSpc>
              <a:spcAft>
                <a:spcPts val="1200"/>
              </a:spcAft>
            </a:pPr>
            <a:r>
              <a:rPr lang="en-US" altLang="es-CL" sz="2000" dirty="0" err="1"/>
              <a:t>Siete</a:t>
            </a:r>
            <a:r>
              <a:rPr lang="en-US" altLang="es-CL" sz="2000" dirty="0"/>
              <a:t> </a:t>
            </a:r>
            <a:r>
              <a:rPr lang="en-US" altLang="es-CL" sz="2000" dirty="0" err="1"/>
              <a:t>categorías</a:t>
            </a:r>
            <a:r>
              <a:rPr lang="en-US" altLang="es-CL" sz="2000" dirty="0"/>
              <a:t>:</a:t>
            </a:r>
          </a:p>
          <a:p>
            <a:pPr lvl="1">
              <a:lnSpc>
                <a:spcPct val="80000"/>
              </a:lnSpc>
              <a:spcAft>
                <a:spcPts val="600"/>
              </a:spcAft>
            </a:pPr>
            <a:r>
              <a:rPr lang="en-US" altLang="es-CL" sz="2000" dirty="0" err="1"/>
              <a:t>políticos</a:t>
            </a:r>
            <a:endParaRPr lang="en-US" altLang="es-CL" sz="2000" dirty="0"/>
          </a:p>
          <a:p>
            <a:pPr lvl="1">
              <a:lnSpc>
                <a:spcPct val="80000"/>
              </a:lnSpc>
              <a:spcAft>
                <a:spcPts val="600"/>
              </a:spcAft>
            </a:pPr>
            <a:r>
              <a:rPr lang="en-US" altLang="es-CL" sz="2000" dirty="0" err="1"/>
              <a:t>administrativos</a:t>
            </a:r>
            <a:endParaRPr lang="en-US" altLang="es-CL" sz="2000" dirty="0"/>
          </a:p>
          <a:p>
            <a:pPr lvl="1">
              <a:lnSpc>
                <a:spcPct val="80000"/>
              </a:lnSpc>
              <a:spcAft>
                <a:spcPts val="600"/>
              </a:spcAft>
            </a:pPr>
            <a:r>
              <a:rPr lang="en-US" altLang="es-CL" sz="2000" dirty="0" err="1"/>
              <a:t>conceptuales</a:t>
            </a:r>
            <a:endParaRPr lang="en-US" altLang="es-CL" sz="2000" dirty="0"/>
          </a:p>
          <a:p>
            <a:pPr lvl="1">
              <a:lnSpc>
                <a:spcPct val="80000"/>
              </a:lnSpc>
              <a:spcAft>
                <a:spcPts val="600"/>
              </a:spcAft>
            </a:pPr>
            <a:r>
              <a:rPr lang="en-US" altLang="es-CL" sz="2000" dirty="0" err="1"/>
              <a:t>análisis</a:t>
            </a:r>
            <a:r>
              <a:rPr lang="en-US" altLang="es-CL" sz="2000" dirty="0"/>
              <a:t> y </a:t>
            </a:r>
            <a:r>
              <a:rPr lang="en-US" altLang="es-CL" sz="2000" dirty="0" err="1"/>
              <a:t>diseño</a:t>
            </a:r>
            <a:endParaRPr lang="en-US" altLang="es-CL" sz="2000" dirty="0"/>
          </a:p>
          <a:p>
            <a:pPr lvl="1">
              <a:lnSpc>
                <a:spcPct val="80000"/>
              </a:lnSpc>
              <a:spcAft>
                <a:spcPts val="600"/>
              </a:spcAft>
            </a:pPr>
            <a:r>
              <a:rPr lang="en-US" altLang="es-CL" sz="2000" dirty="0" err="1"/>
              <a:t>nivel</a:t>
            </a:r>
            <a:r>
              <a:rPr lang="en-US" altLang="es-CL" sz="2000" dirty="0"/>
              <a:t> micro (</a:t>
            </a:r>
            <a:r>
              <a:rPr lang="en-US" altLang="es-CL" sz="2000" dirty="0" err="1"/>
              <a:t>agente</a:t>
            </a:r>
            <a:r>
              <a:rPr lang="en-US" altLang="es-CL" sz="2000" dirty="0"/>
              <a:t>)</a:t>
            </a:r>
          </a:p>
          <a:p>
            <a:pPr lvl="1">
              <a:lnSpc>
                <a:spcPct val="80000"/>
              </a:lnSpc>
              <a:spcAft>
                <a:spcPts val="600"/>
              </a:spcAft>
            </a:pPr>
            <a:r>
              <a:rPr lang="en-US" altLang="es-CL" sz="2000" dirty="0" err="1"/>
              <a:t>nivel</a:t>
            </a:r>
            <a:r>
              <a:rPr lang="en-US" altLang="es-CL" sz="2000" dirty="0"/>
              <a:t> macro (</a:t>
            </a:r>
            <a:r>
              <a:rPr lang="en-US" altLang="es-CL" sz="2000" dirty="0" err="1"/>
              <a:t>sociedad</a:t>
            </a:r>
            <a:r>
              <a:rPr lang="en-US" altLang="es-CL" sz="2000" dirty="0"/>
              <a:t>)</a:t>
            </a:r>
          </a:p>
          <a:p>
            <a:pPr lvl="1">
              <a:lnSpc>
                <a:spcPct val="80000"/>
              </a:lnSpc>
              <a:spcAft>
                <a:spcPts val="600"/>
              </a:spcAft>
            </a:pPr>
            <a:r>
              <a:rPr lang="en-US" altLang="es-CL" sz="2000" dirty="0" err="1"/>
              <a:t>implementación</a:t>
            </a:r>
            <a:endParaRPr lang="en-US" altLang="es-CL" sz="2000" dirty="0"/>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7718" y="2667000"/>
            <a:ext cx="4010964" cy="300513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7E9F1FC-3946-4B4C-92BA-6D314B1FF67B}" type="slidenum">
              <a:rPr lang="en-US" altLang="en-US" sz="1200" smtClean="0">
                <a:latin typeface="Garamond" panose="02020404030301010803" pitchFamily="18" charset="0"/>
              </a:rPr>
              <a:pPr>
                <a:spcBef>
                  <a:spcPct val="0"/>
                </a:spcBef>
                <a:buClrTx/>
                <a:buSzTx/>
                <a:buFontTx/>
                <a:buNone/>
              </a:pPr>
              <a:t>57</a:t>
            </a:fld>
            <a:endParaRPr lang="en-US" altLang="en-US" sz="1200" dirty="0">
              <a:latin typeface="Garamond" panose="02020404030301010803" pitchFamily="18" charset="0"/>
            </a:endParaRPr>
          </a:p>
        </p:txBody>
      </p:sp>
      <p:sp>
        <p:nvSpPr>
          <p:cNvPr id="18435" name="Rectangle 2"/>
          <p:cNvSpPr>
            <a:spLocks noGrp="1" noChangeArrowheads="1"/>
          </p:cNvSpPr>
          <p:nvPr>
            <p:ph type="title"/>
          </p:nvPr>
        </p:nvSpPr>
        <p:spPr/>
        <p:txBody>
          <a:bodyPr/>
          <a:lstStyle/>
          <a:p>
            <a:r>
              <a:rPr lang="en-US" altLang="es-CL"/>
              <a:t>Sobrevender agentes</a:t>
            </a:r>
          </a:p>
        </p:txBody>
      </p:sp>
      <p:sp>
        <p:nvSpPr>
          <p:cNvPr id="18436" name="Rectangle 3"/>
          <p:cNvSpPr>
            <a:spLocks noGrp="1" noChangeArrowheads="1"/>
          </p:cNvSpPr>
          <p:nvPr>
            <p:ph type="body" idx="1"/>
          </p:nvPr>
        </p:nvSpPr>
        <p:spPr>
          <a:xfrm>
            <a:off x="457200" y="1143000"/>
            <a:ext cx="8458200" cy="4953000"/>
          </a:xfrm>
        </p:spPr>
        <p:txBody>
          <a:bodyPr/>
          <a:lstStyle/>
          <a:p>
            <a:pPr>
              <a:spcAft>
                <a:spcPts val="600"/>
              </a:spcAft>
            </a:pPr>
            <a:r>
              <a:rPr lang="en-US" altLang="es-CL" sz="2000" dirty="0"/>
              <a:t>¡Los </a:t>
            </a:r>
            <a:r>
              <a:rPr lang="en-US" altLang="es-CL" sz="2000" dirty="0" err="1"/>
              <a:t>agentes</a:t>
            </a:r>
            <a:r>
              <a:rPr lang="en-US" altLang="es-CL" sz="2000" dirty="0"/>
              <a:t> </a:t>
            </a:r>
            <a:r>
              <a:rPr lang="en-US" altLang="es-CL" sz="2000" i="1" dirty="0"/>
              <a:t>no</a:t>
            </a:r>
            <a:r>
              <a:rPr lang="en-US" altLang="es-CL" sz="2000" dirty="0"/>
              <a:t> son </a:t>
            </a:r>
            <a:r>
              <a:rPr lang="en-US" altLang="es-CL" sz="2000" dirty="0" err="1"/>
              <a:t>mágicos</a:t>
            </a:r>
            <a:r>
              <a:rPr lang="en-US" altLang="es-CL" sz="2000" dirty="0"/>
              <a:t>!</a:t>
            </a:r>
          </a:p>
          <a:p>
            <a:pPr>
              <a:spcAft>
                <a:spcPts val="600"/>
              </a:spcAft>
            </a:pPr>
            <a:r>
              <a:rPr lang="en-US" altLang="es-CL" sz="2000" dirty="0"/>
              <a:t>Si no lo </a:t>
            </a:r>
            <a:r>
              <a:rPr lang="en-US" altLang="es-CL" sz="2000" dirty="0" err="1"/>
              <a:t>puede</a:t>
            </a:r>
            <a:r>
              <a:rPr lang="en-US" altLang="es-CL" sz="2000" dirty="0"/>
              <a:t> </a:t>
            </a:r>
            <a:r>
              <a:rPr lang="en-US" altLang="es-CL" sz="2000" dirty="0" err="1"/>
              <a:t>hacer</a:t>
            </a:r>
            <a:r>
              <a:rPr lang="en-US" altLang="es-CL" sz="2000" dirty="0"/>
              <a:t> con software </a:t>
            </a:r>
            <a:r>
              <a:rPr lang="en-US" altLang="es-CL" sz="2000" dirty="0" err="1"/>
              <a:t>ordinario</a:t>
            </a:r>
            <a:r>
              <a:rPr lang="en-US" altLang="es-CL" sz="2000" dirty="0"/>
              <a:t>, </a:t>
            </a:r>
            <a:r>
              <a:rPr lang="en-US" altLang="es-CL" sz="2000" dirty="0" err="1"/>
              <a:t>probablemente</a:t>
            </a:r>
            <a:r>
              <a:rPr lang="en-US" altLang="es-CL" sz="2000" dirty="0"/>
              <a:t> </a:t>
            </a:r>
            <a:r>
              <a:rPr lang="en-US" altLang="es-CL" sz="2000" dirty="0" err="1"/>
              <a:t>tampoco</a:t>
            </a:r>
            <a:r>
              <a:rPr lang="en-US" altLang="es-CL" sz="2000" dirty="0"/>
              <a:t> lo </a:t>
            </a:r>
            <a:r>
              <a:rPr lang="en-US" altLang="es-CL" sz="2000" dirty="0" err="1"/>
              <a:t>podrá</a:t>
            </a:r>
            <a:r>
              <a:rPr lang="en-US" altLang="es-CL" sz="2000" dirty="0"/>
              <a:t> </a:t>
            </a:r>
            <a:r>
              <a:rPr lang="en-US" altLang="es-CL" sz="2000" dirty="0" err="1"/>
              <a:t>hacer</a:t>
            </a:r>
            <a:r>
              <a:rPr lang="en-US" altLang="es-CL" sz="2000" dirty="0"/>
              <a:t> con </a:t>
            </a:r>
            <a:r>
              <a:rPr lang="en-US" altLang="es-CL" sz="2000" dirty="0" err="1"/>
              <a:t>agentes</a:t>
            </a:r>
            <a:endParaRPr lang="en-US" altLang="es-CL" sz="2000" dirty="0"/>
          </a:p>
          <a:p>
            <a:pPr>
              <a:spcAft>
                <a:spcPts val="600"/>
              </a:spcAft>
            </a:pPr>
            <a:r>
              <a:rPr lang="en-US" altLang="es-CL" sz="2000" dirty="0"/>
              <a:t>No hay </a:t>
            </a:r>
            <a:r>
              <a:rPr lang="en-US" altLang="es-CL" sz="2000" dirty="0" err="1"/>
              <a:t>evidencia</a:t>
            </a:r>
            <a:r>
              <a:rPr lang="en-US" altLang="es-CL" sz="2000" dirty="0"/>
              <a:t> que un </a:t>
            </a:r>
            <a:r>
              <a:rPr lang="en-US" altLang="es-CL" sz="2000" dirty="0" err="1"/>
              <a:t>sistema</a:t>
            </a:r>
            <a:r>
              <a:rPr lang="en-US" altLang="es-CL" sz="2000" dirty="0"/>
              <a:t> </a:t>
            </a:r>
            <a:r>
              <a:rPr lang="en-US" altLang="es-CL" sz="2000" dirty="0" err="1"/>
              <a:t>desarrollado</a:t>
            </a:r>
            <a:r>
              <a:rPr lang="en-US" altLang="es-CL" sz="2000" dirty="0"/>
              <a:t> </a:t>
            </a:r>
            <a:r>
              <a:rPr lang="en-US" altLang="es-CL" sz="2000" dirty="0" err="1"/>
              <a:t>usando</a:t>
            </a:r>
            <a:r>
              <a:rPr lang="en-US" altLang="es-CL" sz="2000" dirty="0"/>
              <a:t> </a:t>
            </a:r>
            <a:r>
              <a:rPr lang="en-US" altLang="es-CL" sz="2000" dirty="0" err="1"/>
              <a:t>tecnología</a:t>
            </a:r>
            <a:r>
              <a:rPr lang="en-US" altLang="es-CL" sz="2000" dirty="0"/>
              <a:t> de </a:t>
            </a:r>
            <a:r>
              <a:rPr lang="en-US" altLang="es-CL" sz="2000" dirty="0" err="1"/>
              <a:t>agentes</a:t>
            </a:r>
            <a:r>
              <a:rPr lang="en-US" altLang="es-CL" sz="2000" dirty="0"/>
              <a:t> no </a:t>
            </a:r>
            <a:r>
              <a:rPr lang="en-US" altLang="es-CL" sz="2000" dirty="0" err="1"/>
              <a:t>pudiera</a:t>
            </a:r>
            <a:r>
              <a:rPr lang="en-US" altLang="es-CL" sz="2000" dirty="0"/>
              <a:t> </a:t>
            </a:r>
            <a:r>
              <a:rPr lang="en-US" altLang="es-CL" sz="2000" dirty="0" err="1"/>
              <a:t>haber</a:t>
            </a:r>
            <a:r>
              <a:rPr lang="en-US" altLang="es-CL" sz="2000" dirty="0"/>
              <a:t> </a:t>
            </a:r>
            <a:r>
              <a:rPr lang="en-US" altLang="es-CL" sz="2000" dirty="0" err="1"/>
              <a:t>sido</a:t>
            </a:r>
            <a:r>
              <a:rPr lang="en-US" altLang="es-CL" sz="2000" dirty="0"/>
              <a:t> </a:t>
            </a:r>
            <a:r>
              <a:rPr lang="en-US" altLang="es-CL" sz="2000" dirty="0" err="1"/>
              <a:t>construido</a:t>
            </a:r>
            <a:r>
              <a:rPr lang="en-US" altLang="es-CL" sz="2000" dirty="0"/>
              <a:t> </a:t>
            </a:r>
            <a:r>
              <a:rPr lang="en-US" altLang="es-CL" sz="2000" dirty="0" err="1"/>
              <a:t>usando</a:t>
            </a:r>
            <a:r>
              <a:rPr lang="en-US" altLang="es-CL" sz="2000" dirty="0"/>
              <a:t> </a:t>
            </a:r>
            <a:r>
              <a:rPr lang="en-US" altLang="es-CL" sz="2000" dirty="0" err="1"/>
              <a:t>otra</a:t>
            </a:r>
            <a:r>
              <a:rPr lang="en-US" altLang="es-CL" sz="2000" dirty="0"/>
              <a:t> </a:t>
            </a:r>
            <a:r>
              <a:rPr lang="en-US" altLang="es-CL" sz="2000" dirty="0" err="1"/>
              <a:t>tecnología</a:t>
            </a:r>
            <a:endParaRPr lang="en-US" altLang="es-CL" sz="2000" dirty="0"/>
          </a:p>
          <a:p>
            <a:pPr>
              <a:spcAft>
                <a:spcPts val="600"/>
              </a:spcAft>
            </a:pPr>
            <a:r>
              <a:rPr lang="en-US" altLang="es-CL" sz="2000" dirty="0"/>
              <a:t>Los </a:t>
            </a:r>
            <a:r>
              <a:rPr lang="en-US" altLang="es-CL" sz="2000" dirty="0" err="1"/>
              <a:t>agentes</a:t>
            </a:r>
            <a:r>
              <a:rPr lang="en-US" altLang="es-CL" sz="2000" dirty="0"/>
              <a:t> </a:t>
            </a:r>
            <a:r>
              <a:rPr lang="en-US" altLang="es-CL" sz="2000" i="1" dirty="0" err="1"/>
              <a:t>pueden</a:t>
            </a:r>
            <a:r>
              <a:rPr lang="en-US" altLang="es-CL" sz="2000" dirty="0"/>
              <a:t> </a:t>
            </a:r>
            <a:r>
              <a:rPr lang="en-US" altLang="es-CL" sz="2000" dirty="0" err="1"/>
              <a:t>facilitar</a:t>
            </a:r>
            <a:r>
              <a:rPr lang="en-US" altLang="es-CL" sz="2000" dirty="0"/>
              <a:t> la </a:t>
            </a:r>
            <a:r>
              <a:rPr lang="en-US" altLang="es-CL" sz="2000" dirty="0" err="1"/>
              <a:t>resolución</a:t>
            </a:r>
            <a:r>
              <a:rPr lang="en-US" altLang="es-CL" sz="2000" dirty="0"/>
              <a:t> de </a:t>
            </a:r>
            <a:r>
              <a:rPr lang="en-US" altLang="es-CL" sz="2000" dirty="0" err="1"/>
              <a:t>ciertas</a:t>
            </a:r>
            <a:r>
              <a:rPr lang="en-US" altLang="es-CL" sz="2000" dirty="0"/>
              <a:t> </a:t>
            </a:r>
            <a:r>
              <a:rPr lang="en-US" altLang="es-CL" sz="2000" dirty="0" err="1"/>
              <a:t>clases</a:t>
            </a:r>
            <a:r>
              <a:rPr lang="en-US" altLang="es-CL" sz="2000" dirty="0"/>
              <a:t> de </a:t>
            </a:r>
            <a:r>
              <a:rPr lang="en-US" altLang="es-CL" sz="2000" dirty="0" err="1"/>
              <a:t>problemas</a:t>
            </a:r>
            <a:r>
              <a:rPr lang="en-US" altLang="es-CL" sz="2000" dirty="0"/>
              <a:t> … </a:t>
            </a:r>
            <a:r>
              <a:rPr lang="en-US" altLang="es-CL" sz="2000" dirty="0" err="1"/>
              <a:t>pero</a:t>
            </a:r>
            <a:r>
              <a:rPr lang="en-US" altLang="es-CL" sz="2000" dirty="0"/>
              <a:t> no </a:t>
            </a:r>
            <a:r>
              <a:rPr lang="en-US" altLang="es-CL" sz="2000" dirty="0" err="1"/>
              <a:t>transforman</a:t>
            </a:r>
            <a:r>
              <a:rPr lang="en-US" altLang="es-CL" sz="2000" dirty="0"/>
              <a:t> lo </a:t>
            </a:r>
            <a:r>
              <a:rPr lang="en-US" altLang="es-CL" sz="2000" dirty="0" err="1"/>
              <a:t>imposible</a:t>
            </a:r>
            <a:r>
              <a:rPr lang="en-US" altLang="es-CL" sz="2000" dirty="0"/>
              <a:t> </a:t>
            </a:r>
            <a:r>
              <a:rPr lang="en-US" altLang="es-CL" sz="2000" dirty="0" err="1"/>
              <a:t>en</a:t>
            </a:r>
            <a:r>
              <a:rPr lang="en-US" altLang="es-CL" sz="2000" dirty="0"/>
              <a:t> </a:t>
            </a:r>
            <a:r>
              <a:rPr lang="en-US" altLang="es-CL" sz="2000" dirty="0" err="1"/>
              <a:t>posible</a:t>
            </a:r>
            <a:endParaRPr lang="en-US" altLang="es-CL" sz="2000" dirty="0"/>
          </a:p>
          <a:p>
            <a:pPr>
              <a:spcAft>
                <a:spcPts val="600"/>
              </a:spcAft>
            </a:pPr>
            <a:r>
              <a:rPr lang="en-US" altLang="es-CL" sz="2000" dirty="0"/>
              <a:t>Los </a:t>
            </a:r>
            <a:r>
              <a:rPr lang="en-US" altLang="es-CL" sz="2000" dirty="0" err="1"/>
              <a:t>agentes</a:t>
            </a:r>
            <a:r>
              <a:rPr lang="en-US" altLang="es-CL" sz="2000" dirty="0"/>
              <a:t> no son IA con </a:t>
            </a:r>
            <a:r>
              <a:rPr lang="en-US" altLang="es-CL" sz="2000" dirty="0" err="1"/>
              <a:t>otro</a:t>
            </a:r>
            <a:r>
              <a:rPr lang="en-US" altLang="es-CL" sz="2000" dirty="0"/>
              <a:t> </a:t>
            </a:r>
            <a:r>
              <a:rPr lang="en-US" altLang="es-CL" sz="2000" dirty="0" err="1"/>
              <a:t>nombre</a:t>
            </a:r>
            <a:endParaRPr lang="en-US" altLang="es-CL" sz="2000" dirty="0"/>
          </a:p>
          <a:p>
            <a:pPr>
              <a:spcAft>
                <a:spcPts val="600"/>
              </a:spcAft>
            </a:pPr>
            <a:r>
              <a:rPr lang="en-US" altLang="es-CL" sz="2000" dirty="0"/>
              <a:t>No </a:t>
            </a:r>
            <a:r>
              <a:rPr lang="en-US" altLang="es-CL" sz="2000" dirty="0" err="1"/>
              <a:t>igualar</a:t>
            </a:r>
            <a:r>
              <a:rPr lang="en-US" altLang="es-CL" sz="2000" dirty="0"/>
              <a:t> </a:t>
            </a:r>
            <a:r>
              <a:rPr lang="en-US" altLang="es-CL" sz="2000" dirty="0" err="1"/>
              <a:t>agentes</a:t>
            </a:r>
            <a:r>
              <a:rPr lang="en-US" altLang="es-CL" sz="2000" dirty="0"/>
              <a:t> con IA</a:t>
            </a: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3886200"/>
            <a:ext cx="3200400" cy="213799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D51773C-028C-45DB-AE4E-5DFC856A359C}" type="slidenum">
              <a:rPr lang="en-US" altLang="en-US" sz="1200" smtClean="0">
                <a:latin typeface="Garamond" panose="02020404030301010803" pitchFamily="18" charset="0"/>
              </a:rPr>
              <a:pPr>
                <a:spcBef>
                  <a:spcPct val="0"/>
                </a:spcBef>
                <a:buClrTx/>
                <a:buSzTx/>
                <a:buFontTx/>
                <a:buNone/>
              </a:pPr>
              <a:t>58</a:t>
            </a:fld>
            <a:endParaRPr lang="en-US" altLang="en-US" sz="1200" dirty="0">
              <a:latin typeface="Garamond" panose="02020404030301010803" pitchFamily="18" charset="0"/>
            </a:endParaRPr>
          </a:p>
        </p:txBody>
      </p:sp>
      <p:sp>
        <p:nvSpPr>
          <p:cNvPr id="19459" name="Rectangle 2"/>
          <p:cNvSpPr>
            <a:spLocks noGrp="1" noChangeArrowheads="1"/>
          </p:cNvSpPr>
          <p:nvPr>
            <p:ph type="title"/>
          </p:nvPr>
        </p:nvSpPr>
        <p:spPr/>
        <p:txBody>
          <a:bodyPr/>
          <a:lstStyle/>
          <a:p>
            <a:r>
              <a:rPr lang="en-US" altLang="es-CL"/>
              <a:t>Volverse fanático de los agentes</a:t>
            </a:r>
          </a:p>
        </p:txBody>
      </p:sp>
      <p:sp>
        <p:nvSpPr>
          <p:cNvPr id="19460" name="Rectangle 3"/>
          <p:cNvSpPr>
            <a:spLocks noGrp="1" noChangeArrowheads="1"/>
          </p:cNvSpPr>
          <p:nvPr>
            <p:ph type="body" idx="1"/>
          </p:nvPr>
        </p:nvSpPr>
        <p:spPr>
          <a:xfrm>
            <a:off x="457200" y="1143000"/>
            <a:ext cx="8229600" cy="4876800"/>
          </a:xfrm>
        </p:spPr>
        <p:txBody>
          <a:bodyPr/>
          <a:lstStyle/>
          <a:p>
            <a:pPr>
              <a:lnSpc>
                <a:spcPct val="90000"/>
              </a:lnSpc>
              <a:spcAft>
                <a:spcPts val="600"/>
              </a:spcAft>
            </a:pPr>
            <a:r>
              <a:rPr lang="en-US" altLang="es-CL" sz="2000" dirty="0"/>
              <a:t>Los </a:t>
            </a:r>
            <a:r>
              <a:rPr lang="en-US" altLang="es-CL" sz="2000" dirty="0" err="1"/>
              <a:t>agentes</a:t>
            </a:r>
            <a:r>
              <a:rPr lang="en-US" altLang="es-CL" sz="2000" dirty="0"/>
              <a:t> </a:t>
            </a:r>
            <a:r>
              <a:rPr lang="en-US" altLang="es-CL" sz="2000" dirty="0" err="1"/>
              <a:t>han</a:t>
            </a:r>
            <a:r>
              <a:rPr lang="en-US" altLang="es-CL" sz="2000" dirty="0"/>
              <a:t> </a:t>
            </a:r>
            <a:r>
              <a:rPr lang="en-US" altLang="es-CL" sz="2000" dirty="0" err="1"/>
              <a:t>sido</a:t>
            </a:r>
            <a:r>
              <a:rPr lang="en-US" altLang="es-CL" sz="2000" dirty="0"/>
              <a:t> </a:t>
            </a:r>
            <a:r>
              <a:rPr lang="en-US" altLang="es-CL" sz="2000" dirty="0" err="1"/>
              <a:t>usados</a:t>
            </a:r>
            <a:r>
              <a:rPr lang="en-US" altLang="es-CL" sz="2000" dirty="0"/>
              <a:t> </a:t>
            </a:r>
            <a:r>
              <a:rPr lang="en-US" altLang="es-CL" sz="2000" dirty="0" err="1"/>
              <a:t>en</a:t>
            </a:r>
            <a:r>
              <a:rPr lang="en-US" altLang="es-CL" sz="2000" dirty="0"/>
              <a:t> </a:t>
            </a:r>
            <a:r>
              <a:rPr lang="en-US" altLang="es-CL" sz="2000" dirty="0" err="1"/>
              <a:t>una</a:t>
            </a:r>
            <a:r>
              <a:rPr lang="en-US" altLang="es-CL" sz="2000" dirty="0"/>
              <a:t> </a:t>
            </a:r>
            <a:r>
              <a:rPr lang="en-US" altLang="es-CL" sz="2000" dirty="0" err="1"/>
              <a:t>amplia</a:t>
            </a:r>
            <a:r>
              <a:rPr lang="en-US" altLang="es-CL" sz="2000" dirty="0"/>
              <a:t> </a:t>
            </a:r>
            <a:r>
              <a:rPr lang="en-US" altLang="es-CL" sz="2000" dirty="0" err="1"/>
              <a:t>gama</a:t>
            </a:r>
            <a:r>
              <a:rPr lang="en-US" altLang="es-CL" sz="2000" dirty="0"/>
              <a:t> de </a:t>
            </a:r>
            <a:r>
              <a:rPr lang="en-US" altLang="es-CL" sz="2000" dirty="0" err="1"/>
              <a:t>aplicaciones</a:t>
            </a:r>
            <a:r>
              <a:rPr lang="en-US" altLang="es-CL" sz="2000" dirty="0"/>
              <a:t>, </a:t>
            </a:r>
            <a:r>
              <a:rPr lang="en-US" altLang="es-CL" sz="2000" dirty="0" err="1"/>
              <a:t>pero</a:t>
            </a:r>
            <a:r>
              <a:rPr lang="en-US" altLang="es-CL" sz="2000" dirty="0"/>
              <a:t> no son </a:t>
            </a:r>
            <a:r>
              <a:rPr lang="en-US" altLang="es-CL" sz="2000" dirty="0" err="1"/>
              <a:t>una</a:t>
            </a:r>
            <a:r>
              <a:rPr lang="en-US" altLang="es-CL" sz="2000" dirty="0"/>
              <a:t> </a:t>
            </a:r>
            <a:r>
              <a:rPr lang="en-US" altLang="es-CL" sz="2000" dirty="0" err="1"/>
              <a:t>solución</a:t>
            </a:r>
            <a:r>
              <a:rPr lang="en-US" altLang="es-CL" sz="2000" dirty="0"/>
              <a:t> universal</a:t>
            </a:r>
          </a:p>
          <a:p>
            <a:pPr>
              <a:lnSpc>
                <a:spcPct val="90000"/>
              </a:lnSpc>
              <a:spcAft>
                <a:spcPts val="600"/>
              </a:spcAft>
            </a:pPr>
            <a:r>
              <a:rPr lang="en-US" altLang="es-CL" sz="2000" dirty="0"/>
              <a:t>Para </a:t>
            </a:r>
            <a:r>
              <a:rPr lang="en-US" altLang="es-CL" sz="2000" dirty="0" err="1"/>
              <a:t>muchas</a:t>
            </a:r>
            <a:r>
              <a:rPr lang="en-US" altLang="es-CL" sz="2000" dirty="0"/>
              <a:t> </a:t>
            </a:r>
            <a:r>
              <a:rPr lang="en-US" altLang="es-CL" sz="2000" dirty="0" err="1"/>
              <a:t>aplicaciones</a:t>
            </a:r>
            <a:r>
              <a:rPr lang="en-US" altLang="es-CL" sz="2000" dirty="0"/>
              <a:t>, </a:t>
            </a:r>
            <a:r>
              <a:rPr lang="en-US" altLang="es-CL" sz="2000" dirty="0" err="1"/>
              <a:t>los</a:t>
            </a:r>
            <a:r>
              <a:rPr lang="en-US" altLang="es-CL" sz="2000" dirty="0"/>
              <a:t> </a:t>
            </a:r>
            <a:r>
              <a:rPr lang="en-US" altLang="es-CL" sz="2000" dirty="0" err="1"/>
              <a:t>paradigmas</a:t>
            </a:r>
            <a:r>
              <a:rPr lang="en-US" altLang="es-CL" sz="2000" dirty="0"/>
              <a:t> </a:t>
            </a:r>
            <a:r>
              <a:rPr lang="en-US" altLang="es-CL" sz="2000" dirty="0" err="1"/>
              <a:t>convencionales</a:t>
            </a:r>
            <a:r>
              <a:rPr lang="en-US" altLang="es-CL" sz="2000" dirty="0"/>
              <a:t> de software (</a:t>
            </a:r>
            <a:r>
              <a:rPr lang="en-US" altLang="es-CL" sz="2000" dirty="0" err="1"/>
              <a:t>p.ej</a:t>
            </a:r>
            <a:r>
              <a:rPr lang="en-US" altLang="es-CL" sz="2000" dirty="0"/>
              <a:t>. OO) son </a:t>
            </a:r>
            <a:r>
              <a:rPr lang="en-US" altLang="es-CL" sz="2000" dirty="0" err="1"/>
              <a:t>más</a:t>
            </a:r>
            <a:r>
              <a:rPr lang="en-US" altLang="es-CL" sz="2000" dirty="0"/>
              <a:t> </a:t>
            </a:r>
            <a:r>
              <a:rPr lang="en-US" altLang="es-CL" sz="2000" dirty="0" err="1"/>
              <a:t>apropiados</a:t>
            </a:r>
            <a:endParaRPr lang="en-US" altLang="es-CL" sz="2000" dirty="0"/>
          </a:p>
          <a:p>
            <a:pPr>
              <a:lnSpc>
                <a:spcPct val="90000"/>
              </a:lnSpc>
              <a:spcAft>
                <a:spcPts val="600"/>
              </a:spcAft>
            </a:pPr>
            <a:r>
              <a:rPr lang="en-US" altLang="es-CL" sz="2000" dirty="0"/>
              <a:t>¡Dado un </a:t>
            </a:r>
            <a:r>
              <a:rPr lang="en-US" altLang="es-CL" sz="2000" dirty="0" err="1"/>
              <a:t>problema</a:t>
            </a:r>
            <a:r>
              <a:rPr lang="en-US" altLang="es-CL" sz="2000" dirty="0"/>
              <a:t> para el </a:t>
            </a:r>
            <a:r>
              <a:rPr lang="en-US" altLang="es-CL" sz="2000" dirty="0" err="1"/>
              <a:t>cual</a:t>
            </a:r>
            <a:r>
              <a:rPr lang="en-US" altLang="es-CL" sz="2000" dirty="0"/>
              <a:t> </a:t>
            </a:r>
            <a:r>
              <a:rPr lang="en-US" altLang="es-CL" sz="2000" dirty="0" err="1"/>
              <a:t>parezca</a:t>
            </a:r>
            <a:r>
              <a:rPr lang="en-US" altLang="es-CL" sz="2000" dirty="0"/>
              <a:t> </a:t>
            </a:r>
            <a:r>
              <a:rPr lang="en-US" altLang="es-CL" sz="2000" dirty="0" err="1"/>
              <a:t>igual</a:t>
            </a:r>
            <a:r>
              <a:rPr lang="en-US" altLang="es-CL" sz="2000" dirty="0"/>
              <a:t> de </a:t>
            </a:r>
            <a:r>
              <a:rPr lang="en-US" altLang="es-CL" sz="2000" dirty="0" err="1"/>
              <a:t>bueno</a:t>
            </a:r>
            <a:r>
              <a:rPr lang="en-US" altLang="es-CL" sz="2000" dirty="0"/>
              <a:t> </a:t>
            </a:r>
            <a:r>
              <a:rPr lang="en-US" altLang="es-CL" sz="2000" dirty="0" err="1"/>
              <a:t>emplear</a:t>
            </a:r>
            <a:r>
              <a:rPr lang="en-US" altLang="es-CL" sz="2000" dirty="0"/>
              <a:t> un </a:t>
            </a:r>
            <a:r>
              <a:rPr lang="en-US" altLang="es-CL" sz="2000" dirty="0" err="1"/>
              <a:t>enfoque</a:t>
            </a:r>
            <a:r>
              <a:rPr lang="en-US" altLang="es-CL" sz="2000" dirty="0"/>
              <a:t> de </a:t>
            </a:r>
            <a:r>
              <a:rPr lang="en-US" altLang="es-CL" sz="2000" dirty="0" err="1"/>
              <a:t>agentes</a:t>
            </a:r>
            <a:r>
              <a:rPr lang="en-US" altLang="es-CL" sz="2000" dirty="0"/>
              <a:t> o “sin </a:t>
            </a:r>
            <a:r>
              <a:rPr lang="en-US" altLang="es-CL" sz="2000" dirty="0" err="1"/>
              <a:t>agentes</a:t>
            </a:r>
            <a:r>
              <a:rPr lang="en-US" altLang="es-CL" sz="2000" dirty="0"/>
              <a:t>”, </a:t>
            </a:r>
            <a:r>
              <a:rPr lang="en-US" altLang="es-CL" sz="2000" dirty="0" err="1"/>
              <a:t>prefiera</a:t>
            </a:r>
            <a:r>
              <a:rPr lang="en-US" altLang="es-CL" sz="2000" dirty="0"/>
              <a:t> la </a:t>
            </a:r>
            <a:r>
              <a:rPr lang="en-US" altLang="es-CL" sz="2000" dirty="0" err="1"/>
              <a:t>solución</a:t>
            </a:r>
            <a:r>
              <a:rPr lang="en-US" altLang="es-CL" sz="2000" dirty="0"/>
              <a:t> “sin </a:t>
            </a:r>
            <a:r>
              <a:rPr lang="en-US" altLang="es-CL" sz="2000" dirty="0" err="1"/>
              <a:t>agentes</a:t>
            </a:r>
            <a:r>
              <a:rPr lang="en-US" altLang="es-CL" sz="2000" dirty="0"/>
              <a:t>”!</a:t>
            </a:r>
          </a:p>
          <a:p>
            <a:pPr>
              <a:lnSpc>
                <a:spcPct val="90000"/>
              </a:lnSpc>
              <a:spcAft>
                <a:spcPts val="600"/>
              </a:spcAft>
            </a:pPr>
            <a:r>
              <a:rPr lang="en-US" altLang="es-CL" sz="2000" dirty="0" err="1"/>
              <a:t>En</a:t>
            </a:r>
            <a:r>
              <a:rPr lang="en-US" altLang="es-CL" sz="2000" dirty="0"/>
              <a:t> </a:t>
            </a:r>
            <a:r>
              <a:rPr lang="en-US" altLang="es-CL" sz="2000" dirty="0" err="1"/>
              <a:t>resumen</a:t>
            </a:r>
            <a:r>
              <a:rPr lang="en-US" altLang="es-CL" sz="2000" dirty="0"/>
              <a:t>: </a:t>
            </a:r>
            <a:r>
              <a:rPr lang="en-US" altLang="es-CL" sz="2000" dirty="0" err="1"/>
              <a:t>peligro</a:t>
            </a:r>
            <a:r>
              <a:rPr lang="en-US" altLang="es-CL" sz="2000" dirty="0"/>
              <a:t> de </a:t>
            </a:r>
            <a:r>
              <a:rPr lang="en-US" altLang="es-CL" sz="2000" dirty="0" err="1"/>
              <a:t>creer</a:t>
            </a:r>
            <a:r>
              <a:rPr lang="en-US" altLang="es-CL" sz="2000" dirty="0"/>
              <a:t> que </a:t>
            </a:r>
            <a:r>
              <a:rPr lang="en-US" altLang="es-CL" sz="2000" dirty="0" err="1"/>
              <a:t>los</a:t>
            </a:r>
            <a:r>
              <a:rPr lang="en-US" altLang="es-CL" sz="2000" dirty="0"/>
              <a:t> </a:t>
            </a:r>
            <a:r>
              <a:rPr lang="en-US" altLang="es-CL" sz="2000" dirty="0" err="1"/>
              <a:t>agentes</a:t>
            </a:r>
            <a:r>
              <a:rPr lang="en-US" altLang="es-CL" sz="2000" dirty="0"/>
              <a:t> son la </a:t>
            </a:r>
            <a:r>
              <a:rPr lang="en-US" altLang="es-CL" sz="2000" dirty="0" err="1"/>
              <a:t>solución</a:t>
            </a:r>
            <a:r>
              <a:rPr lang="en-US" altLang="es-CL" sz="2000" dirty="0"/>
              <a:t> </a:t>
            </a:r>
            <a:r>
              <a:rPr lang="en-US" altLang="es-CL" sz="2000" dirty="0" err="1"/>
              <a:t>correcta</a:t>
            </a:r>
            <a:r>
              <a:rPr lang="en-US" altLang="es-CL" sz="2000" dirty="0"/>
              <a:t> a </a:t>
            </a:r>
            <a:r>
              <a:rPr lang="en-US" altLang="es-CL" sz="2000" i="1" dirty="0" err="1">
                <a:solidFill>
                  <a:srgbClr val="003399"/>
                </a:solidFill>
              </a:rPr>
              <a:t>todos</a:t>
            </a:r>
            <a:r>
              <a:rPr lang="en-US" altLang="es-CL" sz="2000" dirty="0"/>
              <a:t> </a:t>
            </a:r>
            <a:r>
              <a:rPr lang="en-US" altLang="es-CL" sz="2000" dirty="0" err="1"/>
              <a:t>los</a:t>
            </a:r>
            <a:r>
              <a:rPr lang="en-US" altLang="es-CL" sz="2000" dirty="0"/>
              <a:t> </a:t>
            </a:r>
            <a:r>
              <a:rPr lang="en-US" altLang="es-CL" sz="2000" dirty="0" err="1"/>
              <a:t>problemas</a:t>
            </a:r>
            <a:endParaRPr lang="en-US" altLang="es-CL" sz="2000" dirty="0"/>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62500" y="3964032"/>
            <a:ext cx="3581400" cy="205576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8D91DDE-41BA-4E00-A411-274ABD41D011}" type="slidenum">
              <a:rPr lang="en-US" altLang="en-US" sz="1200" smtClean="0">
                <a:latin typeface="Garamond" panose="02020404030301010803" pitchFamily="18" charset="0"/>
              </a:rPr>
              <a:pPr>
                <a:spcBef>
                  <a:spcPct val="0"/>
                </a:spcBef>
                <a:buClrTx/>
                <a:buSzTx/>
                <a:buFontTx/>
                <a:buNone/>
              </a:pPr>
              <a:t>59</a:t>
            </a:fld>
            <a:endParaRPr lang="en-US" altLang="en-US" sz="1200" dirty="0">
              <a:latin typeface="Garamond" panose="02020404030301010803" pitchFamily="18" charset="0"/>
            </a:endParaRPr>
          </a:p>
        </p:txBody>
      </p:sp>
      <p:sp>
        <p:nvSpPr>
          <p:cNvPr id="20483" name="Rectangle 2"/>
          <p:cNvSpPr>
            <a:spLocks noGrp="1" noChangeArrowheads="1"/>
          </p:cNvSpPr>
          <p:nvPr>
            <p:ph type="title"/>
          </p:nvPr>
        </p:nvSpPr>
        <p:spPr/>
        <p:txBody>
          <a:bodyPr/>
          <a:lstStyle/>
          <a:p>
            <a:r>
              <a:rPr lang="en-US" altLang="es-CL"/>
              <a:t>No saber por qué desea agentes</a:t>
            </a:r>
          </a:p>
        </p:txBody>
      </p:sp>
      <p:sp>
        <p:nvSpPr>
          <p:cNvPr id="20484" name="Rectangle 3"/>
          <p:cNvSpPr>
            <a:spLocks noGrp="1" noChangeArrowheads="1"/>
          </p:cNvSpPr>
          <p:nvPr>
            <p:ph type="body" idx="1"/>
          </p:nvPr>
        </p:nvSpPr>
        <p:spPr>
          <a:xfrm>
            <a:off x="228600" y="1066800"/>
            <a:ext cx="8686800" cy="5181600"/>
          </a:xfrm>
        </p:spPr>
        <p:txBody>
          <a:bodyPr/>
          <a:lstStyle/>
          <a:p>
            <a:pPr>
              <a:lnSpc>
                <a:spcPct val="90000"/>
              </a:lnSpc>
              <a:spcAft>
                <a:spcPts val="1200"/>
              </a:spcAft>
            </a:pPr>
            <a:r>
              <a:rPr lang="en-US" altLang="es-CL" sz="2000" dirty="0" err="1"/>
              <a:t>Agentes</a:t>
            </a:r>
            <a:r>
              <a:rPr lang="en-US" altLang="es-CL" sz="2000" dirty="0"/>
              <a:t> = </a:t>
            </a:r>
            <a:r>
              <a:rPr lang="en-US" altLang="es-CL" sz="2000" dirty="0" err="1"/>
              <a:t>nueva</a:t>
            </a:r>
            <a:r>
              <a:rPr lang="en-US" altLang="es-CL" sz="2000" dirty="0"/>
              <a:t> </a:t>
            </a:r>
            <a:r>
              <a:rPr lang="en-US" altLang="es-CL" sz="2000" dirty="0" err="1"/>
              <a:t>tecnología</a:t>
            </a:r>
            <a:r>
              <a:rPr lang="en-US" altLang="es-CL" sz="2000" dirty="0"/>
              <a:t> = un </a:t>
            </a:r>
            <a:r>
              <a:rPr lang="en-US" altLang="es-CL" sz="2000" dirty="0" err="1"/>
              <a:t>montón</a:t>
            </a:r>
            <a:r>
              <a:rPr lang="en-US" altLang="es-CL" sz="2000" dirty="0"/>
              <a:t> de </a:t>
            </a:r>
            <a:r>
              <a:rPr lang="en-US" altLang="es-CL" sz="2000" dirty="0" err="1"/>
              <a:t>revuelo</a:t>
            </a:r>
            <a:r>
              <a:rPr lang="en-US" altLang="es-CL" sz="2000" dirty="0"/>
              <a:t>!</a:t>
            </a:r>
            <a:br>
              <a:rPr lang="en-US" altLang="es-CL" sz="2000" dirty="0"/>
            </a:br>
            <a:r>
              <a:rPr lang="en-US" altLang="es-CL" sz="2000" dirty="0"/>
              <a:t>“Los </a:t>
            </a:r>
            <a:r>
              <a:rPr lang="en-US" altLang="es-CL" sz="2000" dirty="0" err="1"/>
              <a:t>agentes</a:t>
            </a:r>
            <a:r>
              <a:rPr lang="en-US" altLang="es-CL" sz="2000" dirty="0"/>
              <a:t> </a:t>
            </a:r>
            <a:r>
              <a:rPr lang="en-US" altLang="es-CL" sz="2000" dirty="0" err="1"/>
              <a:t>generarán</a:t>
            </a:r>
            <a:r>
              <a:rPr lang="en-US" altLang="es-CL" sz="2000" dirty="0"/>
              <a:t> US$2.6 MM </a:t>
            </a:r>
            <a:r>
              <a:rPr lang="en-US" altLang="es-CL" sz="2000" dirty="0" err="1"/>
              <a:t>en</a:t>
            </a:r>
            <a:r>
              <a:rPr lang="en-US" altLang="es-CL" sz="2000" dirty="0"/>
              <a:t> </a:t>
            </a:r>
            <a:r>
              <a:rPr lang="en-US" altLang="es-CL" sz="2000" dirty="0" err="1"/>
              <a:t>ventas</a:t>
            </a:r>
            <a:r>
              <a:rPr lang="en-US" altLang="es-CL" sz="2000" dirty="0"/>
              <a:t> </a:t>
            </a:r>
            <a:r>
              <a:rPr lang="en-US" altLang="es-CL" sz="2000" dirty="0" err="1"/>
              <a:t>hacia</a:t>
            </a:r>
            <a:r>
              <a:rPr lang="en-US" altLang="es-CL" sz="2000" dirty="0"/>
              <a:t> el </a:t>
            </a:r>
            <a:r>
              <a:rPr lang="en-US" altLang="es-CL" sz="2000" dirty="0" err="1"/>
              <a:t>año</a:t>
            </a:r>
            <a:r>
              <a:rPr lang="en-US" altLang="es-CL" sz="2000" dirty="0"/>
              <a:t> 2025”</a:t>
            </a:r>
          </a:p>
          <a:p>
            <a:pPr>
              <a:lnSpc>
                <a:spcPct val="90000"/>
              </a:lnSpc>
              <a:spcAft>
                <a:spcPts val="1200"/>
              </a:spcAft>
            </a:pPr>
            <a:r>
              <a:rPr lang="en-US" altLang="es-CL" sz="2000" dirty="0" err="1"/>
              <a:t>Reacción</a:t>
            </a:r>
            <a:r>
              <a:rPr lang="en-US" altLang="es-CL" sz="2000" dirty="0"/>
              <a:t> de la </a:t>
            </a:r>
            <a:r>
              <a:rPr lang="en-US" altLang="es-CL" sz="2000" dirty="0" err="1"/>
              <a:t>Gerencia</a:t>
            </a:r>
            <a:r>
              <a:rPr lang="en-US" altLang="es-CL" sz="2000" dirty="0"/>
              <a:t>:</a:t>
            </a:r>
            <a:br>
              <a:rPr lang="en-US" altLang="es-CL" sz="2000" dirty="0"/>
            </a:br>
            <a:r>
              <a:rPr lang="en-US" altLang="es-CL" sz="2000" dirty="0"/>
              <a:t>“</a:t>
            </a:r>
            <a:r>
              <a:rPr lang="en-US" altLang="es-CL" sz="2000" dirty="0" err="1"/>
              <a:t>Podríamos</a:t>
            </a:r>
            <a:r>
              <a:rPr lang="en-US" altLang="es-CL" sz="2000" dirty="0"/>
              <a:t> </a:t>
            </a:r>
            <a:r>
              <a:rPr lang="en-US" altLang="es-CL" sz="2000" dirty="0" err="1"/>
              <a:t>obtener</a:t>
            </a:r>
            <a:r>
              <a:rPr lang="en-US" altLang="es-CL" sz="2000" dirty="0"/>
              <a:t> un 10% de </a:t>
            </a:r>
            <a:r>
              <a:rPr lang="en-US" altLang="es-CL" sz="2000" dirty="0" err="1"/>
              <a:t>eso</a:t>
            </a:r>
            <a:r>
              <a:rPr lang="en-US" altLang="es-CL" sz="2000" dirty="0"/>
              <a:t>”</a:t>
            </a:r>
          </a:p>
          <a:p>
            <a:pPr>
              <a:lnSpc>
                <a:spcPct val="90000"/>
              </a:lnSpc>
              <a:spcAft>
                <a:spcPts val="1200"/>
              </a:spcAft>
            </a:pPr>
            <a:r>
              <a:rPr lang="en-US" altLang="es-CL" sz="2000" dirty="0"/>
              <a:t>Los </a:t>
            </a:r>
            <a:r>
              <a:rPr lang="en-US" altLang="es-CL" sz="2000" dirty="0" err="1"/>
              <a:t>gerentes</a:t>
            </a:r>
            <a:r>
              <a:rPr lang="en-US" altLang="es-CL" sz="2000" dirty="0"/>
              <a:t> a </a:t>
            </a:r>
            <a:r>
              <a:rPr lang="en-US" altLang="es-CL" sz="2000" dirty="0" err="1"/>
              <a:t>veces</a:t>
            </a:r>
            <a:r>
              <a:rPr lang="en-US" altLang="es-CL" sz="2000" dirty="0"/>
              <a:t> </a:t>
            </a:r>
            <a:r>
              <a:rPr lang="en-US" altLang="es-CL" sz="2000" dirty="0" err="1"/>
              <a:t>proponen</a:t>
            </a:r>
            <a:r>
              <a:rPr lang="en-US" altLang="es-CL" sz="2000" dirty="0"/>
              <a:t> </a:t>
            </a:r>
            <a:r>
              <a:rPr lang="en-US" altLang="es-CL" sz="2000" dirty="0" err="1"/>
              <a:t>proyectos</a:t>
            </a:r>
            <a:r>
              <a:rPr lang="en-US" altLang="es-CL" sz="2000" dirty="0"/>
              <a:t> con </a:t>
            </a:r>
            <a:r>
              <a:rPr lang="en-US" altLang="es-CL" sz="2000" dirty="0" err="1"/>
              <a:t>agentes</a:t>
            </a:r>
            <a:r>
              <a:rPr lang="en-US" altLang="es-CL" sz="2000" dirty="0"/>
              <a:t> sin </a:t>
            </a:r>
            <a:r>
              <a:rPr lang="en-US" altLang="es-CL" sz="2000" dirty="0" err="1"/>
              <a:t>tener</a:t>
            </a:r>
            <a:r>
              <a:rPr lang="en-US" altLang="es-CL" sz="2000" dirty="0"/>
              <a:t> </a:t>
            </a:r>
            <a:r>
              <a:rPr lang="en-US" altLang="es-CL" sz="2000" dirty="0" err="1"/>
              <a:t>una</a:t>
            </a:r>
            <a:r>
              <a:rPr lang="en-US" altLang="es-CL" sz="2000" dirty="0"/>
              <a:t> </a:t>
            </a:r>
            <a:r>
              <a:rPr lang="en-US" altLang="es-CL" sz="2000" dirty="0" err="1"/>
              <a:t>clara</a:t>
            </a:r>
            <a:r>
              <a:rPr lang="en-US" altLang="es-CL" sz="2000" dirty="0"/>
              <a:t> idea de lo que </a:t>
            </a:r>
            <a:r>
              <a:rPr lang="en-US" altLang="es-CL" sz="2000" dirty="0" err="1"/>
              <a:t>los</a:t>
            </a:r>
            <a:r>
              <a:rPr lang="en-US" altLang="es-CL" sz="2000" dirty="0"/>
              <a:t> </a:t>
            </a:r>
            <a:r>
              <a:rPr lang="en-US" altLang="es-CL" sz="2000" dirty="0" err="1"/>
              <a:t>agentes</a:t>
            </a:r>
            <a:r>
              <a:rPr lang="en-US" altLang="es-CL" sz="2000" dirty="0"/>
              <a:t> les </a:t>
            </a:r>
            <a:r>
              <a:rPr lang="en-US" altLang="es-CL" sz="2000" dirty="0" err="1"/>
              <a:t>ofrecen</a:t>
            </a:r>
            <a:r>
              <a:rPr lang="en-US" altLang="es-CL" sz="2000" dirty="0"/>
              <a:t> </a:t>
            </a:r>
          </a:p>
          <a:p>
            <a:pPr>
              <a:lnSpc>
                <a:spcPct val="90000"/>
              </a:lnSpc>
            </a:pPr>
            <a:r>
              <a:rPr lang="en-US" altLang="es-CL" sz="2000" dirty="0" err="1"/>
              <a:t>Ningún</a:t>
            </a:r>
            <a:r>
              <a:rPr lang="en-US" altLang="es-CL" sz="2000" dirty="0"/>
              <a:t> </a:t>
            </a:r>
            <a:r>
              <a:rPr lang="en-US" altLang="es-CL" sz="2000" i="1" dirty="0">
                <a:solidFill>
                  <a:srgbClr val="003399"/>
                </a:solidFill>
              </a:rPr>
              <a:t>plan</a:t>
            </a:r>
            <a:r>
              <a:rPr lang="en-US" altLang="es-CL" sz="2000" i="1" dirty="0"/>
              <a:t>  </a:t>
            </a:r>
            <a:r>
              <a:rPr lang="en-US" altLang="es-CL" sz="2000" i="1" dirty="0">
                <a:solidFill>
                  <a:srgbClr val="003399"/>
                </a:solidFill>
              </a:rPr>
              <a:t>de </a:t>
            </a:r>
            <a:r>
              <a:rPr lang="en-US" altLang="es-CL" sz="2000" i="1" dirty="0" err="1">
                <a:solidFill>
                  <a:srgbClr val="003399"/>
                </a:solidFill>
              </a:rPr>
              <a:t>negocios</a:t>
            </a:r>
            <a:r>
              <a:rPr lang="en-US" altLang="es-CL" sz="2000" i="1" dirty="0"/>
              <a:t> </a:t>
            </a:r>
            <a:r>
              <a:rPr lang="en-US" altLang="es-CL" sz="2000" dirty="0"/>
              <a:t>para el </a:t>
            </a:r>
            <a:r>
              <a:rPr lang="en-US" altLang="es-CL" sz="2000" dirty="0" err="1"/>
              <a:t>proyecto</a:t>
            </a:r>
            <a:r>
              <a:rPr lang="en-US" altLang="es-CL" sz="2000" dirty="0"/>
              <a:t>:</a:t>
            </a:r>
          </a:p>
          <a:p>
            <a:pPr lvl="1">
              <a:lnSpc>
                <a:spcPct val="90000"/>
              </a:lnSpc>
            </a:pPr>
            <a:r>
              <a:rPr lang="en-US" altLang="es-CL" sz="2000" dirty="0"/>
              <a:t>¿Investigación </a:t>
            </a:r>
            <a:r>
              <a:rPr lang="en-US" altLang="es-CL" sz="2000" dirty="0" err="1"/>
              <a:t>pura</a:t>
            </a:r>
            <a:r>
              <a:rPr lang="en-US" altLang="es-CL" sz="2000" dirty="0"/>
              <a:t>?</a:t>
            </a:r>
          </a:p>
          <a:p>
            <a:pPr lvl="1">
              <a:lnSpc>
                <a:spcPct val="90000"/>
              </a:lnSpc>
            </a:pPr>
            <a:r>
              <a:rPr lang="en-US" altLang="es-CL" sz="2000" dirty="0"/>
              <a:t>¿</a:t>
            </a:r>
            <a:r>
              <a:rPr lang="en-US" altLang="es-CL" sz="2000" dirty="0" err="1"/>
              <a:t>Vendedor</a:t>
            </a:r>
            <a:r>
              <a:rPr lang="en-US" altLang="es-CL" sz="2000" dirty="0"/>
              <a:t> de </a:t>
            </a:r>
            <a:r>
              <a:rPr lang="en-US" altLang="es-CL" sz="2000" dirty="0" err="1"/>
              <a:t>tecnología</a:t>
            </a:r>
            <a:r>
              <a:rPr lang="en-US" altLang="es-CL" sz="2000" dirty="0"/>
              <a:t>?</a:t>
            </a:r>
          </a:p>
          <a:p>
            <a:pPr lvl="1">
              <a:lnSpc>
                <a:spcPct val="90000"/>
              </a:lnSpc>
            </a:pPr>
            <a:r>
              <a:rPr lang="en-US" altLang="es-CL" sz="2000" dirty="0"/>
              <a:t>¿</a:t>
            </a:r>
            <a:r>
              <a:rPr lang="en-US" altLang="es-CL" sz="2000" dirty="0" err="1"/>
              <a:t>Vendedor</a:t>
            </a:r>
            <a:r>
              <a:rPr lang="en-US" altLang="es-CL" sz="2000" dirty="0"/>
              <a:t> de </a:t>
            </a:r>
            <a:r>
              <a:rPr lang="en-US" altLang="es-CL" sz="2000" dirty="0" err="1"/>
              <a:t>soluciones</a:t>
            </a:r>
            <a:r>
              <a:rPr lang="en-US" altLang="es-CL" sz="2000" dirty="0"/>
              <a:t>?</a:t>
            </a:r>
          </a:p>
          <a:p>
            <a:pPr lvl="1">
              <a:lnSpc>
                <a:spcPct val="90000"/>
              </a:lnSpc>
            </a:pPr>
            <a:r>
              <a:rPr lang="en-US" altLang="es-CL" sz="2000" dirty="0"/>
              <a:t>…</a:t>
            </a: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7932" y="3200400"/>
            <a:ext cx="3098868" cy="280764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6DC56A8-CD46-4470-B55F-81663D9FB5F0}" type="slidenum">
              <a:rPr lang="en-US" altLang="en-US" sz="1200" smtClean="0">
                <a:latin typeface="Garamond" panose="02020404030301010803" pitchFamily="18" charset="0"/>
              </a:rPr>
              <a:pPr>
                <a:spcBef>
                  <a:spcPct val="0"/>
                </a:spcBef>
                <a:buClrTx/>
                <a:buSzTx/>
                <a:buFontTx/>
                <a:buNone/>
              </a:pPr>
              <a:t>60</a:t>
            </a:fld>
            <a:endParaRPr lang="en-US" altLang="en-US" sz="1200" dirty="0">
              <a:latin typeface="Garamond" panose="02020404030301010803" pitchFamily="18" charset="0"/>
            </a:endParaRPr>
          </a:p>
        </p:txBody>
      </p:sp>
      <p:sp>
        <p:nvSpPr>
          <p:cNvPr id="21507" name="Rectangle 2"/>
          <p:cNvSpPr>
            <a:spLocks noGrp="1" noChangeArrowheads="1"/>
          </p:cNvSpPr>
          <p:nvPr>
            <p:ph type="title"/>
          </p:nvPr>
        </p:nvSpPr>
        <p:spPr/>
        <p:txBody>
          <a:bodyPr/>
          <a:lstStyle/>
          <a:p>
            <a:r>
              <a:rPr lang="en-US" altLang="es-CL"/>
              <a:t>No saber por qué desea agentes</a:t>
            </a:r>
          </a:p>
        </p:txBody>
      </p:sp>
      <p:sp>
        <p:nvSpPr>
          <p:cNvPr id="21508" name="Rectangle 3"/>
          <p:cNvSpPr>
            <a:spLocks noGrp="1" noChangeArrowheads="1"/>
          </p:cNvSpPr>
          <p:nvPr>
            <p:ph type="body" idx="1"/>
          </p:nvPr>
        </p:nvSpPr>
        <p:spPr/>
        <p:txBody>
          <a:bodyPr/>
          <a:lstStyle/>
          <a:p>
            <a:pPr>
              <a:spcAft>
                <a:spcPts val="1200"/>
              </a:spcAft>
            </a:pPr>
            <a:r>
              <a:rPr lang="en-US" altLang="es-CL" sz="2000" dirty="0"/>
              <a:t>A menudo, </a:t>
            </a:r>
            <a:r>
              <a:rPr lang="en-US" altLang="es-CL" sz="2000" dirty="0" err="1"/>
              <a:t>los</a:t>
            </a:r>
            <a:r>
              <a:rPr lang="en-US" altLang="es-CL" sz="2000" dirty="0"/>
              <a:t> </a:t>
            </a:r>
            <a:r>
              <a:rPr lang="en-US" altLang="es-CL" sz="2000" dirty="0" err="1"/>
              <a:t>proyectos</a:t>
            </a:r>
            <a:r>
              <a:rPr lang="en-US" altLang="es-CL" sz="2000" dirty="0"/>
              <a:t> </a:t>
            </a:r>
            <a:r>
              <a:rPr lang="en-US" altLang="es-CL" sz="2000" i="1" dirty="0" err="1">
                <a:solidFill>
                  <a:srgbClr val="003399"/>
                </a:solidFill>
              </a:rPr>
              <a:t>parecen</a:t>
            </a:r>
            <a:r>
              <a:rPr lang="en-US" altLang="es-CL" sz="2000" i="1" dirty="0"/>
              <a:t> </a:t>
            </a:r>
            <a:r>
              <a:rPr lang="en-US" altLang="es-CL" sz="2000" dirty="0" err="1"/>
              <a:t>ir</a:t>
            </a:r>
            <a:r>
              <a:rPr lang="en-US" altLang="es-CL" sz="2000" dirty="0"/>
              <a:t> </a:t>
            </a:r>
            <a:r>
              <a:rPr lang="en-US" altLang="es-CL" sz="2000" dirty="0" err="1"/>
              <a:t>yendo</a:t>
            </a:r>
            <a:r>
              <a:rPr lang="en-US" altLang="es-CL" sz="2000" dirty="0"/>
              <a:t> </a:t>
            </a:r>
            <a:r>
              <a:rPr lang="en-US" altLang="es-CL" sz="2000" dirty="0" err="1"/>
              <a:t>bien</a:t>
            </a:r>
            <a:r>
              <a:rPr lang="en-US" altLang="es-CL" sz="2000" dirty="0"/>
              <a:t>. (“¡</a:t>
            </a:r>
            <a:r>
              <a:rPr lang="en-US" altLang="es-CL" sz="2000" dirty="0" err="1"/>
              <a:t>Tenemos</a:t>
            </a:r>
            <a:r>
              <a:rPr lang="en-US" altLang="es-CL" sz="2000" dirty="0"/>
              <a:t> </a:t>
            </a:r>
            <a:r>
              <a:rPr lang="en-US" altLang="es-CL" sz="2000" dirty="0" err="1"/>
              <a:t>agentes</a:t>
            </a:r>
            <a:r>
              <a:rPr lang="en-US" altLang="es-CL" sz="2000" dirty="0"/>
              <a:t>!”) </a:t>
            </a:r>
            <a:r>
              <a:rPr lang="en-US" altLang="es-CL" sz="2000" dirty="0" err="1"/>
              <a:t>pero</a:t>
            </a:r>
            <a:r>
              <a:rPr lang="en-US" altLang="es-CL" sz="2000" dirty="0"/>
              <a:t> no </a:t>
            </a:r>
            <a:r>
              <a:rPr lang="en-US" altLang="es-CL" sz="2000" dirty="0" err="1"/>
              <a:t>tenemos</a:t>
            </a:r>
            <a:r>
              <a:rPr lang="en-US" altLang="es-CL" sz="2000" dirty="0"/>
              <a:t> la </a:t>
            </a:r>
            <a:r>
              <a:rPr lang="en-US" altLang="es-CL" sz="2000" dirty="0" err="1"/>
              <a:t>visión</a:t>
            </a:r>
            <a:r>
              <a:rPr lang="en-US" altLang="es-CL" sz="2000" dirty="0"/>
              <a:t> a </a:t>
            </a:r>
            <a:r>
              <a:rPr lang="en-US" altLang="es-CL" sz="2000" dirty="0" err="1"/>
              <a:t>donde</a:t>
            </a:r>
            <a:r>
              <a:rPr lang="en-US" altLang="es-CL" sz="2000" dirty="0"/>
              <a:t> </a:t>
            </a:r>
            <a:r>
              <a:rPr lang="en-US" altLang="es-CL" sz="2000" dirty="0" err="1"/>
              <a:t>queremos</a:t>
            </a:r>
            <a:r>
              <a:rPr lang="en-US" altLang="es-CL" sz="2000" dirty="0"/>
              <a:t> </a:t>
            </a:r>
            <a:r>
              <a:rPr lang="en-US" altLang="es-CL" sz="2000" dirty="0" err="1"/>
              <a:t>llegar</a:t>
            </a:r>
            <a:r>
              <a:rPr lang="en-US" altLang="es-CL" sz="2000" dirty="0"/>
              <a:t> con </a:t>
            </a:r>
            <a:r>
              <a:rPr lang="en-US" altLang="es-CL" sz="2000" dirty="0" err="1"/>
              <a:t>ellos</a:t>
            </a:r>
            <a:r>
              <a:rPr lang="en-US" altLang="es-CL" sz="2000" dirty="0"/>
              <a:t>.</a:t>
            </a:r>
          </a:p>
          <a:p>
            <a:pPr>
              <a:spcAft>
                <a:spcPts val="1200"/>
              </a:spcAft>
            </a:pPr>
            <a:r>
              <a:rPr lang="en-US" altLang="es-CL" sz="2000" u="sng" dirty="0" err="1"/>
              <a:t>Lección</a:t>
            </a:r>
            <a:r>
              <a:rPr lang="en-US" altLang="es-CL" sz="2000" dirty="0"/>
              <a:t>: </a:t>
            </a:r>
            <a:r>
              <a:rPr lang="en-US" altLang="es-CL" sz="2000" dirty="0" err="1"/>
              <a:t>entienda</a:t>
            </a:r>
            <a:r>
              <a:rPr lang="en-US" altLang="es-CL" sz="2000" dirty="0"/>
              <a:t> </a:t>
            </a:r>
            <a:r>
              <a:rPr lang="en-US" altLang="es-CL" sz="2000" dirty="0" err="1"/>
              <a:t>sus</a:t>
            </a:r>
            <a:r>
              <a:rPr lang="en-US" altLang="es-CL" sz="2000" dirty="0"/>
              <a:t> </a:t>
            </a:r>
            <a:r>
              <a:rPr lang="en-US" altLang="es-CL" sz="2000" dirty="0" err="1"/>
              <a:t>razones</a:t>
            </a:r>
            <a:r>
              <a:rPr lang="en-US" altLang="es-CL" sz="2000" dirty="0"/>
              <a:t> para </a:t>
            </a:r>
            <a:r>
              <a:rPr lang="en-US" altLang="es-CL" sz="2000" dirty="0" err="1"/>
              <a:t>realizar</a:t>
            </a:r>
            <a:r>
              <a:rPr lang="en-US" altLang="es-CL" sz="2000" dirty="0"/>
              <a:t> un </a:t>
            </a:r>
            <a:r>
              <a:rPr lang="en-US" altLang="es-CL" sz="2000" dirty="0" err="1"/>
              <a:t>proyecto</a:t>
            </a:r>
            <a:r>
              <a:rPr lang="en-US" altLang="es-CL" sz="2000" dirty="0"/>
              <a:t> de </a:t>
            </a:r>
            <a:r>
              <a:rPr lang="en-US" altLang="es-CL" sz="2000" dirty="0" err="1"/>
              <a:t>desarrollo</a:t>
            </a:r>
            <a:r>
              <a:rPr lang="en-US" altLang="es-CL" sz="2000" dirty="0"/>
              <a:t> de </a:t>
            </a:r>
            <a:r>
              <a:rPr lang="en-US" altLang="es-CL" sz="2000" dirty="0" err="1"/>
              <a:t>agentes</a:t>
            </a:r>
            <a:r>
              <a:rPr lang="en-US" altLang="es-CL" sz="2000" dirty="0"/>
              <a:t> y </a:t>
            </a:r>
            <a:r>
              <a:rPr lang="en-US" altLang="es-CL" sz="2000" dirty="0" err="1"/>
              <a:t>qué</a:t>
            </a:r>
            <a:r>
              <a:rPr lang="en-US" altLang="es-CL" sz="2000" dirty="0"/>
              <a:t> </a:t>
            </a:r>
            <a:r>
              <a:rPr lang="en-US" altLang="es-CL" sz="2000" dirty="0" err="1"/>
              <a:t>espera</a:t>
            </a:r>
            <a:r>
              <a:rPr lang="en-US" altLang="es-CL" sz="2000" dirty="0"/>
              <a:t> </a:t>
            </a:r>
            <a:r>
              <a:rPr lang="en-US" altLang="es-CL" sz="2000" dirty="0" err="1"/>
              <a:t>ganar</a:t>
            </a:r>
            <a:r>
              <a:rPr lang="en-US" altLang="es-CL" sz="2000" dirty="0"/>
              <a:t> con </a:t>
            </a:r>
            <a:r>
              <a:rPr lang="en-US" altLang="es-CL" sz="2000" dirty="0" err="1"/>
              <a:t>ello</a:t>
            </a:r>
            <a:r>
              <a:rPr lang="en-US" altLang="es-CL" sz="2000" dirty="0"/>
              <a:t>. </a:t>
            </a: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6800" y="3581400"/>
            <a:ext cx="3581400" cy="2372677"/>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2ECA1A6-2D66-48F0-8D13-6F81562D3CAD}" type="slidenum">
              <a:rPr lang="en-US" altLang="en-US" sz="1200" smtClean="0">
                <a:latin typeface="Garamond" panose="02020404030301010803" pitchFamily="18" charset="0"/>
              </a:rPr>
              <a:pPr>
                <a:spcBef>
                  <a:spcPct val="0"/>
                </a:spcBef>
                <a:buClrTx/>
                <a:buSzTx/>
                <a:buFontTx/>
                <a:buNone/>
              </a:pPr>
              <a:t>61</a:t>
            </a:fld>
            <a:endParaRPr lang="en-US" altLang="en-US" sz="1200" dirty="0">
              <a:latin typeface="Garamond" panose="02020404030301010803" pitchFamily="18" charset="0"/>
            </a:endParaRPr>
          </a:p>
        </p:txBody>
      </p:sp>
      <p:sp>
        <p:nvSpPr>
          <p:cNvPr id="22531" name="Rectangle 2"/>
          <p:cNvSpPr>
            <a:spLocks noGrp="1" noChangeArrowheads="1"/>
          </p:cNvSpPr>
          <p:nvPr>
            <p:ph type="title"/>
          </p:nvPr>
        </p:nvSpPr>
        <p:spPr>
          <a:xfrm>
            <a:off x="457200" y="304800"/>
            <a:ext cx="8305800" cy="1219200"/>
          </a:xfrm>
        </p:spPr>
        <p:txBody>
          <a:bodyPr/>
          <a:lstStyle/>
          <a:p>
            <a:r>
              <a:rPr lang="en-US" altLang="es-CL" sz="3800"/>
              <a:t>No saber para qué son buenos los agentes</a:t>
            </a:r>
          </a:p>
        </p:txBody>
      </p:sp>
      <p:sp>
        <p:nvSpPr>
          <p:cNvPr id="22532" name="Rectangle 3"/>
          <p:cNvSpPr>
            <a:spLocks noGrp="1" noChangeArrowheads="1"/>
          </p:cNvSpPr>
          <p:nvPr>
            <p:ph type="body" idx="1"/>
          </p:nvPr>
        </p:nvSpPr>
        <p:spPr>
          <a:xfrm>
            <a:off x="457200" y="1143000"/>
            <a:ext cx="8229600" cy="5029200"/>
          </a:xfrm>
        </p:spPr>
        <p:txBody>
          <a:bodyPr/>
          <a:lstStyle/>
          <a:p>
            <a:pPr>
              <a:spcAft>
                <a:spcPts val="600"/>
              </a:spcAft>
            </a:pPr>
            <a:r>
              <a:rPr lang="en-US" altLang="es-CL" sz="2000" dirty="0" err="1"/>
              <a:t>Habiendo</a:t>
            </a:r>
            <a:r>
              <a:rPr lang="en-US" altLang="es-CL" sz="2000" dirty="0"/>
              <a:t> </a:t>
            </a:r>
            <a:r>
              <a:rPr lang="en-US" altLang="es-CL" sz="2000" dirty="0" err="1"/>
              <a:t>desarrollado</a:t>
            </a:r>
            <a:r>
              <a:rPr lang="en-US" altLang="es-CL" sz="2000" dirty="0"/>
              <a:t> </a:t>
            </a:r>
            <a:r>
              <a:rPr lang="en-US" altLang="es-CL" sz="2000" dirty="0" err="1"/>
              <a:t>una</a:t>
            </a:r>
            <a:r>
              <a:rPr lang="en-US" altLang="es-CL" sz="2000" dirty="0"/>
              <a:t> </a:t>
            </a:r>
            <a:r>
              <a:rPr lang="en-US" altLang="es-CL" sz="2000" dirty="0" err="1"/>
              <a:t>tecnología</a:t>
            </a:r>
            <a:r>
              <a:rPr lang="en-US" altLang="es-CL" sz="2000" dirty="0"/>
              <a:t> de </a:t>
            </a:r>
            <a:r>
              <a:rPr lang="en-US" altLang="es-CL" sz="2000" dirty="0" err="1"/>
              <a:t>agentes</a:t>
            </a:r>
            <a:r>
              <a:rPr lang="en-US" altLang="es-CL" sz="2000" dirty="0"/>
              <a:t>, se </a:t>
            </a:r>
            <a:r>
              <a:rPr lang="en-US" altLang="es-CL" sz="2000" dirty="0" err="1"/>
              <a:t>busca</a:t>
            </a:r>
            <a:r>
              <a:rPr lang="en-US" altLang="es-CL" sz="2000" dirty="0"/>
              <a:t> </a:t>
            </a:r>
            <a:r>
              <a:rPr lang="en-US" altLang="es-CL" sz="2000" dirty="0" err="1"/>
              <a:t>una</a:t>
            </a:r>
            <a:r>
              <a:rPr lang="en-US" altLang="es-CL" sz="2000" dirty="0"/>
              <a:t> </a:t>
            </a:r>
            <a:r>
              <a:rPr lang="en-US" altLang="es-CL" sz="2000" dirty="0" err="1"/>
              <a:t>aplicación</a:t>
            </a:r>
            <a:r>
              <a:rPr lang="en-US" altLang="es-CL" sz="2000" dirty="0"/>
              <a:t> para </a:t>
            </a:r>
            <a:r>
              <a:rPr lang="en-US" altLang="es-CL" sz="2000" dirty="0" err="1"/>
              <a:t>usarla</a:t>
            </a:r>
            <a:r>
              <a:rPr lang="en-US" altLang="es-CL" sz="2000" dirty="0"/>
              <a:t> </a:t>
            </a:r>
          </a:p>
          <a:p>
            <a:pPr>
              <a:spcAft>
                <a:spcPts val="600"/>
              </a:spcAft>
            </a:pPr>
            <a:r>
              <a:rPr lang="en-US" altLang="es-CL" sz="2000" dirty="0"/>
              <a:t>¡</a:t>
            </a:r>
            <a:r>
              <a:rPr lang="en-US" altLang="es-CL" sz="2000" dirty="0" err="1"/>
              <a:t>Poner</a:t>
            </a:r>
            <a:r>
              <a:rPr lang="en-US" altLang="es-CL" sz="2000" dirty="0"/>
              <a:t> la </a:t>
            </a:r>
            <a:r>
              <a:rPr lang="en-US" altLang="es-CL" sz="2000" dirty="0" err="1"/>
              <a:t>carreta</a:t>
            </a:r>
            <a:r>
              <a:rPr lang="en-US" altLang="es-CL" sz="2000" dirty="0"/>
              <a:t> </a:t>
            </a:r>
            <a:r>
              <a:rPr lang="en-US" altLang="es-CL" sz="2000" dirty="0" err="1"/>
              <a:t>delante</a:t>
            </a:r>
            <a:r>
              <a:rPr lang="en-US" altLang="es-CL" sz="2000" dirty="0"/>
              <a:t> de </a:t>
            </a:r>
            <a:r>
              <a:rPr lang="en-US" altLang="es-CL" sz="2000" dirty="0" err="1"/>
              <a:t>los</a:t>
            </a:r>
            <a:r>
              <a:rPr lang="en-US" altLang="es-CL" sz="2000" dirty="0"/>
              <a:t> </a:t>
            </a:r>
            <a:r>
              <a:rPr lang="en-US" altLang="es-CL" sz="2000" dirty="0" err="1"/>
              <a:t>bueyes</a:t>
            </a:r>
            <a:r>
              <a:rPr lang="en-US" altLang="es-CL" sz="2000" dirty="0"/>
              <a:t>!</a:t>
            </a:r>
          </a:p>
          <a:p>
            <a:pPr>
              <a:spcAft>
                <a:spcPts val="600"/>
              </a:spcAft>
            </a:pPr>
            <a:r>
              <a:rPr lang="en-US" altLang="es-CL" sz="2000" dirty="0" err="1"/>
              <a:t>Lleva</a:t>
            </a:r>
            <a:r>
              <a:rPr lang="en-US" altLang="es-CL" sz="2000" dirty="0"/>
              <a:t> a </a:t>
            </a:r>
            <a:r>
              <a:rPr lang="en-US" altLang="es-CL" sz="2000" dirty="0" err="1"/>
              <a:t>descalces</a:t>
            </a:r>
            <a:r>
              <a:rPr lang="en-US" altLang="es-CL" sz="2000" dirty="0"/>
              <a:t>/</a:t>
            </a:r>
            <a:r>
              <a:rPr lang="en-US" altLang="es-CL" sz="2000" dirty="0" err="1"/>
              <a:t>insatisfacción</a:t>
            </a:r>
            <a:endParaRPr lang="en-US" altLang="es-CL" sz="2000" dirty="0"/>
          </a:p>
          <a:p>
            <a:pPr>
              <a:spcAft>
                <a:spcPts val="600"/>
              </a:spcAft>
            </a:pPr>
            <a:r>
              <a:rPr lang="en-US" altLang="es-CL" sz="2000" u="sng" dirty="0" err="1"/>
              <a:t>Lección</a:t>
            </a:r>
            <a:r>
              <a:rPr lang="en-US" altLang="es-CL" sz="2000" dirty="0"/>
              <a:t>: </a:t>
            </a:r>
          </a:p>
          <a:p>
            <a:pPr lvl="1">
              <a:spcAft>
                <a:spcPts val="600"/>
              </a:spcAft>
            </a:pPr>
            <a:r>
              <a:rPr lang="en-US" altLang="es-CL" sz="1600" dirty="0" err="1"/>
              <a:t>Asegúrese</a:t>
            </a:r>
            <a:r>
              <a:rPr lang="en-US" altLang="es-CL" sz="1600" dirty="0"/>
              <a:t> de </a:t>
            </a:r>
            <a:r>
              <a:rPr lang="en-US" altLang="es-CL" sz="1600" dirty="0" err="1"/>
              <a:t>entender</a:t>
            </a:r>
            <a:r>
              <a:rPr lang="en-US" altLang="es-CL" sz="1600" dirty="0"/>
              <a:t> </a:t>
            </a:r>
            <a:r>
              <a:rPr lang="en-US" altLang="es-CL" sz="1600" dirty="0" err="1"/>
              <a:t>cómo</a:t>
            </a:r>
            <a:r>
              <a:rPr lang="en-US" altLang="es-CL" sz="1600" dirty="0"/>
              <a:t> y </a:t>
            </a:r>
            <a:r>
              <a:rPr lang="en-US" altLang="es-CL" sz="1600" dirty="0" err="1"/>
              <a:t>dónde</a:t>
            </a:r>
            <a:r>
              <a:rPr lang="en-US" altLang="es-CL" sz="1600" dirty="0"/>
              <a:t> la </a:t>
            </a:r>
            <a:r>
              <a:rPr lang="en-US" altLang="es-CL" sz="1600" dirty="0" err="1"/>
              <a:t>tecnología</a:t>
            </a:r>
            <a:r>
              <a:rPr lang="en-US" altLang="es-CL" sz="1600" dirty="0"/>
              <a:t> </a:t>
            </a:r>
            <a:r>
              <a:rPr lang="en-US" altLang="es-CL" sz="1600" dirty="0" err="1"/>
              <a:t>puede</a:t>
            </a:r>
            <a:r>
              <a:rPr lang="en-US" altLang="es-CL" sz="1600" dirty="0"/>
              <a:t> </a:t>
            </a:r>
            <a:r>
              <a:rPr lang="en-US" altLang="es-CL" sz="1600" dirty="0" err="1"/>
              <a:t>ser</a:t>
            </a:r>
            <a:r>
              <a:rPr lang="en-US" altLang="es-CL" sz="1600" dirty="0"/>
              <a:t> </a:t>
            </a:r>
            <a:r>
              <a:rPr lang="en-US" altLang="es-CL" sz="1600" dirty="0" err="1"/>
              <a:t>utilizada</a:t>
            </a:r>
            <a:r>
              <a:rPr lang="en-US" altLang="es-CL" sz="1600" dirty="0"/>
              <a:t> </a:t>
            </a:r>
            <a:r>
              <a:rPr lang="en-US" altLang="es-CL" sz="1600" dirty="0" err="1"/>
              <a:t>más</a:t>
            </a:r>
            <a:r>
              <a:rPr lang="en-US" altLang="es-CL" sz="1600" dirty="0"/>
              <a:t> </a:t>
            </a:r>
            <a:r>
              <a:rPr lang="en-US" altLang="es-CL" sz="1600" dirty="0" err="1"/>
              <a:t>fructíferamente</a:t>
            </a:r>
            <a:r>
              <a:rPr lang="en-US" altLang="es-CL" sz="1600" dirty="0"/>
              <a:t>.</a:t>
            </a:r>
          </a:p>
          <a:p>
            <a:pPr lvl="1">
              <a:spcAft>
                <a:spcPts val="600"/>
              </a:spcAft>
            </a:pPr>
            <a:r>
              <a:rPr lang="en-US" altLang="es-CL" sz="1600" dirty="0"/>
              <a:t>No </a:t>
            </a:r>
            <a:r>
              <a:rPr lang="en-US" altLang="es-CL" sz="1600" dirty="0" err="1"/>
              <a:t>intenté</a:t>
            </a:r>
            <a:r>
              <a:rPr lang="en-US" altLang="es-CL" sz="1600" dirty="0"/>
              <a:t> </a:t>
            </a:r>
            <a:r>
              <a:rPr lang="en-US" altLang="es-CL" sz="1600" dirty="0" err="1"/>
              <a:t>aplicarla</a:t>
            </a:r>
            <a:r>
              <a:rPr lang="en-US" altLang="es-CL" sz="1600" dirty="0"/>
              <a:t> a </a:t>
            </a:r>
            <a:r>
              <a:rPr lang="en-US" altLang="es-CL" sz="1600" dirty="0" err="1"/>
              <a:t>problemas</a:t>
            </a:r>
            <a:r>
              <a:rPr lang="en-US" altLang="es-CL" sz="1600" dirty="0"/>
              <a:t> </a:t>
            </a:r>
            <a:r>
              <a:rPr lang="en-US" altLang="es-CL" sz="1600" dirty="0" err="1"/>
              <a:t>arbitrarios</a:t>
            </a:r>
            <a:r>
              <a:rPr lang="en-US" altLang="es-CL" sz="1600" dirty="0"/>
              <a:t> y </a:t>
            </a:r>
            <a:r>
              <a:rPr lang="en-US" altLang="es-CL" sz="1600" dirty="0" err="1"/>
              <a:t>resista</a:t>
            </a:r>
            <a:r>
              <a:rPr lang="en-US" altLang="es-CL" sz="1600" dirty="0"/>
              <a:t> la </a:t>
            </a:r>
            <a:r>
              <a:rPr lang="en-US" altLang="es-CL" sz="1600" dirty="0" err="1"/>
              <a:t>tentación</a:t>
            </a:r>
            <a:r>
              <a:rPr lang="en-US" altLang="es-CL" sz="1600" dirty="0"/>
              <a:t> de </a:t>
            </a:r>
            <a:r>
              <a:rPr lang="en-US" altLang="es-CL" sz="1600" dirty="0" err="1"/>
              <a:t>aplicarla</a:t>
            </a:r>
            <a:r>
              <a:rPr lang="en-US" altLang="es-CL" sz="1600" dirty="0"/>
              <a:t> a </a:t>
            </a:r>
            <a:r>
              <a:rPr lang="en-US" altLang="es-CL" sz="1600" dirty="0" err="1"/>
              <a:t>cualquier</a:t>
            </a:r>
            <a:r>
              <a:rPr lang="en-US" altLang="es-CL" sz="1600" dirty="0"/>
              <a:t> </a:t>
            </a:r>
            <a:r>
              <a:rPr lang="en-US" altLang="es-CL" sz="1600" dirty="0" err="1"/>
              <a:t>problema</a:t>
            </a:r>
            <a:r>
              <a:rPr lang="en-US" altLang="es-CL" sz="1600" dirty="0"/>
              <a:t>.</a:t>
            </a:r>
          </a:p>
        </p:txBody>
      </p:sp>
      <p:pic>
        <p:nvPicPr>
          <p:cNvPr id="2" name="Imagen 1"/>
          <p:cNvPicPr>
            <a:picLocks noChangeAspect="1"/>
          </p:cNvPicPr>
          <p:nvPr/>
        </p:nvPicPr>
        <p:blipFill rotWithShape="1">
          <a:blip r:embed="rId2">
            <a:extLst>
              <a:ext uri="{28A0092B-C50C-407E-A947-70E740481C1C}">
                <a14:useLocalDpi xmlns:a14="http://schemas.microsoft.com/office/drawing/2010/main" val="0"/>
              </a:ext>
            </a:extLst>
          </a:blip>
          <a:srcRect l="9076" t="9252" r="9076" b="29627"/>
          <a:stretch/>
        </p:blipFill>
        <p:spPr>
          <a:xfrm>
            <a:off x="6096000" y="4343400"/>
            <a:ext cx="2209800" cy="1603887"/>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6A766B6-6CDE-43F2-8219-4E0FEB0A1115}" type="slidenum">
              <a:rPr lang="en-US" altLang="en-US" sz="1200" smtClean="0">
                <a:latin typeface="Garamond" panose="02020404030301010803" pitchFamily="18" charset="0"/>
              </a:rPr>
              <a:pPr>
                <a:spcBef>
                  <a:spcPct val="0"/>
                </a:spcBef>
                <a:buClrTx/>
                <a:buSzTx/>
                <a:buFontTx/>
                <a:buNone/>
              </a:pPr>
              <a:t>62</a:t>
            </a:fld>
            <a:endParaRPr lang="en-US" altLang="en-US" sz="1200" dirty="0">
              <a:latin typeface="Garamond" panose="02020404030301010803" pitchFamily="18" charset="0"/>
            </a:endParaRPr>
          </a:p>
        </p:txBody>
      </p:sp>
      <p:sp>
        <p:nvSpPr>
          <p:cNvPr id="23555" name="Rectangle 2"/>
          <p:cNvSpPr>
            <a:spLocks noGrp="1" noChangeArrowheads="1"/>
          </p:cNvSpPr>
          <p:nvPr>
            <p:ph type="title"/>
          </p:nvPr>
        </p:nvSpPr>
        <p:spPr/>
        <p:txBody>
          <a:bodyPr/>
          <a:lstStyle/>
          <a:p>
            <a:r>
              <a:rPr lang="en-US" altLang="es-CL"/>
              <a:t>Soluciones genéricas para un problema</a:t>
            </a:r>
          </a:p>
        </p:txBody>
      </p:sp>
      <p:sp>
        <p:nvSpPr>
          <p:cNvPr id="23556" name="Rectangle 3"/>
          <p:cNvSpPr>
            <a:spLocks noGrp="1" noChangeArrowheads="1"/>
          </p:cNvSpPr>
          <p:nvPr>
            <p:ph type="body" idx="1"/>
          </p:nvPr>
        </p:nvSpPr>
        <p:spPr>
          <a:xfrm>
            <a:off x="152400" y="1143000"/>
            <a:ext cx="8839200" cy="5029200"/>
          </a:xfrm>
        </p:spPr>
        <p:txBody>
          <a:bodyPr/>
          <a:lstStyle/>
          <a:p>
            <a:pPr>
              <a:spcAft>
                <a:spcPts val="1200"/>
              </a:spcAft>
            </a:pPr>
            <a:r>
              <a:rPr lang="en-US" altLang="es-CL" sz="2000" dirty="0"/>
              <a:t>El </a:t>
            </a:r>
            <a:r>
              <a:rPr lang="en-US" altLang="es-CL" sz="2000" dirty="0" err="1"/>
              <a:t>síndrome</a:t>
            </a:r>
            <a:r>
              <a:rPr lang="en-US" altLang="es-CL" sz="2000" dirty="0"/>
              <a:t> de “</a:t>
            </a:r>
            <a:r>
              <a:rPr lang="en-US" altLang="es-CL" sz="2000" dirty="0" err="1"/>
              <a:t>otra</a:t>
            </a:r>
            <a:r>
              <a:rPr lang="en-US" altLang="es-CL" sz="2000" dirty="0"/>
              <a:t> </a:t>
            </a:r>
            <a:r>
              <a:rPr lang="en-US" altLang="es-CL" sz="2000" dirty="0" err="1"/>
              <a:t>plataforma</a:t>
            </a:r>
            <a:r>
              <a:rPr lang="en-US" altLang="es-CL" sz="2000" dirty="0"/>
              <a:t> de </a:t>
            </a:r>
            <a:r>
              <a:rPr lang="en-US" altLang="es-CL" sz="2000" dirty="0" err="1"/>
              <a:t>agentes</a:t>
            </a:r>
            <a:r>
              <a:rPr lang="en-US" altLang="es-CL" sz="2000" dirty="0"/>
              <a:t> </a:t>
            </a:r>
            <a:r>
              <a:rPr lang="en-US" altLang="es-CL" sz="2000" dirty="0" err="1"/>
              <a:t>testeada</a:t>
            </a:r>
            <a:r>
              <a:rPr lang="en-US" altLang="es-CL" sz="2000" dirty="0"/>
              <a:t>”</a:t>
            </a:r>
          </a:p>
          <a:p>
            <a:pPr>
              <a:spcAft>
                <a:spcPts val="1200"/>
              </a:spcAft>
            </a:pPr>
            <a:r>
              <a:rPr lang="en-US" altLang="es-CL" sz="2000" dirty="0" err="1"/>
              <a:t>Crear</a:t>
            </a:r>
            <a:r>
              <a:rPr lang="en-US" altLang="es-CL" sz="2000" dirty="0"/>
              <a:t> </a:t>
            </a:r>
            <a:r>
              <a:rPr lang="en-US" altLang="es-CL" sz="2000" dirty="0" err="1"/>
              <a:t>una</a:t>
            </a:r>
            <a:r>
              <a:rPr lang="en-US" altLang="es-CL" sz="2000" dirty="0"/>
              <a:t> </a:t>
            </a:r>
            <a:r>
              <a:rPr lang="en-US" altLang="es-CL" sz="2000" dirty="0" err="1"/>
              <a:t>arquitectura</a:t>
            </a:r>
            <a:r>
              <a:rPr lang="en-US" altLang="es-CL" sz="2000" dirty="0"/>
              <a:t> o </a:t>
            </a:r>
            <a:r>
              <a:rPr lang="en-US" altLang="es-CL" sz="2000" dirty="0" err="1"/>
              <a:t>plataforma</a:t>
            </a:r>
            <a:r>
              <a:rPr lang="en-US" altLang="es-CL" sz="2000" dirty="0"/>
              <a:t> que </a:t>
            </a:r>
            <a:r>
              <a:rPr lang="en-US" altLang="es-CL" sz="2000" dirty="0" err="1"/>
              <a:t>supuestamente</a:t>
            </a:r>
            <a:r>
              <a:rPr lang="en-US" altLang="es-CL" sz="2000" dirty="0"/>
              <a:t> </a:t>
            </a:r>
            <a:r>
              <a:rPr lang="en-US" altLang="es-CL" sz="2000" dirty="0" err="1"/>
              <a:t>permite</a:t>
            </a:r>
            <a:r>
              <a:rPr lang="en-US" altLang="es-CL" sz="2000" dirty="0"/>
              <a:t> la </a:t>
            </a:r>
            <a:r>
              <a:rPr lang="en-US" altLang="es-CL" sz="2000" dirty="0" err="1"/>
              <a:t>construcción</a:t>
            </a:r>
            <a:r>
              <a:rPr lang="en-US" altLang="es-CL" sz="2000" dirty="0"/>
              <a:t> de </a:t>
            </a:r>
            <a:r>
              <a:rPr lang="en-US" altLang="es-CL" sz="2000" dirty="0" err="1"/>
              <a:t>una</a:t>
            </a:r>
            <a:r>
              <a:rPr lang="en-US" altLang="es-CL" sz="2000" dirty="0"/>
              <a:t> gran </a:t>
            </a:r>
            <a:r>
              <a:rPr lang="en-US" altLang="es-CL" sz="2000" dirty="0" err="1"/>
              <a:t>variedad</a:t>
            </a:r>
            <a:r>
              <a:rPr lang="en-US" altLang="es-CL" sz="2000" dirty="0"/>
              <a:t> de </a:t>
            </a:r>
            <a:r>
              <a:rPr lang="en-US" altLang="es-CL" sz="2000" dirty="0" err="1"/>
              <a:t>sistemas</a:t>
            </a:r>
            <a:r>
              <a:rPr lang="en-US" altLang="es-CL" sz="2000" dirty="0"/>
              <a:t>, </a:t>
            </a:r>
            <a:r>
              <a:rPr lang="en-US" altLang="es-CL" sz="2000" dirty="0" err="1"/>
              <a:t>siendo</a:t>
            </a:r>
            <a:r>
              <a:rPr lang="en-US" altLang="es-CL" sz="2000" dirty="0"/>
              <a:t> que se </a:t>
            </a:r>
            <a:r>
              <a:rPr lang="en-US" altLang="es-CL" sz="2000" dirty="0" err="1"/>
              <a:t>necesita</a:t>
            </a:r>
            <a:r>
              <a:rPr lang="en-US" altLang="es-CL" sz="2000" dirty="0"/>
              <a:t> </a:t>
            </a:r>
            <a:r>
              <a:rPr lang="en-US" altLang="es-CL" sz="2000" dirty="0" err="1"/>
              <a:t>realmente</a:t>
            </a:r>
            <a:r>
              <a:rPr lang="en-US" altLang="es-CL" sz="2000" dirty="0"/>
              <a:t> </a:t>
            </a:r>
            <a:r>
              <a:rPr lang="en-US" altLang="es-CL" sz="2000" dirty="0">
                <a:solidFill>
                  <a:srgbClr val="CC3300"/>
                </a:solidFill>
              </a:rPr>
              <a:t>un </a:t>
            </a:r>
            <a:r>
              <a:rPr lang="en-US" altLang="es-CL" sz="2000" dirty="0" err="1">
                <a:solidFill>
                  <a:srgbClr val="CC3300"/>
                </a:solidFill>
              </a:rPr>
              <a:t>sistema</a:t>
            </a:r>
            <a:endParaRPr lang="en-US" altLang="es-CL" sz="2000" dirty="0">
              <a:solidFill>
                <a:srgbClr val="CC3300"/>
              </a:solidFill>
            </a:endParaRPr>
          </a:p>
          <a:p>
            <a:pPr>
              <a:spcAft>
                <a:spcPts val="1200"/>
              </a:spcAft>
            </a:pPr>
            <a:r>
              <a:rPr lang="en-US" altLang="es-CL" sz="2000" dirty="0"/>
              <a:t>El </a:t>
            </a:r>
            <a:r>
              <a:rPr lang="en-US" altLang="es-CL" sz="2000" dirty="0" err="1"/>
              <a:t>reuso</a:t>
            </a:r>
            <a:r>
              <a:rPr lang="en-US" altLang="es-CL" sz="2000" dirty="0"/>
              <a:t> </a:t>
            </a:r>
            <a:r>
              <a:rPr lang="en-US" altLang="es-CL" sz="2000" dirty="0" err="1"/>
              <a:t>es</a:t>
            </a:r>
            <a:r>
              <a:rPr lang="en-US" altLang="es-CL" sz="2000" dirty="0"/>
              <a:t> </a:t>
            </a:r>
            <a:r>
              <a:rPr lang="en-US" altLang="es-CL" sz="2000" dirty="0" err="1"/>
              <a:t>difícil</a:t>
            </a:r>
            <a:r>
              <a:rPr lang="en-US" altLang="es-CL" sz="2000" dirty="0"/>
              <a:t> de </a:t>
            </a:r>
            <a:r>
              <a:rPr lang="en-US" altLang="es-CL" sz="2000" dirty="0" err="1"/>
              <a:t>lograr</a:t>
            </a:r>
            <a:r>
              <a:rPr lang="en-US" altLang="es-CL" sz="2000" dirty="0"/>
              <a:t> a </a:t>
            </a:r>
            <a:r>
              <a:rPr lang="en-US" altLang="es-CL" sz="2000" dirty="0" err="1"/>
              <a:t>menos</a:t>
            </a:r>
            <a:r>
              <a:rPr lang="en-US" altLang="es-CL" sz="2000" dirty="0"/>
              <a:t> que el </a:t>
            </a:r>
            <a:r>
              <a:rPr lang="en-US" altLang="es-CL" sz="2000" dirty="0" err="1"/>
              <a:t>desarrollo</a:t>
            </a:r>
            <a:r>
              <a:rPr lang="en-US" altLang="es-CL" sz="2000" dirty="0"/>
              <a:t> sea </a:t>
            </a:r>
            <a:r>
              <a:rPr lang="en-US" altLang="es-CL" sz="2000" dirty="0" err="1"/>
              <a:t>hecho</a:t>
            </a:r>
            <a:r>
              <a:rPr lang="en-US" altLang="es-CL" sz="2000" dirty="0"/>
              <a:t> para un </a:t>
            </a:r>
            <a:r>
              <a:rPr lang="en-US" altLang="es-CL" sz="2000" dirty="0" err="1"/>
              <a:t>tipo</a:t>
            </a:r>
            <a:r>
              <a:rPr lang="en-US" altLang="es-CL" sz="2000" dirty="0"/>
              <a:t> de </a:t>
            </a:r>
            <a:r>
              <a:rPr lang="en-US" altLang="es-CL" sz="2000" dirty="0" err="1"/>
              <a:t>problemas</a:t>
            </a:r>
            <a:r>
              <a:rPr lang="en-US" altLang="es-CL" sz="2000" dirty="0"/>
              <a:t> </a:t>
            </a:r>
            <a:r>
              <a:rPr lang="en-US" altLang="es-CL" sz="2000" dirty="0" err="1"/>
              <a:t>restringido</a:t>
            </a:r>
            <a:r>
              <a:rPr lang="en-US" altLang="es-CL" sz="2000" dirty="0"/>
              <a:t> y con </a:t>
            </a:r>
            <a:r>
              <a:rPr lang="en-US" altLang="es-CL" sz="2000" dirty="0" err="1"/>
              <a:t>caraterísticas</a:t>
            </a:r>
            <a:r>
              <a:rPr lang="en-US" altLang="es-CL" sz="2000" dirty="0"/>
              <a:t> </a:t>
            </a:r>
            <a:r>
              <a:rPr lang="en-US" altLang="es-CL" sz="2000" dirty="0" err="1"/>
              <a:t>similares</a:t>
            </a:r>
            <a:endParaRPr lang="en-US" altLang="es-CL" sz="2000" dirty="0"/>
          </a:p>
          <a:p>
            <a:pPr>
              <a:spcAft>
                <a:spcPts val="1200"/>
              </a:spcAft>
            </a:pPr>
            <a:r>
              <a:rPr lang="en-US" altLang="es-CL" sz="2000" dirty="0"/>
              <a:t>Las </a:t>
            </a:r>
            <a:r>
              <a:rPr lang="en-US" altLang="es-CL" sz="2000" dirty="0" err="1"/>
              <a:t>soluciones</a:t>
            </a:r>
            <a:r>
              <a:rPr lang="en-US" altLang="es-CL" sz="2000" dirty="0"/>
              <a:t> </a:t>
            </a:r>
            <a:r>
              <a:rPr lang="en-US" altLang="es-CL" sz="2000" dirty="0" err="1"/>
              <a:t>generales</a:t>
            </a:r>
            <a:r>
              <a:rPr lang="en-US" altLang="es-CL" sz="2000" dirty="0"/>
              <a:t> son </a:t>
            </a:r>
            <a:r>
              <a:rPr lang="en-US" altLang="es-CL" sz="2000" dirty="0" err="1"/>
              <a:t>más</a:t>
            </a:r>
            <a:r>
              <a:rPr lang="en-US" altLang="es-CL" sz="2000" dirty="0"/>
              <a:t> </a:t>
            </a:r>
            <a:r>
              <a:rPr lang="en-US" altLang="es-CL" sz="2000" dirty="0" err="1"/>
              <a:t>difíciles</a:t>
            </a:r>
            <a:r>
              <a:rPr lang="en-US" altLang="es-CL" sz="2000" dirty="0"/>
              <a:t> y </a:t>
            </a:r>
            <a:r>
              <a:rPr lang="en-US" altLang="es-CL" sz="2000" dirty="0" err="1"/>
              <a:t>costosas</a:t>
            </a:r>
            <a:r>
              <a:rPr lang="en-US" altLang="es-CL" sz="2000" dirty="0"/>
              <a:t> de </a:t>
            </a:r>
            <a:r>
              <a:rPr lang="en-US" altLang="es-CL" sz="2000" dirty="0" err="1"/>
              <a:t>desarrollar</a:t>
            </a:r>
            <a:r>
              <a:rPr lang="en-US" altLang="es-CL" sz="2000" dirty="0"/>
              <a:t>, a menudo </a:t>
            </a:r>
            <a:r>
              <a:rPr lang="en-US" altLang="es-CL" sz="2000" dirty="0" err="1"/>
              <a:t>necesitan</a:t>
            </a:r>
            <a:r>
              <a:rPr lang="en-US" altLang="es-CL" sz="2000" dirty="0"/>
              <a:t> </a:t>
            </a:r>
            <a:r>
              <a:rPr lang="en-US" altLang="es-CL" sz="2000" dirty="0" err="1"/>
              <a:t>adaptarse</a:t>
            </a:r>
            <a:r>
              <a:rPr lang="en-US" altLang="es-CL" sz="2000" dirty="0"/>
              <a:t> a </a:t>
            </a:r>
            <a:r>
              <a:rPr lang="en-US" altLang="es-CL" sz="2000" dirty="0" err="1"/>
              <a:t>diferentes</a:t>
            </a:r>
            <a:r>
              <a:rPr lang="en-US" altLang="es-CL" sz="2000" dirty="0"/>
              <a:t> </a:t>
            </a:r>
            <a:r>
              <a:rPr lang="en-US" altLang="es-CL" sz="2000" dirty="0" err="1"/>
              <a:t>aplicaciones</a:t>
            </a:r>
            <a:r>
              <a:rPr lang="en-US" altLang="es-CL" sz="2000" dirty="0"/>
              <a:t>.</a:t>
            </a: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6600" y="4114800"/>
            <a:ext cx="1390135" cy="20574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CBDFD15-F2B1-417A-BE4E-5022CAFC68F6}" type="slidenum">
              <a:rPr lang="en-US" altLang="en-US" sz="1200" smtClean="0">
                <a:latin typeface="Garamond" panose="02020404030301010803" pitchFamily="18" charset="0"/>
              </a:rPr>
              <a:pPr>
                <a:spcBef>
                  <a:spcPct val="0"/>
                </a:spcBef>
                <a:buClrTx/>
                <a:buSzTx/>
                <a:buFontTx/>
                <a:buNone/>
              </a:pPr>
              <a:t>63</a:t>
            </a:fld>
            <a:endParaRPr lang="en-US" altLang="en-US" sz="1200" dirty="0">
              <a:latin typeface="Garamond" panose="02020404030301010803" pitchFamily="18" charset="0"/>
            </a:endParaRPr>
          </a:p>
        </p:txBody>
      </p:sp>
      <p:sp>
        <p:nvSpPr>
          <p:cNvPr id="26627" name="Rectangle 2"/>
          <p:cNvSpPr>
            <a:spLocks noGrp="1" noChangeArrowheads="1"/>
          </p:cNvSpPr>
          <p:nvPr>
            <p:ph type="title"/>
          </p:nvPr>
        </p:nvSpPr>
        <p:spPr/>
        <p:txBody>
          <a:bodyPr/>
          <a:lstStyle/>
          <a:p>
            <a:r>
              <a:rPr lang="en-US" altLang="es-CL"/>
              <a:t>Confundir “Bla bla” y Conceptos</a:t>
            </a:r>
          </a:p>
        </p:txBody>
      </p:sp>
      <p:sp>
        <p:nvSpPr>
          <p:cNvPr id="26628" name="Rectangle 3"/>
          <p:cNvSpPr>
            <a:spLocks noGrp="1" noChangeArrowheads="1"/>
          </p:cNvSpPr>
          <p:nvPr>
            <p:ph type="body" idx="1"/>
          </p:nvPr>
        </p:nvSpPr>
        <p:spPr>
          <a:xfrm>
            <a:off x="304800" y="1066800"/>
            <a:ext cx="8610600" cy="5257800"/>
          </a:xfrm>
        </p:spPr>
        <p:txBody>
          <a:bodyPr/>
          <a:lstStyle/>
          <a:p>
            <a:pPr>
              <a:spcAft>
                <a:spcPts val="1200"/>
              </a:spcAft>
            </a:pPr>
            <a:r>
              <a:rPr lang="en-US" altLang="es-CL" sz="2000" dirty="0"/>
              <a:t>La idea de </a:t>
            </a:r>
            <a:r>
              <a:rPr lang="en-US" altLang="es-CL" sz="2000" dirty="0" err="1"/>
              <a:t>agente</a:t>
            </a:r>
            <a:r>
              <a:rPr lang="en-US" altLang="es-CL" sz="2000" dirty="0"/>
              <a:t> </a:t>
            </a:r>
            <a:r>
              <a:rPr lang="en-US" altLang="es-CL" sz="2000" dirty="0" err="1"/>
              <a:t>es</a:t>
            </a:r>
            <a:r>
              <a:rPr lang="en-US" altLang="es-CL" sz="2000" dirty="0"/>
              <a:t> </a:t>
            </a:r>
            <a:r>
              <a:rPr lang="en-US" altLang="es-CL" sz="2000" dirty="0" err="1"/>
              <a:t>extremadamente</a:t>
            </a:r>
            <a:r>
              <a:rPr lang="en-US" altLang="es-CL" sz="2000" dirty="0"/>
              <a:t> </a:t>
            </a:r>
            <a:r>
              <a:rPr lang="en-US" altLang="es-CL" sz="2000" dirty="0" err="1"/>
              <a:t>intuitiva</a:t>
            </a:r>
            <a:endParaRPr lang="en-US" altLang="es-CL" sz="2000" dirty="0"/>
          </a:p>
          <a:p>
            <a:pPr>
              <a:spcAft>
                <a:spcPts val="1200"/>
              </a:spcAft>
            </a:pPr>
            <a:r>
              <a:rPr lang="es-CL" altLang="es-CL" sz="2000" dirty="0"/>
              <a:t>Alienta a mucho “</a:t>
            </a:r>
            <a:r>
              <a:rPr lang="es-CL" altLang="es-CL" sz="2000" dirty="0" err="1"/>
              <a:t>bla</a:t>
            </a:r>
            <a:r>
              <a:rPr lang="es-CL" altLang="es-CL" sz="2000" dirty="0"/>
              <a:t> </a:t>
            </a:r>
            <a:r>
              <a:rPr lang="es-CL" altLang="es-CL" sz="2000" dirty="0" err="1"/>
              <a:t>bla</a:t>
            </a:r>
            <a:r>
              <a:rPr lang="es-CL" altLang="es-CL" sz="2000" dirty="0"/>
              <a:t>” que desinforma</a:t>
            </a:r>
            <a:endParaRPr lang="en-US" altLang="es-CL" sz="2000" dirty="0"/>
          </a:p>
          <a:p>
            <a:pPr>
              <a:spcAft>
                <a:spcPts val="1200"/>
              </a:spcAft>
            </a:pPr>
            <a:r>
              <a:rPr lang="en-US" altLang="es-CL" sz="2000" dirty="0" err="1"/>
              <a:t>Alienta</a:t>
            </a:r>
            <a:r>
              <a:rPr lang="en-US" altLang="es-CL" sz="2000" dirty="0"/>
              <a:t> a </a:t>
            </a:r>
            <a:r>
              <a:rPr lang="en-US" altLang="es-CL" sz="2000" dirty="0" err="1"/>
              <a:t>desarrolladores</a:t>
            </a:r>
            <a:r>
              <a:rPr lang="en-US" altLang="es-CL" sz="2000" dirty="0"/>
              <a:t> a </a:t>
            </a:r>
            <a:r>
              <a:rPr lang="en-US" altLang="es-CL" sz="2000" dirty="0" err="1"/>
              <a:t>creer</a:t>
            </a:r>
            <a:r>
              <a:rPr lang="en-US" altLang="es-CL" sz="2000" dirty="0"/>
              <a:t> que </a:t>
            </a:r>
            <a:r>
              <a:rPr lang="en-US" altLang="es-CL" sz="2000" dirty="0" err="1"/>
              <a:t>entienden</a:t>
            </a:r>
            <a:r>
              <a:rPr lang="en-US" altLang="es-CL" sz="2000" dirty="0"/>
              <a:t> </a:t>
            </a:r>
            <a:r>
              <a:rPr lang="en-US" altLang="es-CL" sz="2000" dirty="0" err="1"/>
              <a:t>los</a:t>
            </a:r>
            <a:r>
              <a:rPr lang="en-US" altLang="es-CL" sz="2000" dirty="0"/>
              <a:t> </a:t>
            </a:r>
            <a:r>
              <a:rPr lang="en-US" altLang="es-CL" sz="2000" dirty="0" err="1"/>
              <a:t>conceptos</a:t>
            </a:r>
            <a:r>
              <a:rPr lang="en-US" altLang="es-CL" sz="2000" dirty="0"/>
              <a:t>, </a:t>
            </a:r>
            <a:r>
              <a:rPr lang="en-US" altLang="es-CL" sz="2000" dirty="0" err="1"/>
              <a:t>pero</a:t>
            </a:r>
            <a:r>
              <a:rPr lang="en-US" altLang="es-CL" sz="2000" dirty="0"/>
              <a:t> no </a:t>
            </a:r>
            <a:r>
              <a:rPr lang="en-US" altLang="es-CL" sz="2000" dirty="0" err="1"/>
              <a:t>es</a:t>
            </a:r>
            <a:r>
              <a:rPr lang="en-US" altLang="es-CL" sz="2000" dirty="0"/>
              <a:t> </a:t>
            </a:r>
            <a:r>
              <a:rPr lang="en-US" altLang="es-CL" sz="2000" dirty="0" err="1"/>
              <a:t>así</a:t>
            </a:r>
            <a:r>
              <a:rPr lang="en-US" altLang="es-CL" sz="2000" dirty="0"/>
              <a:t> </a:t>
            </a:r>
          </a:p>
          <a:p>
            <a:r>
              <a:rPr lang="en-US" altLang="es-CL" sz="2000" dirty="0" err="1"/>
              <a:t>Por</a:t>
            </a:r>
            <a:r>
              <a:rPr lang="en-US" altLang="es-CL" sz="2000" dirty="0"/>
              <a:t> </a:t>
            </a:r>
            <a:r>
              <a:rPr lang="en-US" altLang="es-CL" sz="2000" dirty="0" err="1"/>
              <a:t>ejemplo</a:t>
            </a:r>
            <a:r>
              <a:rPr lang="en-US" altLang="es-CL" sz="2000" dirty="0"/>
              <a:t>, </a:t>
            </a:r>
            <a:r>
              <a:rPr lang="en-US" altLang="es-CL" sz="2000" dirty="0" err="1"/>
              <a:t>algunos</a:t>
            </a:r>
            <a:r>
              <a:rPr lang="en-US" altLang="es-CL" sz="2000" dirty="0"/>
              <a:t> </a:t>
            </a:r>
            <a:r>
              <a:rPr lang="en-US" altLang="es-CL" sz="2000" dirty="0" err="1"/>
              <a:t>llaman</a:t>
            </a:r>
            <a:r>
              <a:rPr lang="en-US" altLang="es-CL" sz="2000" dirty="0"/>
              <a:t> “BDI” a </a:t>
            </a:r>
            <a:r>
              <a:rPr lang="en-US" altLang="es-CL" sz="2000" dirty="0" err="1"/>
              <a:t>páginas</a:t>
            </a:r>
            <a:r>
              <a:rPr lang="en-US" altLang="es-CL" sz="2000" dirty="0"/>
              <a:t> Web y scripts de </a:t>
            </a:r>
            <a:r>
              <a:rPr lang="en-US" altLang="es-CL" sz="2000" dirty="0" err="1"/>
              <a:t>perl</a:t>
            </a:r>
            <a:endParaRPr lang="en-US" altLang="es-CL" sz="2000" dirty="0"/>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450336"/>
            <a:ext cx="3200400" cy="264566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21EE5AB-2ADF-4A75-94C7-F02BA699C337}" type="slidenum">
              <a:rPr lang="en-US" altLang="en-US" sz="1200" smtClean="0">
                <a:latin typeface="Garamond" panose="02020404030301010803" pitchFamily="18" charset="0"/>
              </a:rPr>
              <a:pPr>
                <a:spcBef>
                  <a:spcPct val="0"/>
                </a:spcBef>
                <a:buClrTx/>
                <a:buSzTx/>
                <a:buFontTx/>
                <a:buNone/>
              </a:pPr>
              <a:t>64</a:t>
            </a:fld>
            <a:endParaRPr lang="en-US" altLang="en-US" sz="1200" dirty="0">
              <a:latin typeface="Garamond" panose="02020404030301010803" pitchFamily="18" charset="0"/>
            </a:endParaRPr>
          </a:p>
        </p:txBody>
      </p:sp>
      <p:sp>
        <p:nvSpPr>
          <p:cNvPr id="27651" name="Rectangle 2"/>
          <p:cNvSpPr>
            <a:spLocks noGrp="1" noChangeArrowheads="1"/>
          </p:cNvSpPr>
          <p:nvPr>
            <p:ph type="title"/>
          </p:nvPr>
        </p:nvSpPr>
        <p:spPr/>
        <p:txBody>
          <a:bodyPr/>
          <a:lstStyle/>
          <a:p>
            <a:r>
              <a:rPr lang="en-US" altLang="es-CL"/>
              <a:t>Olvidar que es </a:t>
            </a:r>
            <a:r>
              <a:rPr lang="en-US" altLang="es-CL" i="1"/>
              <a:t>Software</a:t>
            </a:r>
            <a:endParaRPr lang="en-US" altLang="es-CL"/>
          </a:p>
        </p:txBody>
      </p:sp>
      <p:sp>
        <p:nvSpPr>
          <p:cNvPr id="27652" name="Rectangle 3"/>
          <p:cNvSpPr>
            <a:spLocks noGrp="1" noChangeArrowheads="1"/>
          </p:cNvSpPr>
          <p:nvPr>
            <p:ph type="body" idx="1"/>
          </p:nvPr>
        </p:nvSpPr>
        <p:spPr>
          <a:xfrm>
            <a:off x="457200" y="1066800"/>
            <a:ext cx="8382000" cy="5181600"/>
          </a:xfrm>
        </p:spPr>
        <p:txBody>
          <a:bodyPr/>
          <a:lstStyle/>
          <a:p>
            <a:pPr>
              <a:lnSpc>
                <a:spcPct val="90000"/>
              </a:lnSpc>
              <a:spcAft>
                <a:spcPts val="600"/>
              </a:spcAft>
            </a:pPr>
            <a:r>
              <a:rPr lang="en-US" altLang="es-CL" sz="2000" dirty="0"/>
              <a:t>Al </a:t>
            </a:r>
            <a:r>
              <a:rPr lang="en-US" altLang="es-CL" sz="2000" dirty="0" err="1"/>
              <a:t>desarrollar</a:t>
            </a:r>
            <a:r>
              <a:rPr lang="en-US" altLang="es-CL" sz="2000" dirty="0"/>
              <a:t> </a:t>
            </a:r>
            <a:r>
              <a:rPr lang="en-US" altLang="es-CL" sz="2000" dirty="0" err="1"/>
              <a:t>agentes</a:t>
            </a:r>
            <a:r>
              <a:rPr lang="en-US" altLang="es-CL" sz="2000" dirty="0"/>
              <a:t> se </a:t>
            </a:r>
            <a:r>
              <a:rPr lang="en-US" altLang="es-CL" sz="2000" dirty="0" err="1"/>
              <a:t>olvida</a:t>
            </a:r>
            <a:r>
              <a:rPr lang="en-US" altLang="es-CL" sz="2000" dirty="0"/>
              <a:t> que </a:t>
            </a:r>
            <a:r>
              <a:rPr lang="en-US" altLang="es-CL" sz="2000" dirty="0" err="1"/>
              <a:t>está</a:t>
            </a:r>
            <a:r>
              <a:rPr lang="en-US" altLang="es-CL" sz="2000" dirty="0"/>
              <a:t> </a:t>
            </a:r>
            <a:r>
              <a:rPr lang="en-US" altLang="es-CL" sz="2000" dirty="0" err="1"/>
              <a:t>desarrollando</a:t>
            </a:r>
            <a:r>
              <a:rPr lang="en-US" altLang="es-CL" sz="2000" dirty="0"/>
              <a:t> </a:t>
            </a:r>
            <a:r>
              <a:rPr lang="en-US" altLang="es-CL" sz="2000" i="1" dirty="0"/>
              <a:t>software</a:t>
            </a:r>
            <a:endParaRPr lang="en-US" altLang="es-CL" sz="2000" dirty="0"/>
          </a:p>
          <a:p>
            <a:pPr>
              <a:lnSpc>
                <a:spcPct val="90000"/>
              </a:lnSpc>
              <a:spcAft>
                <a:spcPts val="600"/>
              </a:spcAft>
            </a:pPr>
            <a:r>
              <a:rPr lang="en-US" altLang="es-CL" sz="2000" dirty="0"/>
              <a:t>Los planes del </a:t>
            </a:r>
            <a:r>
              <a:rPr lang="en-US" altLang="es-CL" sz="2000" dirty="0" err="1"/>
              <a:t>proyecto</a:t>
            </a:r>
            <a:r>
              <a:rPr lang="en-US" altLang="es-CL" sz="2000" dirty="0"/>
              <a:t> se </a:t>
            </a:r>
            <a:r>
              <a:rPr lang="en-US" altLang="es-CL" sz="2000" dirty="0" err="1"/>
              <a:t>enfocan</a:t>
            </a:r>
            <a:r>
              <a:rPr lang="en-US" altLang="es-CL" sz="2000" dirty="0"/>
              <a:t> </a:t>
            </a:r>
            <a:r>
              <a:rPr lang="en-US" altLang="es-CL" sz="2000" dirty="0" err="1"/>
              <a:t>en</a:t>
            </a:r>
            <a:r>
              <a:rPr lang="en-US" altLang="es-CL" sz="2000" dirty="0"/>
              <a:t> </a:t>
            </a:r>
            <a:r>
              <a:rPr lang="en-US" altLang="es-CL" sz="2000" dirty="0" err="1"/>
              <a:t>los</a:t>
            </a:r>
            <a:r>
              <a:rPr lang="en-US" altLang="es-CL" sz="2000" dirty="0"/>
              <a:t> “bits de </a:t>
            </a:r>
            <a:r>
              <a:rPr lang="en-US" altLang="es-CL" sz="2000" dirty="0" err="1"/>
              <a:t>los</a:t>
            </a:r>
            <a:r>
              <a:rPr lang="en-US" altLang="es-CL" sz="2000" dirty="0"/>
              <a:t> </a:t>
            </a:r>
            <a:r>
              <a:rPr lang="en-US" altLang="es-CL" sz="2000" dirty="0" err="1"/>
              <a:t>agentes</a:t>
            </a:r>
            <a:r>
              <a:rPr lang="en-US" altLang="es-CL" sz="2000" dirty="0"/>
              <a:t>”</a:t>
            </a:r>
          </a:p>
          <a:p>
            <a:pPr>
              <a:lnSpc>
                <a:spcPct val="90000"/>
              </a:lnSpc>
              <a:spcAft>
                <a:spcPts val="600"/>
              </a:spcAft>
            </a:pPr>
            <a:r>
              <a:rPr lang="en-US" altLang="es-CL" sz="2000" dirty="0"/>
              <a:t>Ingeniería de software </a:t>
            </a:r>
            <a:r>
              <a:rPr lang="en-US" altLang="es-CL" sz="2000" dirty="0" err="1"/>
              <a:t>mundana</a:t>
            </a:r>
            <a:r>
              <a:rPr lang="en-US" altLang="es-CL" sz="2000" dirty="0"/>
              <a:t> (</a:t>
            </a:r>
            <a:r>
              <a:rPr lang="en-US" altLang="es-CL" sz="2000" dirty="0" err="1"/>
              <a:t>análisis</a:t>
            </a:r>
            <a:r>
              <a:rPr lang="en-US" altLang="es-CL" sz="2000" dirty="0"/>
              <a:t> de </a:t>
            </a:r>
            <a:r>
              <a:rPr lang="en-US" altLang="es-CL" sz="2000" dirty="0" err="1"/>
              <a:t>requerimientos</a:t>
            </a:r>
            <a:r>
              <a:rPr lang="en-US" altLang="es-CL" sz="2000" dirty="0"/>
              <a:t>, </a:t>
            </a:r>
            <a:r>
              <a:rPr lang="en-US" altLang="es-CL" sz="2000" dirty="0" err="1"/>
              <a:t>especificación</a:t>
            </a:r>
            <a:r>
              <a:rPr lang="en-US" altLang="es-CL" sz="2000" dirty="0"/>
              <a:t>, </a:t>
            </a:r>
            <a:r>
              <a:rPr lang="en-US" altLang="es-CL" sz="2000" dirty="0" err="1"/>
              <a:t>diseño</a:t>
            </a:r>
            <a:r>
              <a:rPr lang="en-US" altLang="es-CL" sz="2000" dirty="0"/>
              <a:t>, </a:t>
            </a:r>
            <a:r>
              <a:rPr lang="en-US" altLang="es-CL" sz="2000" dirty="0" err="1"/>
              <a:t>verificación</a:t>
            </a:r>
            <a:r>
              <a:rPr lang="en-US" altLang="es-CL" sz="2000" dirty="0"/>
              <a:t>, </a:t>
            </a:r>
            <a:r>
              <a:rPr lang="en-US" altLang="es-CL" sz="2000" dirty="0" err="1"/>
              <a:t>testeo</a:t>
            </a:r>
            <a:r>
              <a:rPr lang="en-US" altLang="es-CL" sz="2000" dirty="0"/>
              <a:t>) </a:t>
            </a:r>
            <a:r>
              <a:rPr lang="en-US" altLang="es-CL" sz="2000" dirty="0" err="1"/>
              <a:t>es</a:t>
            </a:r>
            <a:r>
              <a:rPr lang="en-US" altLang="es-CL" sz="2000" dirty="0"/>
              <a:t> </a:t>
            </a:r>
            <a:r>
              <a:rPr lang="en-US" altLang="es-CL" sz="2000" dirty="0" err="1"/>
              <a:t>olvidada</a:t>
            </a:r>
            <a:endParaRPr lang="en-US" altLang="es-CL" sz="2000" dirty="0"/>
          </a:p>
          <a:p>
            <a:pPr>
              <a:lnSpc>
                <a:spcPct val="90000"/>
              </a:lnSpc>
              <a:spcAft>
                <a:spcPts val="600"/>
              </a:spcAft>
            </a:pPr>
            <a:r>
              <a:rPr lang="en-US" altLang="es-CL" sz="2000" dirty="0" err="1"/>
              <a:t>Resultado</a:t>
            </a:r>
            <a:r>
              <a:rPr lang="en-US" altLang="es-CL" sz="2000" dirty="0"/>
              <a:t>: el </a:t>
            </a:r>
            <a:r>
              <a:rPr lang="en-US" altLang="es-CL" sz="2000" dirty="0" err="1"/>
              <a:t>proyecto</a:t>
            </a:r>
            <a:r>
              <a:rPr lang="en-US" altLang="es-CL" sz="2000" dirty="0"/>
              <a:t> </a:t>
            </a:r>
            <a:r>
              <a:rPr lang="en-US" altLang="es-CL" sz="2000" dirty="0" err="1"/>
              <a:t>falla</a:t>
            </a:r>
            <a:r>
              <a:rPr lang="en-US" altLang="es-CL" sz="2000" dirty="0"/>
              <a:t>, no </a:t>
            </a:r>
            <a:r>
              <a:rPr lang="en-US" altLang="es-CL" sz="2000" dirty="0" err="1"/>
              <a:t>porque</a:t>
            </a:r>
            <a:r>
              <a:rPr lang="en-US" altLang="es-CL" sz="2000" dirty="0"/>
              <a:t> </a:t>
            </a:r>
            <a:r>
              <a:rPr lang="en-US" altLang="es-CL" sz="2000" dirty="0" err="1"/>
              <a:t>hayan</a:t>
            </a:r>
            <a:r>
              <a:rPr lang="en-US" altLang="es-CL" sz="2000" dirty="0"/>
              <a:t> </a:t>
            </a:r>
            <a:r>
              <a:rPr lang="en-US" altLang="es-CL" sz="2000" dirty="0" err="1"/>
              <a:t>problemas</a:t>
            </a:r>
            <a:r>
              <a:rPr lang="en-US" altLang="es-CL" sz="2000" dirty="0"/>
              <a:t> con </a:t>
            </a:r>
            <a:r>
              <a:rPr lang="en-US" altLang="es-CL" sz="2000" dirty="0" err="1"/>
              <a:t>los</a:t>
            </a:r>
            <a:r>
              <a:rPr lang="en-US" altLang="es-CL" sz="2000" dirty="0"/>
              <a:t> </a:t>
            </a:r>
            <a:r>
              <a:rPr lang="en-US" altLang="es-CL" sz="2000" dirty="0" err="1"/>
              <a:t>agentes</a:t>
            </a:r>
            <a:r>
              <a:rPr lang="en-US" altLang="es-CL" sz="2000" dirty="0"/>
              <a:t>, </a:t>
            </a:r>
            <a:r>
              <a:rPr lang="en-US" altLang="es-CL" sz="2000" dirty="0" err="1"/>
              <a:t>sino</a:t>
            </a:r>
            <a:r>
              <a:rPr lang="en-US" altLang="es-CL" sz="2000" dirty="0"/>
              <a:t> </a:t>
            </a:r>
            <a:r>
              <a:rPr lang="en-US" altLang="es-CL" sz="2000" dirty="0" err="1"/>
              <a:t>porque</a:t>
            </a:r>
            <a:r>
              <a:rPr lang="en-US" altLang="es-CL" sz="2000" dirty="0"/>
              <a:t> se </a:t>
            </a:r>
            <a:r>
              <a:rPr lang="en-US" altLang="es-CL" sz="2000" dirty="0" err="1"/>
              <a:t>ignoraron</a:t>
            </a:r>
            <a:r>
              <a:rPr lang="en-US" altLang="es-CL" sz="2000" dirty="0"/>
              <a:t> </a:t>
            </a:r>
            <a:r>
              <a:rPr lang="en-US" altLang="es-CL" sz="2000" dirty="0" err="1"/>
              <a:t>conceptos</a:t>
            </a:r>
            <a:r>
              <a:rPr lang="en-US" altLang="es-CL" sz="2000" dirty="0"/>
              <a:t> </a:t>
            </a:r>
            <a:r>
              <a:rPr lang="en-US" altLang="es-CL" sz="2000" dirty="0" err="1"/>
              <a:t>básicos</a:t>
            </a:r>
            <a:r>
              <a:rPr lang="en-US" altLang="es-CL" sz="2000" dirty="0"/>
              <a:t> de la Ingeniería de Software </a:t>
            </a:r>
          </a:p>
          <a:p>
            <a:pPr>
              <a:lnSpc>
                <a:spcPct val="90000"/>
              </a:lnSpc>
              <a:spcAft>
                <a:spcPts val="600"/>
              </a:spcAft>
            </a:pPr>
            <a:r>
              <a:rPr lang="en-US" altLang="es-CL" sz="2000" dirty="0" err="1"/>
              <a:t>Justificación</a:t>
            </a:r>
            <a:r>
              <a:rPr lang="en-US" altLang="es-CL" sz="2000" dirty="0"/>
              <a:t> </a:t>
            </a:r>
            <a:r>
              <a:rPr lang="en-US" altLang="es-CL" sz="2000" dirty="0" err="1"/>
              <a:t>frecuente</a:t>
            </a:r>
            <a:r>
              <a:rPr lang="en-US" altLang="es-CL" sz="2000" dirty="0"/>
              <a:t> : la Ingeniería de Software para </a:t>
            </a:r>
            <a:r>
              <a:rPr lang="en-US" altLang="es-CL" sz="2000" dirty="0" err="1"/>
              <a:t>sistemas</a:t>
            </a:r>
            <a:r>
              <a:rPr lang="en-US" altLang="es-CL" sz="2000" dirty="0"/>
              <a:t> de </a:t>
            </a:r>
            <a:r>
              <a:rPr lang="en-US" altLang="es-CL" sz="2000" dirty="0" err="1"/>
              <a:t>agentes</a:t>
            </a:r>
            <a:r>
              <a:rPr lang="en-US" altLang="es-CL" sz="2000" dirty="0"/>
              <a:t> no </a:t>
            </a:r>
            <a:r>
              <a:rPr lang="en-US" altLang="es-CL" sz="2000" dirty="0" err="1"/>
              <a:t>existe</a:t>
            </a:r>
            <a:endParaRPr lang="en-US" altLang="es-CL" sz="2000" dirty="0"/>
          </a:p>
          <a:p>
            <a:pPr>
              <a:lnSpc>
                <a:spcPct val="90000"/>
              </a:lnSpc>
              <a:spcAft>
                <a:spcPts val="600"/>
              </a:spcAft>
            </a:pPr>
            <a:r>
              <a:rPr lang="en-US" altLang="es-CL" sz="2000" dirty="0"/>
              <a:t>Pero </a:t>
            </a:r>
            <a:r>
              <a:rPr lang="en-US" altLang="es-CL" sz="2000" dirty="0" err="1"/>
              <a:t>casi</a:t>
            </a:r>
            <a:r>
              <a:rPr lang="en-US" altLang="es-CL" sz="2000" dirty="0"/>
              <a:t> </a:t>
            </a:r>
            <a:r>
              <a:rPr lang="en-US" altLang="es-CL" sz="2000"/>
              <a:t>cualquier </a:t>
            </a:r>
            <a:r>
              <a:rPr lang="en-US" altLang="es-CL" sz="2000" dirty="0" err="1"/>
              <a:t>técnica</a:t>
            </a:r>
            <a:r>
              <a:rPr lang="en-US" altLang="es-CL" sz="2000" dirty="0"/>
              <a:t> de </a:t>
            </a:r>
            <a:r>
              <a:rPr lang="en-US" altLang="es-CL" sz="2000" dirty="0" err="1"/>
              <a:t>desarrollo</a:t>
            </a:r>
            <a:r>
              <a:rPr lang="en-US" altLang="es-CL" sz="2000" dirty="0"/>
              <a:t> de software </a:t>
            </a:r>
            <a:r>
              <a:rPr lang="en-US" altLang="es-CL" sz="2000" dirty="0" err="1"/>
              <a:t>es</a:t>
            </a:r>
            <a:r>
              <a:rPr lang="en-US" altLang="es-CL" sz="2000" dirty="0"/>
              <a:t> </a:t>
            </a:r>
            <a:r>
              <a:rPr lang="en-US" altLang="es-CL" sz="2000" dirty="0" err="1"/>
              <a:t>mejor</a:t>
            </a:r>
            <a:r>
              <a:rPr lang="en-US" altLang="es-CL" sz="2000" dirty="0"/>
              <a:t> que </a:t>
            </a:r>
            <a:r>
              <a:rPr lang="en-US" altLang="es-CL" sz="2000" dirty="0" err="1"/>
              <a:t>ninguna</a:t>
            </a:r>
            <a:r>
              <a:rPr lang="en-US" altLang="es-CL" sz="2000" dirty="0"/>
              <a:t>.</a:t>
            </a:r>
          </a:p>
          <a:p>
            <a:pPr marL="0" indent="0">
              <a:lnSpc>
                <a:spcPct val="90000"/>
              </a:lnSpc>
              <a:spcAft>
                <a:spcPts val="600"/>
              </a:spcAft>
              <a:buNone/>
            </a:pPr>
            <a:endParaRPr lang="en-US" altLang="es-CL" sz="2000" dirty="0"/>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4648200"/>
            <a:ext cx="2743200" cy="2139696"/>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3EC9095-D8B3-406E-B3E7-731398A37010}" type="slidenum">
              <a:rPr lang="en-US" altLang="en-US" sz="1200" smtClean="0">
                <a:latin typeface="Garamond" panose="02020404030301010803" pitchFamily="18" charset="0"/>
              </a:rPr>
              <a:pPr>
                <a:spcBef>
                  <a:spcPct val="0"/>
                </a:spcBef>
                <a:buClrTx/>
                <a:buSzTx/>
                <a:buFontTx/>
                <a:buNone/>
              </a:pPr>
              <a:t>65</a:t>
            </a:fld>
            <a:endParaRPr lang="en-US" altLang="en-US" sz="1200" dirty="0">
              <a:latin typeface="Garamond" panose="02020404030301010803" pitchFamily="18" charset="0"/>
            </a:endParaRPr>
          </a:p>
        </p:txBody>
      </p:sp>
      <p:sp>
        <p:nvSpPr>
          <p:cNvPr id="30723" name="Rectangle 2"/>
          <p:cNvSpPr>
            <a:spLocks noGrp="1" noChangeArrowheads="1"/>
          </p:cNvSpPr>
          <p:nvPr>
            <p:ph type="title"/>
          </p:nvPr>
        </p:nvSpPr>
        <p:spPr/>
        <p:txBody>
          <a:bodyPr/>
          <a:lstStyle/>
          <a:p>
            <a:r>
              <a:rPr lang="en-US" altLang="es-CL"/>
              <a:t>No explotar Tecnología relacionada</a:t>
            </a:r>
          </a:p>
        </p:txBody>
      </p:sp>
      <p:sp>
        <p:nvSpPr>
          <p:cNvPr id="30724" name="Rectangle 3"/>
          <p:cNvSpPr>
            <a:spLocks noGrp="1" noChangeArrowheads="1"/>
          </p:cNvSpPr>
          <p:nvPr>
            <p:ph type="body" idx="1"/>
          </p:nvPr>
        </p:nvSpPr>
        <p:spPr>
          <a:xfrm>
            <a:off x="457200" y="990600"/>
            <a:ext cx="8229600" cy="5334000"/>
          </a:xfrm>
        </p:spPr>
        <p:txBody>
          <a:bodyPr/>
          <a:lstStyle/>
          <a:p>
            <a:pPr>
              <a:spcAft>
                <a:spcPts val="600"/>
              </a:spcAft>
            </a:pPr>
            <a:r>
              <a:rPr lang="en-US" altLang="es-CL" sz="2000" dirty="0" err="1"/>
              <a:t>En</a:t>
            </a:r>
            <a:r>
              <a:rPr lang="en-US" altLang="es-CL" sz="2000" dirty="0"/>
              <a:t> </a:t>
            </a:r>
            <a:r>
              <a:rPr lang="en-US" altLang="es-CL" sz="2000" dirty="0" err="1"/>
              <a:t>cualquier</a:t>
            </a:r>
            <a:r>
              <a:rPr lang="en-US" altLang="es-CL" sz="2000" dirty="0"/>
              <a:t> </a:t>
            </a:r>
            <a:r>
              <a:rPr lang="en-US" altLang="es-CL" sz="2000" dirty="0" err="1"/>
              <a:t>sistema</a:t>
            </a:r>
            <a:r>
              <a:rPr lang="en-US" altLang="es-CL" sz="2000" dirty="0"/>
              <a:t> de </a:t>
            </a:r>
            <a:r>
              <a:rPr lang="en-US" altLang="es-CL" sz="2000" dirty="0" err="1"/>
              <a:t>agentes</a:t>
            </a:r>
            <a:r>
              <a:rPr lang="en-US" altLang="es-CL" sz="2000" dirty="0"/>
              <a:t>, el </a:t>
            </a:r>
            <a:r>
              <a:rPr lang="en-US" altLang="es-CL" sz="2000" dirty="0" err="1"/>
              <a:t>porcentaje</a:t>
            </a:r>
            <a:r>
              <a:rPr lang="en-US" altLang="es-CL" sz="2000" dirty="0"/>
              <a:t> del </a:t>
            </a:r>
            <a:r>
              <a:rPr lang="en-US" altLang="es-CL" sz="2000" dirty="0" err="1"/>
              <a:t>sistema</a:t>
            </a:r>
            <a:r>
              <a:rPr lang="en-US" altLang="es-CL" sz="2000" dirty="0"/>
              <a:t> que </a:t>
            </a:r>
            <a:r>
              <a:rPr lang="en-US" altLang="es-CL" sz="2000" dirty="0" err="1"/>
              <a:t>está</a:t>
            </a:r>
            <a:r>
              <a:rPr lang="en-US" altLang="es-CL" sz="2000" dirty="0"/>
              <a:t> </a:t>
            </a:r>
            <a:r>
              <a:rPr lang="en-US" altLang="es-CL" sz="2000" dirty="0" err="1"/>
              <a:t>basado</a:t>
            </a:r>
            <a:r>
              <a:rPr lang="en-US" altLang="es-CL" sz="2000" dirty="0"/>
              <a:t> </a:t>
            </a:r>
            <a:r>
              <a:rPr lang="en-US" altLang="es-CL" sz="2000" dirty="0" err="1"/>
              <a:t>en</a:t>
            </a:r>
            <a:r>
              <a:rPr lang="en-US" altLang="es-CL" sz="2000" dirty="0"/>
              <a:t> </a:t>
            </a:r>
            <a:r>
              <a:rPr lang="en-US" altLang="es-CL" sz="2000" dirty="0" err="1"/>
              <a:t>agentes</a:t>
            </a:r>
            <a:r>
              <a:rPr lang="en-US" altLang="es-CL" sz="2000" dirty="0"/>
              <a:t> </a:t>
            </a:r>
            <a:r>
              <a:rPr lang="en-US" altLang="es-CL" sz="2000" dirty="0" err="1"/>
              <a:t>es</a:t>
            </a:r>
            <a:r>
              <a:rPr lang="en-US" altLang="es-CL" sz="2000" dirty="0"/>
              <a:t> </a:t>
            </a:r>
            <a:r>
              <a:rPr lang="en-US" altLang="es-CL" sz="2000" dirty="0" err="1"/>
              <a:t>comparativamente</a:t>
            </a:r>
            <a:r>
              <a:rPr lang="en-US" altLang="es-CL" sz="2000" dirty="0"/>
              <a:t> </a:t>
            </a:r>
            <a:r>
              <a:rPr lang="en-US" altLang="es-CL" sz="2000" dirty="0" err="1"/>
              <a:t>pequeño</a:t>
            </a:r>
            <a:endParaRPr lang="en-US" altLang="es-CL" sz="2000" dirty="0"/>
          </a:p>
          <a:p>
            <a:pPr>
              <a:spcAft>
                <a:spcPts val="600"/>
              </a:spcAft>
            </a:pPr>
            <a:r>
              <a:rPr lang="en-US" altLang="es-CL" sz="2000" dirty="0" err="1"/>
              <a:t>Por</a:t>
            </a:r>
            <a:r>
              <a:rPr lang="en-US" altLang="es-CL" sz="2000" dirty="0"/>
              <a:t> </a:t>
            </a:r>
            <a:r>
              <a:rPr lang="en-US" altLang="es-CL" sz="2000" dirty="0" err="1"/>
              <a:t>ello</a:t>
            </a:r>
            <a:r>
              <a:rPr lang="en-US" altLang="es-CL" sz="2000" dirty="0"/>
              <a:t> </a:t>
            </a:r>
            <a:r>
              <a:rPr lang="en-US" altLang="es-CL" sz="2000" dirty="0" err="1"/>
              <a:t>es</a:t>
            </a:r>
            <a:r>
              <a:rPr lang="en-US" altLang="es-CL" sz="2000" dirty="0"/>
              <a:t> </a:t>
            </a:r>
            <a:r>
              <a:rPr lang="en-US" altLang="es-CL" sz="2000" dirty="0" err="1"/>
              <a:t>importante</a:t>
            </a:r>
            <a:r>
              <a:rPr lang="en-US" altLang="es-CL" sz="2000" dirty="0"/>
              <a:t> </a:t>
            </a:r>
            <a:r>
              <a:rPr lang="en-US" altLang="es-CL" sz="2000" dirty="0" err="1"/>
              <a:t>explotar</a:t>
            </a:r>
            <a:r>
              <a:rPr lang="en-US" altLang="es-CL" sz="2000" dirty="0"/>
              <a:t> </a:t>
            </a:r>
            <a:r>
              <a:rPr lang="en-US" altLang="es-CL" sz="2000" dirty="0" err="1"/>
              <a:t>tecnologías</a:t>
            </a:r>
            <a:r>
              <a:rPr lang="en-US" altLang="es-CL" sz="2000" dirty="0"/>
              <a:t> y </a:t>
            </a:r>
            <a:r>
              <a:rPr lang="en-US" altLang="es-CL" sz="2000" dirty="0" err="1"/>
              <a:t>técnicas</a:t>
            </a:r>
            <a:r>
              <a:rPr lang="en-US" altLang="es-CL" sz="2000" dirty="0"/>
              <a:t> </a:t>
            </a:r>
            <a:r>
              <a:rPr lang="en-US" altLang="es-CL" sz="2000" dirty="0" err="1"/>
              <a:t>convencionales</a:t>
            </a:r>
            <a:r>
              <a:rPr lang="en-US" altLang="es-CL" sz="2000" dirty="0"/>
              <a:t> </a:t>
            </a:r>
            <a:r>
              <a:rPr lang="en-US" altLang="es-CL" sz="2000" dirty="0" err="1"/>
              <a:t>donde</a:t>
            </a:r>
            <a:r>
              <a:rPr lang="en-US" altLang="es-CL" sz="2000" dirty="0"/>
              <a:t> sea </a:t>
            </a:r>
            <a:r>
              <a:rPr lang="en-US" altLang="es-CL" sz="2000" dirty="0" err="1"/>
              <a:t>posible</a:t>
            </a:r>
            <a:endParaRPr lang="en-US" altLang="es-CL" sz="2000" dirty="0"/>
          </a:p>
          <a:p>
            <a:pPr>
              <a:spcAft>
                <a:spcPts val="600"/>
              </a:spcAft>
            </a:pPr>
            <a:r>
              <a:rPr lang="en-US" altLang="es-CL" sz="2000" dirty="0"/>
              <a:t>La </a:t>
            </a:r>
            <a:r>
              <a:rPr lang="en-US" altLang="es-CL" sz="2000" dirty="0" err="1"/>
              <a:t>explotación</a:t>
            </a:r>
            <a:r>
              <a:rPr lang="en-US" altLang="es-CL" sz="2000" dirty="0"/>
              <a:t> de  </a:t>
            </a:r>
            <a:r>
              <a:rPr lang="en-US" altLang="es-CL" sz="2000" dirty="0" err="1"/>
              <a:t>tecnología</a:t>
            </a:r>
            <a:r>
              <a:rPr lang="en-US" altLang="es-CL" sz="2000" dirty="0"/>
              <a:t> </a:t>
            </a:r>
            <a:r>
              <a:rPr lang="en-US" altLang="es-CL" sz="2000" dirty="0" err="1"/>
              <a:t>relacionada</a:t>
            </a:r>
            <a:r>
              <a:rPr lang="en-US" altLang="es-CL" sz="2000" dirty="0"/>
              <a:t>:</a:t>
            </a:r>
          </a:p>
          <a:p>
            <a:pPr lvl="1">
              <a:spcAft>
                <a:spcPts val="600"/>
              </a:spcAft>
            </a:pPr>
            <a:r>
              <a:rPr lang="en-US" altLang="es-CL" sz="2000" dirty="0" err="1"/>
              <a:t>Apura</a:t>
            </a:r>
            <a:r>
              <a:rPr lang="en-US" altLang="es-CL" sz="2000" dirty="0"/>
              <a:t> el </a:t>
            </a:r>
            <a:r>
              <a:rPr lang="en-US" altLang="es-CL" sz="2000" dirty="0" err="1"/>
              <a:t>desarrollo</a:t>
            </a:r>
            <a:endParaRPr lang="en-US" altLang="es-CL" sz="2000" dirty="0"/>
          </a:p>
          <a:p>
            <a:pPr lvl="1">
              <a:spcAft>
                <a:spcPts val="600"/>
              </a:spcAft>
            </a:pPr>
            <a:r>
              <a:rPr lang="en-US" altLang="es-CL" sz="2000" dirty="0"/>
              <a:t>Evita </a:t>
            </a:r>
            <a:r>
              <a:rPr lang="en-US" altLang="es-CL" sz="2000" dirty="0" err="1"/>
              <a:t>reinventar</a:t>
            </a:r>
            <a:r>
              <a:rPr lang="en-US" altLang="es-CL" sz="2000" dirty="0"/>
              <a:t> la </a:t>
            </a:r>
            <a:r>
              <a:rPr lang="en-US" altLang="es-CL" sz="2000" dirty="0" err="1"/>
              <a:t>rueda</a:t>
            </a:r>
            <a:endParaRPr lang="en-US" altLang="es-CL" sz="2000" dirty="0"/>
          </a:p>
          <a:p>
            <a:pPr lvl="1">
              <a:spcAft>
                <a:spcPts val="600"/>
              </a:spcAft>
            </a:pPr>
            <a:r>
              <a:rPr lang="en-US" altLang="es-CL" sz="2000" dirty="0"/>
              <a:t>Concentra el </a:t>
            </a:r>
            <a:r>
              <a:rPr lang="en-US" altLang="es-CL" sz="2000" dirty="0" err="1"/>
              <a:t>esfuerzo</a:t>
            </a:r>
            <a:r>
              <a:rPr lang="en-US" altLang="es-CL" sz="2000" dirty="0"/>
              <a:t> </a:t>
            </a:r>
            <a:r>
              <a:rPr lang="en-US" altLang="es-CL" sz="2000" dirty="0" err="1"/>
              <a:t>en</a:t>
            </a:r>
            <a:r>
              <a:rPr lang="en-US" altLang="es-CL" sz="2000" dirty="0"/>
              <a:t> </a:t>
            </a:r>
            <a:r>
              <a:rPr lang="en-US" altLang="es-CL" sz="2000" dirty="0" err="1"/>
              <a:t>los</a:t>
            </a:r>
            <a:r>
              <a:rPr lang="en-US" altLang="es-CL" sz="2000" dirty="0"/>
              <a:t> </a:t>
            </a:r>
            <a:r>
              <a:rPr lang="en-US" altLang="es-CL" sz="2000" dirty="0" err="1"/>
              <a:t>componentes</a:t>
            </a:r>
            <a:r>
              <a:rPr lang="en-US" altLang="es-CL" sz="2000" dirty="0"/>
              <a:t> de </a:t>
            </a:r>
            <a:r>
              <a:rPr lang="en-US" altLang="es-CL" sz="2000" dirty="0" err="1"/>
              <a:t>agentes</a:t>
            </a:r>
            <a:endParaRPr lang="en-US" altLang="es-CL" sz="2000" dirty="0"/>
          </a:p>
        </p:txBody>
      </p:sp>
      <p:pic>
        <p:nvPicPr>
          <p:cNvPr id="6" name="Imagen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63259" y="4583434"/>
            <a:ext cx="1499341" cy="128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n 2"/>
          <p:cNvPicPr>
            <a:picLocks noChangeAspect="1"/>
          </p:cNvPicPr>
          <p:nvPr/>
        </p:nvPicPr>
        <p:blipFill rotWithShape="1">
          <a:blip r:embed="rId4"/>
          <a:srcRect r="88304"/>
          <a:stretch/>
        </p:blipFill>
        <p:spPr>
          <a:xfrm>
            <a:off x="5791200" y="4850567"/>
            <a:ext cx="1158542" cy="1245433"/>
          </a:xfrm>
          <a:prstGeom prst="rect">
            <a:avLst/>
          </a:prstGeom>
        </p:spPr>
      </p:pic>
      <p:pic>
        <p:nvPicPr>
          <p:cNvPr id="5" name="Imagen 4"/>
          <p:cNvPicPr>
            <a:picLocks noChangeAspect="1"/>
          </p:cNvPicPr>
          <p:nvPr/>
        </p:nvPicPr>
        <p:blipFill rotWithShape="1">
          <a:blip r:embed="rId5"/>
          <a:srcRect r="38825"/>
          <a:stretch/>
        </p:blipFill>
        <p:spPr>
          <a:xfrm>
            <a:off x="1143000" y="4686300"/>
            <a:ext cx="1748078" cy="952500"/>
          </a:xfrm>
          <a:prstGeom prst="rect">
            <a:avLst/>
          </a:prstGeom>
        </p:spPr>
      </p:pic>
      <p:pic>
        <p:nvPicPr>
          <p:cNvPr id="7" name="Imagen 6"/>
          <p:cNvPicPr>
            <a:picLocks noChangeAspect="1"/>
          </p:cNvPicPr>
          <p:nvPr/>
        </p:nvPicPr>
        <p:blipFill>
          <a:blip r:embed="rId6"/>
          <a:stretch>
            <a:fillRect/>
          </a:stretch>
        </p:blipFill>
        <p:spPr>
          <a:xfrm>
            <a:off x="7226374" y="4331644"/>
            <a:ext cx="1519265" cy="1459556"/>
          </a:xfrm>
          <a:prstGeom prst="rect">
            <a:avLst/>
          </a:prstGeom>
        </p:spPr>
      </p:pic>
      <p:pic>
        <p:nvPicPr>
          <p:cNvPr id="8" name="Imagen 7"/>
          <p:cNvPicPr>
            <a:picLocks noChangeAspect="1"/>
          </p:cNvPicPr>
          <p:nvPr/>
        </p:nvPicPr>
        <p:blipFill>
          <a:blip r:embed="rId7"/>
          <a:stretch>
            <a:fillRect/>
          </a:stretch>
        </p:blipFill>
        <p:spPr>
          <a:xfrm>
            <a:off x="519427" y="5595719"/>
            <a:ext cx="3365531" cy="50028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2DFA344-131B-46DE-AFBE-746CECA40BC5}" type="slidenum">
              <a:rPr lang="en-US" altLang="en-US" sz="1200" smtClean="0">
                <a:latin typeface="Garamond" panose="02020404030301010803" pitchFamily="18" charset="0"/>
              </a:rPr>
              <a:pPr>
                <a:spcBef>
                  <a:spcPct val="0"/>
                </a:spcBef>
                <a:buClrTx/>
                <a:buSzTx/>
                <a:buFontTx/>
                <a:buNone/>
              </a:pPr>
              <a:t>66</a:t>
            </a:fld>
            <a:endParaRPr lang="en-US" altLang="en-US" sz="1200" dirty="0">
              <a:latin typeface="Garamond" panose="02020404030301010803" pitchFamily="18" charset="0"/>
            </a:endParaRPr>
          </a:p>
        </p:txBody>
      </p:sp>
      <p:sp>
        <p:nvSpPr>
          <p:cNvPr id="31747" name="Rectangle 2"/>
          <p:cNvSpPr>
            <a:spLocks noGrp="1" noChangeArrowheads="1"/>
          </p:cNvSpPr>
          <p:nvPr>
            <p:ph type="title"/>
          </p:nvPr>
        </p:nvSpPr>
        <p:spPr/>
        <p:txBody>
          <a:bodyPr/>
          <a:lstStyle/>
          <a:p>
            <a:r>
              <a:rPr lang="en-US" altLang="es-CL"/>
              <a:t>No explotar concurrencia</a:t>
            </a:r>
          </a:p>
        </p:txBody>
      </p:sp>
      <p:sp>
        <p:nvSpPr>
          <p:cNvPr id="31748" name="Rectangle 3"/>
          <p:cNvSpPr>
            <a:spLocks noGrp="1" noChangeArrowheads="1"/>
          </p:cNvSpPr>
          <p:nvPr>
            <p:ph type="body" idx="1"/>
          </p:nvPr>
        </p:nvSpPr>
        <p:spPr>
          <a:xfrm>
            <a:off x="457200" y="1066800"/>
            <a:ext cx="8229600" cy="5181600"/>
          </a:xfrm>
        </p:spPr>
        <p:txBody>
          <a:bodyPr/>
          <a:lstStyle/>
          <a:p>
            <a:pPr>
              <a:lnSpc>
                <a:spcPct val="80000"/>
              </a:lnSpc>
              <a:spcAft>
                <a:spcPts val="1200"/>
              </a:spcAft>
            </a:pPr>
            <a:r>
              <a:rPr lang="en-US" altLang="es-CL" sz="2000" dirty="0"/>
              <a:t>Una de las </a:t>
            </a:r>
            <a:r>
              <a:rPr lang="en-US" altLang="es-CL" sz="2000" dirty="0" err="1"/>
              <a:t>propiedades</a:t>
            </a:r>
            <a:r>
              <a:rPr lang="en-US" altLang="es-CL" sz="2000" dirty="0"/>
              <a:t> </a:t>
            </a:r>
            <a:r>
              <a:rPr lang="en-US" altLang="es-CL" sz="2000" dirty="0" err="1"/>
              <a:t>más</a:t>
            </a:r>
            <a:r>
              <a:rPr lang="en-US" altLang="es-CL" sz="2000" dirty="0"/>
              <a:t> </a:t>
            </a:r>
            <a:r>
              <a:rPr lang="en-US" altLang="es-CL" sz="2000" dirty="0" err="1"/>
              <a:t>obvias</a:t>
            </a:r>
            <a:r>
              <a:rPr lang="en-US" altLang="es-CL" sz="2000" dirty="0"/>
              <a:t> de un </a:t>
            </a:r>
            <a:r>
              <a:rPr lang="en-US" altLang="es-CL" sz="2000" dirty="0" err="1"/>
              <a:t>sistema</a:t>
            </a:r>
            <a:r>
              <a:rPr lang="en-US" altLang="es-CL" sz="2000" dirty="0"/>
              <a:t> de </a:t>
            </a:r>
            <a:r>
              <a:rPr lang="en-US" altLang="es-CL" sz="2000" dirty="0" err="1"/>
              <a:t>agentes</a:t>
            </a:r>
            <a:r>
              <a:rPr lang="en-US" altLang="es-CL" sz="2000" dirty="0"/>
              <a:t> </a:t>
            </a:r>
            <a:r>
              <a:rPr lang="en-US" altLang="es-CL" sz="2000" dirty="0" err="1"/>
              <a:t>diseñado</a:t>
            </a:r>
            <a:r>
              <a:rPr lang="en-US" altLang="es-CL" sz="2000" dirty="0"/>
              <a:t> </a:t>
            </a:r>
            <a:r>
              <a:rPr lang="en-US" altLang="es-CL" sz="2000" dirty="0" err="1"/>
              <a:t>probremente</a:t>
            </a:r>
            <a:r>
              <a:rPr lang="en-US" altLang="es-CL" sz="2000" dirty="0"/>
              <a:t> </a:t>
            </a:r>
            <a:r>
              <a:rPr lang="en-US" altLang="es-CL" sz="2000" dirty="0" err="1"/>
              <a:t>es</a:t>
            </a:r>
            <a:r>
              <a:rPr lang="en-US" altLang="es-CL" sz="2000" dirty="0"/>
              <a:t> el </a:t>
            </a:r>
            <a:r>
              <a:rPr lang="en-US" altLang="es-CL" sz="2000" dirty="0" err="1"/>
              <a:t>poco</a:t>
            </a:r>
            <a:r>
              <a:rPr lang="en-US" altLang="es-CL" sz="2000" dirty="0"/>
              <a:t> </a:t>
            </a:r>
            <a:r>
              <a:rPr lang="en-US" altLang="es-CL" sz="2000" dirty="0" err="1"/>
              <a:t>uso</a:t>
            </a:r>
            <a:r>
              <a:rPr lang="en-US" altLang="es-CL" sz="2000" dirty="0"/>
              <a:t> de </a:t>
            </a:r>
            <a:r>
              <a:rPr lang="en-US" altLang="es-CL" sz="2000" dirty="0" err="1"/>
              <a:t>concurrencia</a:t>
            </a:r>
            <a:r>
              <a:rPr lang="en-US" altLang="es-CL" sz="2000" dirty="0"/>
              <a:t> para la </a:t>
            </a:r>
            <a:r>
              <a:rPr lang="en-US" altLang="es-CL" sz="2000" dirty="0" err="1"/>
              <a:t>resolución</a:t>
            </a:r>
            <a:r>
              <a:rPr lang="en-US" altLang="es-CL" sz="2000" dirty="0"/>
              <a:t> del </a:t>
            </a:r>
            <a:r>
              <a:rPr lang="en-US" altLang="es-CL" sz="2000" dirty="0" err="1"/>
              <a:t>problema</a:t>
            </a:r>
            <a:r>
              <a:rPr lang="en-US" altLang="es-CL" sz="2000" dirty="0"/>
              <a:t> o a </a:t>
            </a:r>
            <a:r>
              <a:rPr lang="en-US" altLang="es-CL" sz="2000" dirty="0" err="1"/>
              <a:t>veces</a:t>
            </a:r>
            <a:r>
              <a:rPr lang="en-US" altLang="es-CL" sz="2000" dirty="0"/>
              <a:t> </a:t>
            </a:r>
            <a:r>
              <a:rPr lang="en-US" altLang="es-CL" sz="2000" dirty="0" err="1"/>
              <a:t>es</a:t>
            </a:r>
            <a:r>
              <a:rPr lang="en-US" altLang="es-CL" sz="2000" dirty="0"/>
              <a:t> </a:t>
            </a:r>
            <a:r>
              <a:rPr lang="en-US" altLang="es-CL" sz="2000" dirty="0" err="1"/>
              <a:t>incluso</a:t>
            </a:r>
            <a:r>
              <a:rPr lang="en-US" altLang="es-CL" sz="2000" dirty="0"/>
              <a:t> </a:t>
            </a:r>
            <a:r>
              <a:rPr lang="en-US" altLang="es-CL" sz="2000" dirty="0" err="1"/>
              <a:t>inexistente</a:t>
            </a:r>
            <a:r>
              <a:rPr lang="en-US" altLang="es-CL" sz="2000" dirty="0"/>
              <a:t> </a:t>
            </a:r>
          </a:p>
          <a:p>
            <a:pPr>
              <a:lnSpc>
                <a:spcPct val="80000"/>
              </a:lnSpc>
              <a:spcAft>
                <a:spcPts val="1200"/>
              </a:spcAft>
            </a:pPr>
            <a:r>
              <a:rPr lang="en-US" altLang="es-CL" sz="2000" dirty="0"/>
              <a:t>¡</a:t>
            </a:r>
            <a:r>
              <a:rPr lang="en-US" altLang="es-CL" sz="2000" dirty="0" err="1"/>
              <a:t>Procesamiento</a:t>
            </a:r>
            <a:r>
              <a:rPr lang="en-US" altLang="es-CL" sz="2000" dirty="0"/>
              <a:t> serial </a:t>
            </a:r>
            <a:r>
              <a:rPr lang="en-US" altLang="es-CL" sz="2000" dirty="0" err="1"/>
              <a:t>en</a:t>
            </a:r>
            <a:r>
              <a:rPr lang="en-US" altLang="es-CL" sz="2000" dirty="0"/>
              <a:t> un </a:t>
            </a:r>
            <a:r>
              <a:rPr lang="en-US" altLang="es-CL" sz="2000" dirty="0" err="1"/>
              <a:t>sistema</a:t>
            </a:r>
            <a:r>
              <a:rPr lang="en-US" altLang="es-CL" sz="2000" dirty="0"/>
              <a:t> </a:t>
            </a:r>
            <a:r>
              <a:rPr lang="en-US" altLang="es-CL" sz="2000" dirty="0" err="1"/>
              <a:t>distribuido</a:t>
            </a:r>
            <a:r>
              <a:rPr lang="en-US" altLang="es-CL" sz="2000" dirty="0"/>
              <a:t>! </a:t>
            </a:r>
          </a:p>
          <a:p>
            <a:pPr>
              <a:lnSpc>
                <a:spcPct val="80000"/>
              </a:lnSpc>
              <a:spcAft>
                <a:spcPts val="1200"/>
              </a:spcAft>
            </a:pPr>
            <a:r>
              <a:rPr lang="en-US" altLang="es-CL" sz="2000" dirty="0"/>
              <a:t>¿Si no </a:t>
            </a:r>
            <a:r>
              <a:rPr lang="en-US" altLang="es-CL" sz="2000" dirty="0" err="1"/>
              <a:t>explota</a:t>
            </a:r>
            <a:r>
              <a:rPr lang="en-US" altLang="es-CL" sz="2000" dirty="0"/>
              <a:t> </a:t>
            </a:r>
            <a:r>
              <a:rPr lang="en-US" altLang="es-CL" sz="2000" dirty="0" err="1"/>
              <a:t>concurrencia</a:t>
            </a:r>
            <a:r>
              <a:rPr lang="en-US" altLang="es-CL" sz="2000" dirty="0"/>
              <a:t>, para </a:t>
            </a:r>
            <a:r>
              <a:rPr lang="en-US" altLang="es-CL" sz="2000" dirty="0" err="1"/>
              <a:t>qué</a:t>
            </a:r>
            <a:r>
              <a:rPr lang="en-US" altLang="es-CL" sz="2000" dirty="0"/>
              <a:t> </a:t>
            </a:r>
            <a:r>
              <a:rPr lang="en-US" altLang="es-CL" sz="2000" dirty="0" err="1"/>
              <a:t>desarrollar</a:t>
            </a:r>
            <a:r>
              <a:rPr lang="en-US" altLang="es-CL" sz="2000" dirty="0"/>
              <a:t> </a:t>
            </a:r>
            <a:r>
              <a:rPr lang="en-US" altLang="es-CL" sz="2000" dirty="0" err="1"/>
              <a:t>una</a:t>
            </a:r>
            <a:r>
              <a:rPr lang="en-US" altLang="es-CL" sz="2000" dirty="0"/>
              <a:t> </a:t>
            </a:r>
            <a:r>
              <a:rPr lang="en-US" altLang="es-CL" sz="2000" dirty="0" err="1"/>
              <a:t>solución</a:t>
            </a:r>
            <a:r>
              <a:rPr lang="en-US" altLang="es-CL" sz="2000" dirty="0"/>
              <a:t> </a:t>
            </a:r>
            <a:r>
              <a:rPr lang="en-US" altLang="es-CL" sz="2000" dirty="0" err="1"/>
              <a:t>basada</a:t>
            </a:r>
            <a:r>
              <a:rPr lang="en-US" altLang="es-CL" sz="2000" dirty="0"/>
              <a:t> </a:t>
            </a:r>
            <a:r>
              <a:rPr lang="en-US" altLang="es-CL" sz="2000" dirty="0" err="1"/>
              <a:t>en</a:t>
            </a:r>
            <a:r>
              <a:rPr lang="en-US" altLang="es-CL" sz="2000" dirty="0"/>
              <a:t> </a:t>
            </a:r>
            <a:r>
              <a:rPr lang="en-US" altLang="es-CL" sz="2000" dirty="0" err="1"/>
              <a:t>agentes</a:t>
            </a:r>
            <a:r>
              <a:rPr lang="en-US" altLang="es-CL" sz="2000" dirty="0"/>
              <a:t>?</a:t>
            </a: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2286000"/>
            <a:ext cx="4129548" cy="42672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BD12908-4957-4040-BF28-3F862F430E7C}" type="slidenum">
              <a:rPr lang="en-US" altLang="en-US" sz="1200" smtClean="0">
                <a:latin typeface="Garamond" panose="02020404030301010803" pitchFamily="18" charset="0"/>
              </a:rPr>
              <a:pPr>
                <a:spcBef>
                  <a:spcPct val="0"/>
                </a:spcBef>
                <a:buClrTx/>
                <a:buSzTx/>
                <a:buFontTx/>
                <a:buNone/>
              </a:pPr>
              <a:t>67</a:t>
            </a:fld>
            <a:endParaRPr lang="en-US" altLang="en-US" sz="1200" dirty="0">
              <a:latin typeface="Garamond" panose="02020404030301010803" pitchFamily="18" charset="0"/>
            </a:endParaRPr>
          </a:p>
        </p:txBody>
      </p:sp>
      <p:sp>
        <p:nvSpPr>
          <p:cNvPr id="32771" name="Rectangle 2"/>
          <p:cNvSpPr>
            <a:spLocks noGrp="1" noChangeArrowheads="1"/>
          </p:cNvSpPr>
          <p:nvPr>
            <p:ph type="title"/>
          </p:nvPr>
        </p:nvSpPr>
        <p:spPr/>
        <p:txBody>
          <a:bodyPr/>
          <a:lstStyle/>
          <a:p>
            <a:r>
              <a:rPr lang="en-US" altLang="es-CL"/>
              <a:t>Usar mucha IA</a:t>
            </a:r>
          </a:p>
        </p:txBody>
      </p:sp>
      <p:sp>
        <p:nvSpPr>
          <p:cNvPr id="32772" name="Rectangle 3"/>
          <p:cNvSpPr>
            <a:spLocks noGrp="1" noChangeArrowheads="1"/>
          </p:cNvSpPr>
          <p:nvPr>
            <p:ph type="body" idx="1"/>
          </p:nvPr>
        </p:nvSpPr>
        <p:spPr>
          <a:xfrm>
            <a:off x="457200" y="1066800"/>
            <a:ext cx="8229600" cy="5181600"/>
          </a:xfrm>
        </p:spPr>
        <p:txBody>
          <a:bodyPr/>
          <a:lstStyle/>
          <a:p>
            <a:pPr>
              <a:lnSpc>
                <a:spcPct val="90000"/>
              </a:lnSpc>
              <a:spcAft>
                <a:spcPts val="600"/>
              </a:spcAft>
            </a:pPr>
            <a:r>
              <a:rPr lang="en-US" altLang="es-CL" sz="2000" dirty="0" err="1"/>
              <a:t>Tentación</a:t>
            </a:r>
            <a:r>
              <a:rPr lang="en-US" altLang="es-CL" sz="2000" dirty="0"/>
              <a:t> de </a:t>
            </a:r>
            <a:r>
              <a:rPr lang="en-US" altLang="es-CL" sz="2000" dirty="0" err="1"/>
              <a:t>enfocarse</a:t>
            </a:r>
            <a:r>
              <a:rPr lang="en-US" altLang="es-CL" sz="2000" dirty="0"/>
              <a:t> </a:t>
            </a:r>
            <a:r>
              <a:rPr lang="en-US" altLang="es-CL" sz="2000" dirty="0" err="1"/>
              <a:t>en</a:t>
            </a:r>
            <a:r>
              <a:rPr lang="en-US" altLang="es-CL" sz="2000" dirty="0"/>
              <a:t> </a:t>
            </a:r>
            <a:r>
              <a:rPr lang="en-US" altLang="es-CL" sz="2000" dirty="0" err="1"/>
              <a:t>los</a:t>
            </a:r>
            <a:r>
              <a:rPr lang="en-US" altLang="es-CL" sz="2000" dirty="0"/>
              <a:t> </a:t>
            </a:r>
            <a:r>
              <a:rPr lang="en-US" altLang="es-CL" sz="2000" dirty="0" err="1"/>
              <a:t>aspectos</a:t>
            </a:r>
            <a:r>
              <a:rPr lang="en-US" altLang="es-CL" sz="2000" dirty="0"/>
              <a:t> </a:t>
            </a:r>
            <a:r>
              <a:rPr lang="en-US" altLang="es-CL" sz="2000" dirty="0" err="1"/>
              <a:t>específicos</a:t>
            </a:r>
            <a:r>
              <a:rPr lang="en-US" altLang="es-CL" sz="2000" dirty="0"/>
              <a:t> de </a:t>
            </a:r>
            <a:r>
              <a:rPr lang="en-US" altLang="es-CL" sz="2000" dirty="0" err="1"/>
              <a:t>agentes</a:t>
            </a:r>
            <a:r>
              <a:rPr lang="en-US" altLang="es-CL" sz="2000" dirty="0"/>
              <a:t> de la </a:t>
            </a:r>
            <a:r>
              <a:rPr lang="en-US" altLang="es-CL" sz="2000" dirty="0" err="1"/>
              <a:t>aplicación</a:t>
            </a:r>
            <a:endParaRPr lang="en-US" altLang="es-CL" sz="2000" dirty="0"/>
          </a:p>
          <a:p>
            <a:pPr>
              <a:lnSpc>
                <a:spcPct val="90000"/>
              </a:lnSpc>
              <a:spcAft>
                <a:spcPts val="600"/>
              </a:spcAft>
            </a:pPr>
            <a:r>
              <a:rPr lang="en-US" altLang="es-CL" sz="2000" dirty="0" err="1"/>
              <a:t>Resultado</a:t>
            </a:r>
            <a:r>
              <a:rPr lang="en-US" altLang="es-CL" sz="2000" dirty="0"/>
              <a:t>: </a:t>
            </a:r>
            <a:r>
              <a:rPr lang="en-US" altLang="es-CL" sz="2000" dirty="0" err="1"/>
              <a:t>una</a:t>
            </a:r>
            <a:r>
              <a:rPr lang="en-US" altLang="es-CL" sz="2000" dirty="0"/>
              <a:t> </a:t>
            </a:r>
            <a:r>
              <a:rPr lang="en-US" altLang="es-CL" sz="2000" dirty="0" err="1"/>
              <a:t>infraestructura</a:t>
            </a:r>
            <a:r>
              <a:rPr lang="en-US" altLang="es-CL" sz="2000" dirty="0"/>
              <a:t> de </a:t>
            </a:r>
            <a:r>
              <a:rPr lang="en-US" altLang="es-CL" sz="2000" dirty="0" err="1"/>
              <a:t>agentes</a:t>
            </a:r>
            <a:r>
              <a:rPr lang="en-US" altLang="es-CL" sz="2000" dirty="0"/>
              <a:t> </a:t>
            </a:r>
            <a:r>
              <a:rPr lang="en-US" altLang="es-CL" sz="2000" dirty="0" err="1"/>
              <a:t>demasiado</a:t>
            </a:r>
            <a:r>
              <a:rPr lang="en-US" altLang="es-CL" sz="2000" dirty="0"/>
              <a:t> </a:t>
            </a:r>
            <a:r>
              <a:rPr lang="en-US" altLang="es-CL" sz="2000" dirty="0" err="1"/>
              <a:t>cargada</a:t>
            </a:r>
            <a:r>
              <a:rPr lang="en-US" altLang="es-CL" sz="2000" dirty="0"/>
              <a:t> de </a:t>
            </a:r>
            <a:r>
              <a:rPr lang="en-US" altLang="es-CL" sz="2000" dirty="0" err="1"/>
              <a:t>técnicas</a:t>
            </a:r>
            <a:r>
              <a:rPr lang="en-US" altLang="es-CL" sz="2000" dirty="0"/>
              <a:t> </a:t>
            </a:r>
            <a:r>
              <a:rPr lang="en-US" altLang="es-CL" sz="2000" dirty="0" err="1"/>
              <a:t>experimentales</a:t>
            </a:r>
            <a:r>
              <a:rPr lang="en-US" altLang="es-CL" sz="2000" dirty="0"/>
              <a:t> de IA para </a:t>
            </a:r>
            <a:r>
              <a:rPr lang="en-US" altLang="es-CL" sz="2000" dirty="0" err="1"/>
              <a:t>ser</a:t>
            </a:r>
            <a:r>
              <a:rPr lang="en-US" altLang="es-CL" sz="2000" dirty="0"/>
              <a:t> </a:t>
            </a:r>
            <a:r>
              <a:rPr lang="en-US" altLang="es-CL" sz="2000" dirty="0" err="1"/>
              <a:t>útil</a:t>
            </a:r>
            <a:endParaRPr lang="en-US" altLang="es-CL" sz="2000" dirty="0"/>
          </a:p>
          <a:p>
            <a:pPr>
              <a:lnSpc>
                <a:spcPct val="90000"/>
              </a:lnSpc>
              <a:spcAft>
                <a:spcPts val="600"/>
              </a:spcAft>
            </a:pPr>
            <a:r>
              <a:rPr lang="en-US" altLang="es-CL" sz="2000" dirty="0" err="1"/>
              <a:t>Debido</a:t>
            </a:r>
            <a:r>
              <a:rPr lang="en-US" altLang="es-CL" sz="2000" dirty="0"/>
              <a:t> a la “</a:t>
            </a:r>
            <a:r>
              <a:rPr lang="en-US" altLang="es-CL" sz="2000" dirty="0" err="1"/>
              <a:t>envidia</a:t>
            </a:r>
            <a:r>
              <a:rPr lang="en-US" altLang="es-CL" sz="2000" dirty="0"/>
              <a:t>” de </a:t>
            </a:r>
            <a:r>
              <a:rPr lang="en-US" altLang="es-CL" sz="2000" dirty="0" err="1"/>
              <a:t>tener</a:t>
            </a:r>
            <a:r>
              <a:rPr lang="en-US" altLang="es-CL" sz="2000" dirty="0"/>
              <a:t> </a:t>
            </a:r>
            <a:r>
              <a:rPr lang="en-US" altLang="es-CL" sz="2000" dirty="0" err="1"/>
              <a:t>agentes</a:t>
            </a:r>
            <a:r>
              <a:rPr lang="en-US" altLang="es-CL" sz="2000" dirty="0"/>
              <a:t> que </a:t>
            </a:r>
            <a:r>
              <a:rPr lang="en-US" altLang="es-CL" sz="2000" dirty="0" err="1"/>
              <a:t>aprendan</a:t>
            </a:r>
            <a:r>
              <a:rPr lang="en-US" altLang="es-CL" sz="2000" dirty="0"/>
              <a:t>, </a:t>
            </a:r>
            <a:r>
              <a:rPr lang="en-US" altLang="es-CL" sz="2000" dirty="0" err="1"/>
              <a:t>planifiquen</a:t>
            </a:r>
            <a:r>
              <a:rPr lang="en-US" altLang="es-CL" sz="2000" dirty="0"/>
              <a:t>, </a:t>
            </a:r>
            <a:r>
              <a:rPr lang="en-US" altLang="es-CL" sz="2000" dirty="0" err="1"/>
              <a:t>hablen</a:t>
            </a:r>
            <a:r>
              <a:rPr lang="en-US" altLang="es-CL" sz="2000" dirty="0"/>
              <a:t>, </a:t>
            </a:r>
            <a:r>
              <a:rPr lang="en-US" altLang="es-CL" sz="2000" dirty="0" err="1"/>
              <a:t>bailen</a:t>
            </a:r>
            <a:r>
              <a:rPr lang="en-US" altLang="es-CL" sz="2000" dirty="0"/>
              <a:t>  …</a:t>
            </a:r>
          </a:p>
          <a:p>
            <a:pPr>
              <a:lnSpc>
                <a:spcPct val="90000"/>
              </a:lnSpc>
              <a:spcAft>
                <a:spcPts val="600"/>
              </a:spcAft>
            </a:pPr>
            <a:r>
              <a:rPr lang="en-US" altLang="es-CL" sz="2000" dirty="0" err="1"/>
              <a:t>Resista</a:t>
            </a:r>
            <a:r>
              <a:rPr lang="en-US" altLang="es-CL" sz="2000" dirty="0"/>
              <a:t> la </a:t>
            </a:r>
            <a:r>
              <a:rPr lang="en-US" altLang="es-CL" sz="2000" dirty="0" err="1"/>
              <a:t>tentación</a:t>
            </a:r>
            <a:r>
              <a:rPr lang="en-US" altLang="es-CL" sz="2000" dirty="0"/>
              <a:t> de </a:t>
            </a:r>
            <a:r>
              <a:rPr lang="en-US" altLang="es-CL" sz="2000" dirty="0" err="1"/>
              <a:t>creer</a:t>
            </a:r>
            <a:r>
              <a:rPr lang="en-US" altLang="es-CL" sz="2000" dirty="0"/>
              <a:t> que </a:t>
            </a:r>
            <a:r>
              <a:rPr lang="en-US" altLang="es-CL" sz="2000" dirty="0" err="1"/>
              <a:t>esas</a:t>
            </a:r>
            <a:r>
              <a:rPr lang="en-US" altLang="es-CL" sz="2000" dirty="0"/>
              <a:t> </a:t>
            </a:r>
            <a:r>
              <a:rPr lang="en-US" altLang="es-CL" sz="2000" dirty="0" err="1"/>
              <a:t>propiedades</a:t>
            </a:r>
            <a:r>
              <a:rPr lang="en-US" altLang="es-CL" sz="2000" dirty="0"/>
              <a:t> son </a:t>
            </a:r>
            <a:r>
              <a:rPr lang="en-US" altLang="es-CL" sz="2000" dirty="0" err="1"/>
              <a:t>esenciales</a:t>
            </a:r>
            <a:r>
              <a:rPr lang="en-US" altLang="es-CL" sz="2000" dirty="0"/>
              <a:t> para el </a:t>
            </a:r>
            <a:r>
              <a:rPr lang="en-US" altLang="es-CL" sz="2000" dirty="0" err="1"/>
              <a:t>sistema</a:t>
            </a:r>
            <a:endParaRPr lang="en-US" altLang="es-CL" sz="2000" dirty="0"/>
          </a:p>
          <a:p>
            <a:pPr>
              <a:lnSpc>
                <a:spcPct val="90000"/>
              </a:lnSpc>
              <a:spcAft>
                <a:spcPts val="600"/>
              </a:spcAft>
            </a:pPr>
            <a:r>
              <a:rPr lang="en-US" altLang="es-CL" sz="2000" u="sng" dirty="0" err="1"/>
              <a:t>Lección</a:t>
            </a:r>
            <a:r>
              <a:rPr lang="en-US" altLang="es-CL" sz="2000" dirty="0"/>
              <a:t>: </a:t>
            </a:r>
            <a:r>
              <a:rPr lang="en-US" altLang="es-CL" sz="2000" dirty="0" err="1"/>
              <a:t>construya</a:t>
            </a:r>
            <a:r>
              <a:rPr lang="en-US" altLang="es-CL" sz="2000" dirty="0"/>
              <a:t> </a:t>
            </a:r>
            <a:r>
              <a:rPr lang="en-US" altLang="es-CL" sz="2000" dirty="0" err="1"/>
              <a:t>agentes</a:t>
            </a:r>
            <a:r>
              <a:rPr lang="en-US" altLang="es-CL" sz="2000" dirty="0"/>
              <a:t> con un </a:t>
            </a:r>
            <a:r>
              <a:rPr lang="en-US" altLang="es-CL" sz="2000" dirty="0" err="1"/>
              <a:t>mínimo</a:t>
            </a:r>
            <a:r>
              <a:rPr lang="en-US" altLang="es-CL" sz="2000" dirty="0"/>
              <a:t> de IA; </a:t>
            </a:r>
            <a:r>
              <a:rPr lang="en-US" altLang="es-CL" sz="2000" dirty="0" err="1"/>
              <a:t>cuando</a:t>
            </a:r>
            <a:r>
              <a:rPr lang="en-US" altLang="es-CL" sz="2000" dirty="0"/>
              <a:t> se </a:t>
            </a:r>
            <a:r>
              <a:rPr lang="en-US" altLang="es-CL" sz="2000" dirty="0" err="1"/>
              <a:t>tenga</a:t>
            </a:r>
            <a:r>
              <a:rPr lang="en-US" altLang="es-CL" sz="2000" dirty="0"/>
              <a:t> </a:t>
            </a:r>
            <a:r>
              <a:rPr lang="en-US" altLang="es-CL" sz="2000" dirty="0" err="1"/>
              <a:t>éxito</a:t>
            </a:r>
            <a:r>
              <a:rPr lang="en-US" altLang="es-CL" sz="2000" dirty="0"/>
              <a:t> con </a:t>
            </a:r>
            <a:r>
              <a:rPr lang="en-US" altLang="es-CL" sz="2000" dirty="0" err="1"/>
              <a:t>eso</a:t>
            </a:r>
            <a:r>
              <a:rPr lang="en-US" altLang="es-CL" sz="2000" dirty="0"/>
              <a:t>, </a:t>
            </a:r>
            <a:r>
              <a:rPr lang="en-US" altLang="es-CL" sz="2000" dirty="0" err="1"/>
              <a:t>progresivamente</a:t>
            </a:r>
            <a:r>
              <a:rPr lang="en-US" altLang="es-CL" sz="2000" dirty="0"/>
              <a:t> </a:t>
            </a:r>
            <a:r>
              <a:rPr lang="en-US" altLang="es-CL" sz="2000" dirty="0" err="1"/>
              <a:t>incluya</a:t>
            </a:r>
            <a:r>
              <a:rPr lang="en-US" altLang="es-CL" sz="2000" dirty="0"/>
              <a:t> </a:t>
            </a:r>
            <a:r>
              <a:rPr lang="en-US" altLang="es-CL" sz="2000" dirty="0" err="1"/>
              <a:t>más</a:t>
            </a:r>
            <a:r>
              <a:rPr lang="en-US" altLang="es-CL" sz="2000" dirty="0"/>
              <a:t> </a:t>
            </a:r>
            <a:r>
              <a:rPr lang="en-US" altLang="es-CL" sz="2000" dirty="0" err="1"/>
              <a:t>propiedades</a:t>
            </a:r>
            <a:endParaRPr lang="en-US" altLang="es-CL" sz="2000" dirty="0"/>
          </a:p>
          <a:p>
            <a:pPr>
              <a:lnSpc>
                <a:spcPct val="90000"/>
              </a:lnSpc>
              <a:spcAft>
                <a:spcPts val="600"/>
              </a:spcAft>
            </a:pPr>
            <a:r>
              <a:rPr lang="en-US" altLang="es-CL" sz="2000" dirty="0"/>
              <a:t>Lo que se llama la </a:t>
            </a:r>
            <a:r>
              <a:rPr lang="en-US" altLang="es-CL" sz="2000" dirty="0" err="1"/>
              <a:t>estrategia</a:t>
            </a:r>
            <a:r>
              <a:rPr lang="en-US" altLang="es-CL" sz="2000" dirty="0"/>
              <a:t> de “lo </a:t>
            </a:r>
            <a:r>
              <a:rPr lang="en-US" altLang="es-CL" sz="2000" dirty="0" err="1"/>
              <a:t>útil</a:t>
            </a:r>
            <a:r>
              <a:rPr lang="en-US" altLang="es-CL" sz="2000" dirty="0"/>
              <a:t> primero”</a:t>
            </a: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24600" y="4724400"/>
            <a:ext cx="2590800" cy="12954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69F0310-7F87-4FD8-AACA-D2A7BF7B7229}" type="slidenum">
              <a:rPr lang="en-US" altLang="en-US" sz="1200" smtClean="0">
                <a:latin typeface="Garamond" panose="02020404030301010803" pitchFamily="18" charset="0"/>
              </a:rPr>
              <a:pPr>
                <a:spcBef>
                  <a:spcPct val="0"/>
                </a:spcBef>
                <a:buClrTx/>
                <a:buSzTx/>
                <a:buFontTx/>
                <a:buNone/>
              </a:pPr>
              <a:t>68</a:t>
            </a:fld>
            <a:endParaRPr lang="en-US" altLang="en-US" sz="1200" dirty="0">
              <a:latin typeface="Garamond" panose="02020404030301010803" pitchFamily="18" charset="0"/>
            </a:endParaRPr>
          </a:p>
        </p:txBody>
      </p:sp>
      <p:sp>
        <p:nvSpPr>
          <p:cNvPr id="33795" name="Rectangle 2"/>
          <p:cNvSpPr>
            <a:spLocks noGrp="1" noChangeArrowheads="1"/>
          </p:cNvSpPr>
          <p:nvPr>
            <p:ph type="title"/>
          </p:nvPr>
        </p:nvSpPr>
        <p:spPr/>
        <p:txBody>
          <a:bodyPr/>
          <a:lstStyle/>
          <a:p>
            <a:r>
              <a:rPr lang="en-US" altLang="es-CL"/>
              <a:t>No suficiente IA</a:t>
            </a:r>
          </a:p>
        </p:txBody>
      </p:sp>
      <p:sp>
        <p:nvSpPr>
          <p:cNvPr id="33796" name="Rectangle 3"/>
          <p:cNvSpPr>
            <a:spLocks noGrp="1" noChangeArrowheads="1"/>
          </p:cNvSpPr>
          <p:nvPr>
            <p:ph type="body" idx="1"/>
          </p:nvPr>
        </p:nvSpPr>
        <p:spPr>
          <a:xfrm>
            <a:off x="457200" y="1143000"/>
            <a:ext cx="8229600" cy="4800600"/>
          </a:xfrm>
        </p:spPr>
        <p:txBody>
          <a:bodyPr/>
          <a:lstStyle/>
          <a:p>
            <a:pPr>
              <a:lnSpc>
                <a:spcPct val="90000"/>
              </a:lnSpc>
              <a:spcAft>
                <a:spcPts val="600"/>
              </a:spcAft>
            </a:pPr>
            <a:r>
              <a:rPr lang="en-US" altLang="es-CL" sz="2000" dirty="0"/>
              <a:t>No </a:t>
            </a:r>
            <a:r>
              <a:rPr lang="en-US" altLang="es-CL" sz="2000" dirty="0" err="1"/>
              <a:t>llame</a:t>
            </a:r>
            <a:r>
              <a:rPr lang="en-US" altLang="es-CL" sz="2000" dirty="0"/>
              <a:t> a un </a:t>
            </a:r>
            <a:r>
              <a:rPr lang="en-US" altLang="es-CL" sz="2000" dirty="0" err="1"/>
              <a:t>interruptor</a:t>
            </a:r>
            <a:r>
              <a:rPr lang="en-US" altLang="es-CL" sz="2000" dirty="0"/>
              <a:t> </a:t>
            </a:r>
            <a:r>
              <a:rPr lang="en-US" altLang="es-CL" sz="2000" dirty="0" err="1"/>
              <a:t>eléctrico</a:t>
            </a:r>
            <a:r>
              <a:rPr lang="en-US" altLang="es-CL" sz="2000" dirty="0"/>
              <a:t> un </a:t>
            </a:r>
            <a:r>
              <a:rPr lang="en-US" altLang="es-CL" sz="2000" dirty="0" err="1"/>
              <a:t>agente</a:t>
            </a:r>
            <a:endParaRPr lang="en-US" altLang="es-CL" sz="2000" dirty="0"/>
          </a:p>
          <a:p>
            <a:pPr>
              <a:lnSpc>
                <a:spcPct val="90000"/>
              </a:lnSpc>
              <a:spcAft>
                <a:spcPts val="600"/>
              </a:spcAft>
            </a:pPr>
            <a:r>
              <a:rPr lang="en-US" altLang="es-CL" sz="2000" dirty="0" err="1"/>
              <a:t>Otro</a:t>
            </a:r>
            <a:r>
              <a:rPr lang="en-US" altLang="es-CL" sz="2000" dirty="0"/>
              <a:t> </a:t>
            </a:r>
            <a:r>
              <a:rPr lang="en-US" altLang="es-CL" sz="2000" dirty="0" err="1"/>
              <a:t>ejemplo</a:t>
            </a:r>
            <a:r>
              <a:rPr lang="en-US" altLang="es-CL" sz="2000" dirty="0"/>
              <a:t> </a:t>
            </a:r>
            <a:r>
              <a:rPr lang="en-US" altLang="es-CL" sz="2000" dirty="0" err="1"/>
              <a:t>común</a:t>
            </a:r>
            <a:r>
              <a:rPr lang="en-US" altLang="es-CL" sz="2000" dirty="0"/>
              <a:t>: </a:t>
            </a:r>
            <a:r>
              <a:rPr lang="en-US" altLang="es-CL" sz="2000" dirty="0" err="1"/>
              <a:t>llamar</a:t>
            </a:r>
            <a:r>
              <a:rPr lang="en-US" altLang="es-CL" sz="2000" dirty="0"/>
              <a:t> a las </a:t>
            </a:r>
            <a:r>
              <a:rPr lang="en-US" altLang="es-CL" sz="2000" dirty="0" err="1"/>
              <a:t>páginas</a:t>
            </a:r>
            <a:r>
              <a:rPr lang="en-US" altLang="es-CL" sz="2000" dirty="0"/>
              <a:t> web que </a:t>
            </a:r>
            <a:r>
              <a:rPr lang="en-US" altLang="es-CL" sz="2000" dirty="0" err="1"/>
              <a:t>tienen</a:t>
            </a:r>
            <a:r>
              <a:rPr lang="en-US" altLang="es-CL" sz="2000" dirty="0"/>
              <a:t> </a:t>
            </a:r>
            <a:r>
              <a:rPr lang="en-US" altLang="es-CL" sz="2000" dirty="0" err="1"/>
              <a:t>algún</a:t>
            </a:r>
            <a:r>
              <a:rPr lang="en-US" altLang="es-CL" sz="2000" dirty="0"/>
              <a:t> </a:t>
            </a:r>
            <a:r>
              <a:rPr lang="en-US" altLang="es-CL" sz="2000" dirty="0" err="1"/>
              <a:t>tipo</a:t>
            </a:r>
            <a:r>
              <a:rPr lang="en-US" altLang="es-CL" sz="2000" dirty="0"/>
              <a:t> de </a:t>
            </a:r>
            <a:r>
              <a:rPr lang="en-US" altLang="es-CL" sz="2000" dirty="0" err="1"/>
              <a:t>procesamiento</a:t>
            </a:r>
            <a:r>
              <a:rPr lang="en-US" altLang="es-CL" sz="2000" dirty="0"/>
              <a:t> </a:t>
            </a:r>
            <a:r>
              <a:rPr lang="en-US" altLang="es-CL" sz="2000" dirty="0" err="1"/>
              <a:t>como</a:t>
            </a:r>
            <a:r>
              <a:rPr lang="en-US" altLang="es-CL" sz="2000" dirty="0"/>
              <a:t> “</a:t>
            </a:r>
            <a:r>
              <a:rPr lang="en-US" altLang="es-CL" sz="2000" dirty="0" err="1"/>
              <a:t>agentes</a:t>
            </a:r>
            <a:r>
              <a:rPr lang="en-US" altLang="es-CL" sz="2000" dirty="0"/>
              <a:t>”</a:t>
            </a:r>
          </a:p>
          <a:p>
            <a:pPr>
              <a:lnSpc>
                <a:spcPct val="90000"/>
              </a:lnSpc>
            </a:pPr>
            <a:r>
              <a:rPr lang="en-US" altLang="es-CL" sz="2000" dirty="0" err="1"/>
              <a:t>Problemas</a:t>
            </a:r>
            <a:r>
              <a:rPr lang="en-US" altLang="es-CL" sz="2000" dirty="0"/>
              <a:t>:</a:t>
            </a:r>
          </a:p>
          <a:p>
            <a:pPr lvl="1">
              <a:lnSpc>
                <a:spcPct val="90000"/>
              </a:lnSpc>
            </a:pPr>
            <a:r>
              <a:rPr lang="en-US" altLang="es-CL" sz="1600" dirty="0" err="1"/>
              <a:t>Lleva</a:t>
            </a:r>
            <a:r>
              <a:rPr lang="en-US" altLang="es-CL" sz="1600" dirty="0"/>
              <a:t> a que el </a:t>
            </a:r>
            <a:r>
              <a:rPr lang="en-US" altLang="es-CL" sz="1600" dirty="0" err="1"/>
              <a:t>término</a:t>
            </a:r>
            <a:r>
              <a:rPr lang="en-US" altLang="es-CL" sz="1600" dirty="0"/>
              <a:t> “</a:t>
            </a:r>
            <a:r>
              <a:rPr lang="en-US" altLang="es-CL" sz="1600" dirty="0" err="1"/>
              <a:t>agente</a:t>
            </a:r>
            <a:r>
              <a:rPr lang="en-US" altLang="es-CL" sz="1600" dirty="0"/>
              <a:t>” </a:t>
            </a:r>
            <a:r>
              <a:rPr lang="en-US" altLang="es-CL" sz="1600" dirty="0" err="1"/>
              <a:t>pierda</a:t>
            </a:r>
            <a:r>
              <a:rPr lang="en-US" altLang="es-CL" sz="1600" dirty="0"/>
              <a:t> </a:t>
            </a:r>
            <a:r>
              <a:rPr lang="en-US" altLang="es-CL" sz="1600" dirty="0" err="1"/>
              <a:t>su</a:t>
            </a:r>
            <a:r>
              <a:rPr lang="en-US" altLang="es-CL" sz="1600" dirty="0"/>
              <a:t> </a:t>
            </a:r>
            <a:r>
              <a:rPr lang="en-US" altLang="es-CL" sz="1600" dirty="0" err="1"/>
              <a:t>verdadero</a:t>
            </a:r>
            <a:r>
              <a:rPr lang="en-US" altLang="es-CL" sz="1600" dirty="0"/>
              <a:t> </a:t>
            </a:r>
            <a:r>
              <a:rPr lang="en-US" altLang="es-CL" sz="1600" dirty="0" err="1"/>
              <a:t>significado</a:t>
            </a:r>
            <a:endParaRPr lang="en-US" altLang="es-CL" sz="1600" dirty="0"/>
          </a:p>
          <a:p>
            <a:pPr lvl="1">
              <a:lnSpc>
                <a:spcPct val="90000"/>
              </a:lnSpc>
            </a:pPr>
            <a:r>
              <a:rPr lang="en-US" altLang="es-CL" sz="1600" dirty="0" err="1"/>
              <a:t>Aumenta</a:t>
            </a:r>
            <a:r>
              <a:rPr lang="en-US" altLang="es-CL" sz="1600" dirty="0"/>
              <a:t> la </a:t>
            </a:r>
            <a:r>
              <a:rPr lang="en-US" altLang="es-CL" sz="1600" dirty="0" err="1"/>
              <a:t>expectativa</a:t>
            </a:r>
            <a:r>
              <a:rPr lang="en-US" altLang="es-CL" sz="1600" dirty="0"/>
              <a:t> de </a:t>
            </a:r>
            <a:r>
              <a:rPr lang="en-US" altLang="es-CL" sz="1600" dirty="0" err="1"/>
              <a:t>los</a:t>
            </a:r>
            <a:r>
              <a:rPr lang="en-US" altLang="es-CL" sz="1600" dirty="0"/>
              <a:t> </a:t>
            </a:r>
            <a:r>
              <a:rPr lang="en-US" altLang="es-CL" sz="1600" dirty="0" err="1"/>
              <a:t>usuarios</a:t>
            </a:r>
            <a:r>
              <a:rPr lang="en-US" altLang="es-CL" sz="1600" dirty="0"/>
              <a:t> </a:t>
            </a:r>
          </a:p>
          <a:p>
            <a:pPr lvl="1">
              <a:lnSpc>
                <a:spcPct val="90000"/>
              </a:lnSpc>
            </a:pPr>
            <a:r>
              <a:rPr lang="en-US" altLang="es-CL" sz="1600" dirty="0" err="1"/>
              <a:t>Lleva</a:t>
            </a:r>
            <a:r>
              <a:rPr lang="en-US" altLang="es-CL" sz="1600" dirty="0"/>
              <a:t> a que </a:t>
            </a:r>
            <a:r>
              <a:rPr lang="en-US" altLang="es-CL" sz="1600" dirty="0" err="1"/>
              <a:t>los</a:t>
            </a:r>
            <a:r>
              <a:rPr lang="en-US" altLang="es-CL" sz="1600" dirty="0"/>
              <a:t> </a:t>
            </a:r>
            <a:r>
              <a:rPr lang="en-US" altLang="es-CL" sz="1600" dirty="0" err="1"/>
              <a:t>desarrolladores</a:t>
            </a:r>
            <a:r>
              <a:rPr lang="en-US" altLang="es-CL" sz="1600" dirty="0"/>
              <a:t> </a:t>
            </a:r>
            <a:r>
              <a:rPr lang="en-US" altLang="es-CL" sz="1600" dirty="0" err="1"/>
              <a:t>pierdan</a:t>
            </a:r>
            <a:r>
              <a:rPr lang="en-US" altLang="es-CL" sz="1600" dirty="0"/>
              <a:t> </a:t>
            </a:r>
            <a:r>
              <a:rPr lang="en-US" altLang="es-CL" sz="1600" dirty="0" err="1"/>
              <a:t>confianza</a:t>
            </a:r>
            <a:r>
              <a:rPr lang="en-US" altLang="es-CL" sz="1600" dirty="0"/>
              <a:t> </a:t>
            </a:r>
            <a:r>
              <a:rPr lang="en-US" altLang="es-CL" sz="1600" dirty="0" err="1"/>
              <a:t>en</a:t>
            </a:r>
            <a:r>
              <a:rPr lang="en-US" altLang="es-CL" sz="1600" dirty="0"/>
              <a:t> </a:t>
            </a:r>
            <a:r>
              <a:rPr lang="en-US" altLang="es-CL" sz="1600" dirty="0" err="1"/>
              <a:t>los</a:t>
            </a:r>
            <a:r>
              <a:rPr lang="en-US" altLang="es-CL" sz="1600" dirty="0"/>
              <a:t> </a:t>
            </a:r>
            <a:r>
              <a:rPr lang="en-US" altLang="es-CL" sz="1600" dirty="0" err="1"/>
              <a:t>agentes</a:t>
            </a:r>
            <a:endParaRPr lang="en-US" altLang="es-CL" sz="1600" dirty="0"/>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3810000"/>
            <a:ext cx="2952750" cy="19812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C8D0CD1-718F-408D-B751-6B6F9F8A33D4}" type="slidenum">
              <a:rPr lang="en-US" altLang="en-US" sz="1200" smtClean="0">
                <a:latin typeface="Garamond" panose="02020404030301010803" pitchFamily="18" charset="0"/>
              </a:rPr>
              <a:pPr>
                <a:spcBef>
                  <a:spcPct val="0"/>
                </a:spcBef>
                <a:buClrTx/>
                <a:buSzTx/>
                <a:buFontTx/>
                <a:buNone/>
              </a:pPr>
              <a:t>69</a:t>
            </a:fld>
            <a:endParaRPr lang="en-US" altLang="en-US" sz="1200" dirty="0">
              <a:latin typeface="Garamond" panose="02020404030301010803" pitchFamily="18" charset="0"/>
            </a:endParaRPr>
          </a:p>
        </p:txBody>
      </p:sp>
      <p:sp>
        <p:nvSpPr>
          <p:cNvPr id="34819" name="Rectangle 2"/>
          <p:cNvSpPr>
            <a:spLocks noGrp="1" noChangeArrowheads="1"/>
          </p:cNvSpPr>
          <p:nvPr>
            <p:ph type="title"/>
          </p:nvPr>
        </p:nvSpPr>
        <p:spPr/>
        <p:txBody>
          <a:bodyPr/>
          <a:lstStyle/>
          <a:p>
            <a:r>
              <a:rPr lang="en-US" altLang="es-CL"/>
              <a:t>Ver agentes por todos lados</a:t>
            </a:r>
          </a:p>
        </p:txBody>
      </p:sp>
      <p:sp>
        <p:nvSpPr>
          <p:cNvPr id="34820" name="Rectangle 3"/>
          <p:cNvSpPr>
            <a:spLocks noGrp="1" noChangeArrowheads="1"/>
          </p:cNvSpPr>
          <p:nvPr>
            <p:ph type="body" idx="1"/>
          </p:nvPr>
        </p:nvSpPr>
        <p:spPr>
          <a:xfrm>
            <a:off x="453342" y="1219200"/>
            <a:ext cx="8229600" cy="4530725"/>
          </a:xfrm>
        </p:spPr>
        <p:txBody>
          <a:bodyPr/>
          <a:lstStyle/>
          <a:p>
            <a:pPr>
              <a:spcAft>
                <a:spcPts val="1200"/>
              </a:spcAft>
            </a:pPr>
            <a:r>
              <a:rPr lang="en-US" altLang="es-CL" sz="2000" dirty="0"/>
              <a:t>Sistema “Puro” A-O  = </a:t>
            </a:r>
            <a:r>
              <a:rPr lang="en-US" altLang="es-CL" sz="2000" dirty="0" err="1"/>
              <a:t>todo</a:t>
            </a:r>
            <a:r>
              <a:rPr lang="en-US" altLang="es-CL" sz="2000" dirty="0"/>
              <a:t> </a:t>
            </a:r>
            <a:r>
              <a:rPr lang="en-US" altLang="es-CL" sz="2000" dirty="0" err="1"/>
              <a:t>es</a:t>
            </a:r>
            <a:r>
              <a:rPr lang="en-US" altLang="es-CL" sz="2000" dirty="0"/>
              <a:t> un </a:t>
            </a:r>
            <a:r>
              <a:rPr lang="en-US" altLang="es-CL" sz="2000" dirty="0" err="1"/>
              <a:t>agente</a:t>
            </a:r>
            <a:r>
              <a:rPr lang="en-US" altLang="es-CL" sz="2000" dirty="0"/>
              <a:t>!</a:t>
            </a:r>
            <a:br>
              <a:rPr lang="en-US" altLang="es-CL" sz="2000" dirty="0"/>
            </a:br>
            <a:r>
              <a:rPr lang="en-US" altLang="es-CL" sz="2000" dirty="0" err="1"/>
              <a:t>Agentes</a:t>
            </a:r>
            <a:r>
              <a:rPr lang="en-US" altLang="es-CL" sz="2000" dirty="0"/>
              <a:t> para </a:t>
            </a:r>
            <a:r>
              <a:rPr lang="en-US" altLang="es-CL" sz="2000" dirty="0" err="1"/>
              <a:t>sumar</a:t>
            </a:r>
            <a:r>
              <a:rPr lang="en-US" altLang="es-CL" sz="2000" dirty="0"/>
              <a:t>, </a:t>
            </a:r>
            <a:r>
              <a:rPr lang="en-US" altLang="es-CL" sz="2000" dirty="0" err="1"/>
              <a:t>restar</a:t>
            </a:r>
            <a:r>
              <a:rPr lang="en-US" altLang="es-CL" sz="2000" dirty="0"/>
              <a:t>,…</a:t>
            </a:r>
          </a:p>
          <a:p>
            <a:pPr>
              <a:spcAft>
                <a:spcPts val="1200"/>
              </a:spcAft>
            </a:pPr>
            <a:r>
              <a:rPr lang="en-US" altLang="es-CL" sz="2000" dirty="0" err="1"/>
              <a:t>Ingenuamente</a:t>
            </a:r>
            <a:r>
              <a:rPr lang="en-US" altLang="es-CL" sz="2000" dirty="0"/>
              <a:t> </a:t>
            </a:r>
            <a:r>
              <a:rPr lang="en-US" altLang="es-CL" sz="2000" dirty="0" err="1"/>
              <a:t>ver</a:t>
            </a:r>
            <a:r>
              <a:rPr lang="en-US" altLang="es-CL" sz="2000" dirty="0"/>
              <a:t> </a:t>
            </a:r>
            <a:r>
              <a:rPr lang="en-US" altLang="es-CL" sz="2000" i="1" dirty="0" err="1">
                <a:solidFill>
                  <a:srgbClr val="003399"/>
                </a:solidFill>
              </a:rPr>
              <a:t>todo</a:t>
            </a:r>
            <a:r>
              <a:rPr lang="en-US" altLang="es-CL" sz="2000" dirty="0"/>
              <a:t> </a:t>
            </a:r>
            <a:r>
              <a:rPr lang="en-US" altLang="es-CL" sz="2000" dirty="0" err="1"/>
              <a:t>como</a:t>
            </a:r>
            <a:r>
              <a:rPr lang="en-US" altLang="es-CL" sz="2000" dirty="0"/>
              <a:t> un </a:t>
            </a:r>
            <a:r>
              <a:rPr lang="en-US" altLang="es-CL" sz="2000" dirty="0" err="1"/>
              <a:t>agente</a:t>
            </a:r>
            <a:r>
              <a:rPr lang="en-US" altLang="es-CL" sz="2000" dirty="0"/>
              <a:t> </a:t>
            </a:r>
            <a:r>
              <a:rPr lang="en-US" altLang="es-CL" sz="2000" dirty="0" err="1"/>
              <a:t>es</a:t>
            </a:r>
            <a:r>
              <a:rPr lang="en-US" altLang="es-CL" sz="2000" dirty="0"/>
              <a:t> </a:t>
            </a:r>
            <a:r>
              <a:rPr lang="en-US" altLang="es-CL" sz="2000" dirty="0" err="1"/>
              <a:t>inapropiado</a:t>
            </a:r>
            <a:endParaRPr lang="en-US" altLang="es-CL" sz="2000" dirty="0"/>
          </a:p>
          <a:p>
            <a:pPr>
              <a:spcAft>
                <a:spcPts val="1200"/>
              </a:spcAft>
            </a:pPr>
            <a:r>
              <a:rPr lang="en-US" altLang="es-CL" sz="2000" dirty="0" err="1"/>
              <a:t>Más</a:t>
            </a:r>
            <a:r>
              <a:rPr lang="en-US" altLang="es-CL" sz="2000" dirty="0"/>
              <a:t> de 10 </a:t>
            </a:r>
            <a:r>
              <a:rPr lang="en-US" altLang="es-CL" sz="2000" dirty="0" err="1"/>
              <a:t>tipos</a:t>
            </a:r>
            <a:r>
              <a:rPr lang="en-US" altLang="es-CL" sz="2000" dirty="0"/>
              <a:t> </a:t>
            </a:r>
            <a:r>
              <a:rPr lang="en-US" altLang="es-CL" sz="2000" dirty="0" err="1"/>
              <a:t>diferentes</a:t>
            </a:r>
            <a:r>
              <a:rPr lang="en-US" altLang="es-CL" sz="2000" dirty="0"/>
              <a:t> de </a:t>
            </a:r>
            <a:r>
              <a:rPr lang="en-US" altLang="es-CL" sz="2000" dirty="0" err="1"/>
              <a:t>agentes</a:t>
            </a:r>
            <a:r>
              <a:rPr lang="en-US" altLang="es-CL" sz="2000" dirty="0"/>
              <a:t> = </a:t>
            </a:r>
            <a:r>
              <a:rPr lang="en-US" altLang="es-CL" sz="2000" dirty="0" err="1"/>
              <a:t>sistema</a:t>
            </a:r>
            <a:r>
              <a:rPr lang="en-US" altLang="es-CL" sz="2000" dirty="0"/>
              <a:t> </a:t>
            </a:r>
            <a:r>
              <a:rPr lang="en-US" altLang="es-CL" sz="2000" dirty="0" err="1"/>
              <a:t>grande</a:t>
            </a:r>
            <a:endParaRPr lang="en-US" altLang="es-CL" sz="2000" dirty="0"/>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285" y="3886200"/>
            <a:ext cx="6685714" cy="167619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EFA2B89-73E2-42D5-9F85-8357797D5D4A}" type="slidenum">
              <a:rPr lang="en-US" altLang="en-US" sz="1200" smtClean="0">
                <a:latin typeface="Garamond" panose="02020404030301010803" pitchFamily="18" charset="0"/>
              </a:rPr>
              <a:pPr>
                <a:spcBef>
                  <a:spcPct val="0"/>
                </a:spcBef>
                <a:buClrTx/>
                <a:buSzTx/>
                <a:buFontTx/>
                <a:buNone/>
              </a:pPr>
              <a:t>70</a:t>
            </a:fld>
            <a:endParaRPr lang="en-US" altLang="en-US" sz="1200" dirty="0">
              <a:latin typeface="Garamond" panose="02020404030301010803" pitchFamily="18" charset="0"/>
            </a:endParaRPr>
          </a:p>
        </p:txBody>
      </p:sp>
      <p:sp>
        <p:nvSpPr>
          <p:cNvPr id="35843" name="Rectangle 2"/>
          <p:cNvSpPr>
            <a:spLocks noGrp="1" noChangeArrowheads="1"/>
          </p:cNvSpPr>
          <p:nvPr>
            <p:ph type="title"/>
          </p:nvPr>
        </p:nvSpPr>
        <p:spPr/>
        <p:txBody>
          <a:bodyPr/>
          <a:lstStyle/>
          <a:p>
            <a:r>
              <a:rPr lang="en-US" altLang="es-CL"/>
              <a:t>Demasiados agentes</a:t>
            </a:r>
          </a:p>
        </p:txBody>
      </p:sp>
      <p:sp>
        <p:nvSpPr>
          <p:cNvPr id="35844" name="Rectangle 3"/>
          <p:cNvSpPr>
            <a:spLocks noGrp="1" noChangeArrowheads="1"/>
          </p:cNvSpPr>
          <p:nvPr>
            <p:ph type="body" idx="1"/>
          </p:nvPr>
        </p:nvSpPr>
        <p:spPr>
          <a:xfrm>
            <a:off x="457200" y="1219200"/>
            <a:ext cx="8229600" cy="4911725"/>
          </a:xfrm>
        </p:spPr>
        <p:txBody>
          <a:bodyPr/>
          <a:lstStyle/>
          <a:p>
            <a:pPr>
              <a:spcAft>
                <a:spcPts val="600"/>
              </a:spcAft>
            </a:pPr>
            <a:r>
              <a:rPr lang="en-US" altLang="es-CL" sz="2000" dirty="0"/>
              <a:t>Los </a:t>
            </a:r>
            <a:r>
              <a:rPr lang="en-US" altLang="es-CL" sz="2000" dirty="0" err="1"/>
              <a:t>agentes</a:t>
            </a:r>
            <a:r>
              <a:rPr lang="en-US" altLang="es-CL" sz="2000" dirty="0"/>
              <a:t> no </a:t>
            </a:r>
            <a:r>
              <a:rPr lang="en-US" altLang="es-CL" sz="2000" dirty="0" err="1"/>
              <a:t>deben</a:t>
            </a:r>
            <a:r>
              <a:rPr lang="en-US" altLang="es-CL" sz="2000" dirty="0"/>
              <a:t> </a:t>
            </a:r>
            <a:r>
              <a:rPr lang="en-US" altLang="es-CL" sz="2000" dirty="0" err="1"/>
              <a:t>ser</a:t>
            </a:r>
            <a:r>
              <a:rPr lang="en-US" altLang="es-CL" sz="2000" dirty="0"/>
              <a:t> </a:t>
            </a:r>
            <a:r>
              <a:rPr lang="en-US" altLang="es-CL" sz="2000" dirty="0" err="1"/>
              <a:t>complejos</a:t>
            </a:r>
            <a:r>
              <a:rPr lang="en-US" altLang="es-CL" sz="2000" dirty="0"/>
              <a:t> para </a:t>
            </a:r>
            <a:r>
              <a:rPr lang="en-US" altLang="es-CL" sz="2000" dirty="0" err="1"/>
              <a:t>generar</a:t>
            </a:r>
            <a:r>
              <a:rPr lang="en-US" altLang="es-CL" sz="2000" dirty="0"/>
              <a:t> </a:t>
            </a:r>
            <a:r>
              <a:rPr lang="en-US" altLang="es-CL" sz="2000" dirty="0" err="1"/>
              <a:t>comportamiento</a:t>
            </a:r>
            <a:r>
              <a:rPr lang="en-US" altLang="es-CL" sz="2000" dirty="0"/>
              <a:t> </a:t>
            </a:r>
            <a:r>
              <a:rPr lang="en-US" altLang="es-CL" sz="2000" dirty="0" err="1"/>
              <a:t>complejo</a:t>
            </a:r>
            <a:endParaRPr lang="en-US" altLang="es-CL" sz="2000" dirty="0"/>
          </a:p>
          <a:p>
            <a:pPr>
              <a:spcAft>
                <a:spcPts val="600"/>
              </a:spcAft>
            </a:pPr>
            <a:r>
              <a:rPr lang="en-US" altLang="es-CL" sz="2000" dirty="0"/>
              <a:t>Gran </a:t>
            </a:r>
            <a:r>
              <a:rPr lang="en-US" altLang="es-CL" sz="2000" dirty="0" err="1"/>
              <a:t>número</a:t>
            </a:r>
            <a:r>
              <a:rPr lang="en-US" altLang="es-CL" sz="2000" dirty="0"/>
              <a:t> de </a:t>
            </a:r>
            <a:r>
              <a:rPr lang="en-US" altLang="es-CL" sz="2000" dirty="0" err="1"/>
              <a:t>agentes</a:t>
            </a:r>
            <a:r>
              <a:rPr lang="en-US" altLang="es-CL" sz="2000" dirty="0"/>
              <a:t>:</a:t>
            </a:r>
          </a:p>
          <a:p>
            <a:pPr lvl="1">
              <a:spcAft>
                <a:spcPts val="600"/>
              </a:spcAft>
            </a:pPr>
            <a:r>
              <a:rPr lang="en-US" altLang="es-CL" sz="1600" i="1" dirty="0" err="1"/>
              <a:t>Funcionalidad</a:t>
            </a:r>
            <a:r>
              <a:rPr lang="en-US" altLang="es-CL" sz="1600" i="1" dirty="0"/>
              <a:t> </a:t>
            </a:r>
            <a:r>
              <a:rPr lang="en-US" altLang="es-CL" sz="1600" i="1" dirty="0" err="1"/>
              <a:t>emergente</a:t>
            </a:r>
            <a:endParaRPr lang="en-US" altLang="es-CL" sz="1600" dirty="0"/>
          </a:p>
          <a:p>
            <a:pPr lvl="1">
              <a:spcAft>
                <a:spcPts val="600"/>
              </a:spcAft>
            </a:pPr>
            <a:r>
              <a:rPr lang="en-US" altLang="es-CL" sz="1600" i="1" dirty="0" err="1"/>
              <a:t>Comportamiento</a:t>
            </a:r>
            <a:r>
              <a:rPr lang="en-US" altLang="es-CL" sz="1600" i="1" dirty="0"/>
              <a:t> </a:t>
            </a:r>
            <a:r>
              <a:rPr lang="en-US" altLang="es-CL" sz="1600" i="1" dirty="0" err="1"/>
              <a:t>caótico</a:t>
            </a:r>
            <a:endParaRPr lang="en-US" altLang="es-CL" sz="1600" i="1" dirty="0"/>
          </a:p>
          <a:p>
            <a:pPr>
              <a:spcAft>
                <a:spcPts val="600"/>
              </a:spcAft>
            </a:pPr>
            <a:r>
              <a:rPr lang="en-US" altLang="es-CL" sz="2000" u="sng" dirty="0" err="1"/>
              <a:t>Lecciones</a:t>
            </a:r>
            <a:r>
              <a:rPr lang="en-US" altLang="es-CL" sz="2000" dirty="0"/>
              <a:t>:</a:t>
            </a:r>
          </a:p>
          <a:p>
            <a:pPr lvl="1">
              <a:spcAft>
                <a:spcPts val="600"/>
              </a:spcAft>
            </a:pPr>
            <a:r>
              <a:rPr lang="en-US" altLang="es-CL" sz="1600" dirty="0" err="1"/>
              <a:t>Mantenga</a:t>
            </a:r>
            <a:r>
              <a:rPr lang="en-US" altLang="es-CL" sz="1600" dirty="0"/>
              <a:t> las </a:t>
            </a:r>
            <a:r>
              <a:rPr lang="en-US" altLang="es-CL" sz="1600" dirty="0" err="1"/>
              <a:t>interacciones</a:t>
            </a:r>
            <a:r>
              <a:rPr lang="en-US" altLang="es-CL" sz="1600" dirty="0"/>
              <a:t> a un </a:t>
            </a:r>
            <a:r>
              <a:rPr lang="en-US" altLang="es-CL" sz="1600" dirty="0" err="1"/>
              <a:t>mínimo</a:t>
            </a:r>
            <a:endParaRPr lang="en-US" altLang="es-CL" sz="1600" dirty="0"/>
          </a:p>
          <a:p>
            <a:pPr lvl="1">
              <a:spcAft>
                <a:spcPts val="600"/>
              </a:spcAft>
            </a:pPr>
            <a:r>
              <a:rPr lang="en-US" altLang="es-CL" sz="1600" dirty="0" err="1"/>
              <a:t>Mantenga</a:t>
            </a:r>
            <a:r>
              <a:rPr lang="en-US" altLang="es-CL" sz="1600" dirty="0"/>
              <a:t> </a:t>
            </a:r>
            <a:r>
              <a:rPr lang="en-US" altLang="es-CL" sz="1600" dirty="0" err="1"/>
              <a:t>los</a:t>
            </a:r>
            <a:r>
              <a:rPr lang="en-US" altLang="es-CL" sz="1600" dirty="0"/>
              <a:t> </a:t>
            </a:r>
            <a:r>
              <a:rPr lang="en-US" altLang="es-CL" sz="1600" dirty="0" err="1"/>
              <a:t>protocolos</a:t>
            </a:r>
            <a:r>
              <a:rPr lang="en-US" altLang="es-CL" sz="1600" dirty="0"/>
              <a:t> simples</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4565930"/>
            <a:ext cx="6096000" cy="152834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5 Marcador de número de diapositiva"/>
          <p:cNvSpPr>
            <a:spLocks noGrp="1"/>
          </p:cNvSpPr>
          <p:nvPr>
            <p:ph type="sldNum" sz="quarter" idx="12"/>
          </p:nvPr>
        </p:nvSpPr>
        <p:spPr>
          <a:noFill/>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37D163D-B215-45A7-95E3-77CA7B558A1A}" type="slidenum">
              <a:rPr lang="en-US" altLang="en-US" sz="1200" smtClean="0">
                <a:latin typeface="Garamond" panose="02020404030301010803" pitchFamily="18" charset="0"/>
              </a:rPr>
              <a:pPr>
                <a:spcBef>
                  <a:spcPct val="0"/>
                </a:spcBef>
                <a:buClrTx/>
                <a:buSzTx/>
                <a:buFontTx/>
                <a:buNone/>
              </a:pPr>
              <a:t>71</a:t>
            </a:fld>
            <a:endParaRPr lang="en-US" altLang="en-US" sz="1200" dirty="0">
              <a:latin typeface="Garamond" panose="02020404030301010803" pitchFamily="18" charset="0"/>
            </a:endParaRPr>
          </a:p>
        </p:txBody>
      </p:sp>
      <p:sp>
        <p:nvSpPr>
          <p:cNvPr id="36867" name="Rectangle 2"/>
          <p:cNvSpPr>
            <a:spLocks noGrp="1" noChangeArrowheads="1"/>
          </p:cNvSpPr>
          <p:nvPr>
            <p:ph type="title"/>
          </p:nvPr>
        </p:nvSpPr>
        <p:spPr/>
        <p:txBody>
          <a:bodyPr/>
          <a:lstStyle/>
          <a:p>
            <a:r>
              <a:rPr lang="en-US" altLang="es-CL"/>
              <a:t>Muy pocos agentes</a:t>
            </a:r>
          </a:p>
        </p:txBody>
      </p:sp>
      <p:sp>
        <p:nvSpPr>
          <p:cNvPr id="36868" name="Rectangle 3"/>
          <p:cNvSpPr>
            <a:spLocks noGrp="1" noChangeArrowheads="1"/>
          </p:cNvSpPr>
          <p:nvPr>
            <p:ph type="body" idx="1"/>
          </p:nvPr>
        </p:nvSpPr>
        <p:spPr/>
        <p:txBody>
          <a:bodyPr/>
          <a:lstStyle/>
          <a:p>
            <a:pPr>
              <a:lnSpc>
                <a:spcPct val="90000"/>
              </a:lnSpc>
              <a:spcAft>
                <a:spcPts val="600"/>
              </a:spcAft>
            </a:pPr>
            <a:r>
              <a:rPr lang="en-US" altLang="es-CL" sz="2000" dirty="0" err="1"/>
              <a:t>Algunos</a:t>
            </a:r>
            <a:r>
              <a:rPr lang="en-US" altLang="es-CL" sz="2000" dirty="0"/>
              <a:t> </a:t>
            </a:r>
            <a:r>
              <a:rPr lang="en-US" altLang="es-CL" sz="2000" dirty="0" err="1"/>
              <a:t>diseñadores</a:t>
            </a:r>
            <a:r>
              <a:rPr lang="en-US" altLang="es-CL" sz="2000" dirty="0"/>
              <a:t> </a:t>
            </a:r>
            <a:r>
              <a:rPr lang="en-US" altLang="es-CL" sz="2000" dirty="0" err="1"/>
              <a:t>imaginan</a:t>
            </a:r>
            <a:r>
              <a:rPr lang="en-US" altLang="es-CL" sz="2000" dirty="0"/>
              <a:t> un </a:t>
            </a:r>
            <a:r>
              <a:rPr lang="en-US" altLang="es-CL" sz="2000" dirty="0" err="1"/>
              <a:t>agente</a:t>
            </a:r>
            <a:r>
              <a:rPr lang="en-US" altLang="es-CL" sz="2000" dirty="0"/>
              <a:t> </a:t>
            </a:r>
            <a:r>
              <a:rPr lang="en-US" altLang="es-CL" sz="2000" dirty="0" err="1"/>
              <a:t>separado</a:t>
            </a:r>
            <a:r>
              <a:rPr lang="en-US" altLang="es-CL" sz="2000" dirty="0"/>
              <a:t> para </a:t>
            </a:r>
            <a:r>
              <a:rPr lang="en-US" altLang="es-CL" sz="2000" dirty="0" err="1"/>
              <a:t>cada</a:t>
            </a:r>
            <a:r>
              <a:rPr lang="en-US" altLang="es-CL" sz="2000" dirty="0"/>
              <a:t> </a:t>
            </a:r>
            <a:r>
              <a:rPr lang="en-US" altLang="es-CL" sz="2000" dirty="0" err="1"/>
              <a:t>tarea</a:t>
            </a:r>
            <a:r>
              <a:rPr lang="en-US" altLang="es-CL" sz="2000" dirty="0"/>
              <a:t> </a:t>
            </a:r>
            <a:r>
              <a:rPr lang="en-US" altLang="es-CL" sz="2000" dirty="0" err="1"/>
              <a:t>posible</a:t>
            </a:r>
            <a:endParaRPr lang="en-US" altLang="es-CL" sz="2000" dirty="0"/>
          </a:p>
          <a:p>
            <a:pPr>
              <a:lnSpc>
                <a:spcPct val="90000"/>
              </a:lnSpc>
              <a:spcAft>
                <a:spcPts val="600"/>
              </a:spcAft>
            </a:pPr>
            <a:r>
              <a:rPr lang="en-US" altLang="es-CL" sz="2000" dirty="0" err="1"/>
              <a:t>Otros</a:t>
            </a:r>
            <a:r>
              <a:rPr lang="en-US" altLang="es-CL" sz="2000" dirty="0"/>
              <a:t> no </a:t>
            </a:r>
            <a:r>
              <a:rPr lang="en-US" altLang="es-CL" sz="2000" dirty="0" err="1"/>
              <a:t>reconocen</a:t>
            </a:r>
            <a:r>
              <a:rPr lang="en-US" altLang="es-CL" sz="2000" dirty="0"/>
              <a:t> el valor de un </a:t>
            </a:r>
            <a:r>
              <a:rPr lang="en-US" altLang="es-CL" sz="2000" dirty="0" err="1"/>
              <a:t>enfoque</a:t>
            </a:r>
            <a:r>
              <a:rPr lang="en-US" altLang="es-CL" sz="2000" dirty="0"/>
              <a:t> </a:t>
            </a:r>
            <a:r>
              <a:rPr lang="en-US" altLang="es-CL" sz="2000" dirty="0" err="1"/>
              <a:t>multiagente</a:t>
            </a:r>
            <a:endParaRPr lang="en-US" altLang="es-CL" sz="2000" dirty="0"/>
          </a:p>
          <a:p>
            <a:pPr>
              <a:lnSpc>
                <a:spcPct val="90000"/>
              </a:lnSpc>
              <a:spcAft>
                <a:spcPts val="600"/>
              </a:spcAft>
            </a:pPr>
            <a:r>
              <a:rPr lang="en-US" altLang="es-CL" sz="2000" dirty="0"/>
              <a:t>Un </a:t>
            </a:r>
            <a:r>
              <a:rPr lang="en-US" altLang="es-CL" sz="2000" dirty="0" err="1"/>
              <a:t>agente</a:t>
            </a:r>
            <a:r>
              <a:rPr lang="en-US" altLang="es-CL" sz="2000" dirty="0"/>
              <a:t> “</a:t>
            </a:r>
            <a:r>
              <a:rPr lang="en-US" altLang="es-CL" sz="2000" dirty="0" err="1"/>
              <a:t>superpoderoso</a:t>
            </a:r>
            <a:r>
              <a:rPr lang="en-US" altLang="es-CL" sz="2000" dirty="0"/>
              <a:t>”</a:t>
            </a:r>
          </a:p>
          <a:p>
            <a:pPr>
              <a:lnSpc>
                <a:spcPct val="90000"/>
              </a:lnSpc>
              <a:spcAft>
                <a:spcPts val="600"/>
              </a:spcAft>
            </a:pPr>
            <a:r>
              <a:rPr lang="en-US" altLang="es-CL" sz="2000" dirty="0"/>
              <a:t>El </a:t>
            </a:r>
            <a:r>
              <a:rPr lang="en-US" altLang="es-CL" sz="2000" dirty="0" err="1"/>
              <a:t>resultado</a:t>
            </a:r>
            <a:r>
              <a:rPr lang="en-US" altLang="es-CL" sz="2000" dirty="0"/>
              <a:t> </a:t>
            </a:r>
            <a:r>
              <a:rPr lang="en-US" altLang="es-CL" sz="2000" dirty="0" err="1"/>
              <a:t>es</a:t>
            </a:r>
            <a:r>
              <a:rPr lang="en-US" altLang="es-CL" sz="2000" dirty="0"/>
              <a:t> </a:t>
            </a:r>
            <a:r>
              <a:rPr lang="en-US" altLang="es-CL" sz="2000" dirty="0" err="1"/>
              <a:t>como</a:t>
            </a:r>
            <a:r>
              <a:rPr lang="en-US" altLang="es-CL" sz="2000" dirty="0"/>
              <a:t> un </a:t>
            </a:r>
            <a:r>
              <a:rPr lang="en-US" altLang="es-CL" sz="2000" dirty="0" err="1"/>
              <a:t>programa</a:t>
            </a:r>
            <a:r>
              <a:rPr lang="en-US" altLang="es-CL" sz="2000" dirty="0"/>
              <a:t> OO con </a:t>
            </a:r>
            <a:r>
              <a:rPr lang="en-US" altLang="es-CL" sz="2000" dirty="0" err="1"/>
              <a:t>una</a:t>
            </a:r>
            <a:r>
              <a:rPr lang="en-US" altLang="es-CL" sz="2000" dirty="0"/>
              <a:t> </a:t>
            </a:r>
            <a:r>
              <a:rPr lang="en-US" altLang="es-CL" sz="2000" dirty="0" err="1"/>
              <a:t>clase</a:t>
            </a:r>
            <a:endParaRPr lang="en-US" altLang="es-CL" sz="2000" dirty="0"/>
          </a:p>
          <a:p>
            <a:pPr>
              <a:lnSpc>
                <a:spcPct val="90000"/>
              </a:lnSpc>
              <a:spcAft>
                <a:spcPts val="600"/>
              </a:spcAft>
            </a:pPr>
            <a:r>
              <a:rPr lang="en-US" altLang="es-CL" sz="2000" dirty="0"/>
              <a:t>No </a:t>
            </a:r>
            <a:r>
              <a:rPr lang="en-US" altLang="es-CL" sz="2000" dirty="0" err="1"/>
              <a:t>pasa</a:t>
            </a:r>
            <a:r>
              <a:rPr lang="en-US" altLang="es-CL" sz="2000" dirty="0"/>
              <a:t> la </a:t>
            </a:r>
            <a:r>
              <a:rPr lang="en-US" altLang="es-CL" sz="2000" dirty="0" err="1"/>
              <a:t>prueba</a:t>
            </a:r>
            <a:r>
              <a:rPr lang="en-US" altLang="es-CL" sz="2000" dirty="0"/>
              <a:t> de </a:t>
            </a:r>
            <a:r>
              <a:rPr lang="en-US" altLang="es-CL" sz="2000" i="1" dirty="0" err="1">
                <a:solidFill>
                  <a:srgbClr val="003399"/>
                </a:solidFill>
              </a:rPr>
              <a:t>coherencia</a:t>
            </a:r>
            <a:r>
              <a:rPr lang="en-US" altLang="es-CL" sz="2000" dirty="0"/>
              <a:t> de la </a:t>
            </a:r>
            <a:r>
              <a:rPr lang="en-US" altLang="es-CL" sz="2000" dirty="0" err="1"/>
              <a:t>ingeniería</a:t>
            </a:r>
            <a:r>
              <a:rPr lang="en-US" altLang="es-CL" sz="2000" dirty="0"/>
              <a:t> de software</a:t>
            </a:r>
            <a:endParaRPr lang="en-US" altLang="es-CL" sz="2000" dirty="0">
              <a:solidFill>
                <a:srgbClr val="003399"/>
              </a:solidFill>
            </a:endParaRPr>
          </a:p>
        </p:txBody>
      </p:sp>
      <p:pic>
        <p:nvPicPr>
          <p:cNvPr id="2" name="Imagen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9800" y="4159145"/>
            <a:ext cx="1524000" cy="2313093"/>
          </a:xfrm>
          <a:prstGeom prst="rect">
            <a:avLst/>
          </a:prstGeom>
        </p:spPr>
      </p:pic>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4234</TotalTime>
  <Words>4279</Words>
  <Application>Microsoft Office PowerPoint</Application>
  <PresentationFormat>Presentación en pantalla (4:3)</PresentationFormat>
  <Paragraphs>494</Paragraphs>
  <Slides>71</Slides>
  <Notes>5</Notes>
  <HiddenSlides>19</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71</vt:i4>
      </vt:variant>
    </vt:vector>
  </HeadingPairs>
  <TitlesOfParts>
    <vt:vector size="78" baseType="lpstr">
      <vt:lpstr>Arial</vt:lpstr>
      <vt:lpstr>Garamond</vt:lpstr>
      <vt:lpstr>Symbol</vt:lpstr>
      <vt:lpstr>Times New Roman</vt:lpstr>
      <vt:lpstr>Wingdings</vt:lpstr>
      <vt:lpstr>Edge</vt:lpstr>
      <vt:lpstr>Ecuación</vt:lpstr>
      <vt:lpstr>SISTEMAS MULTIAGENTES (SMA) </vt:lpstr>
      <vt:lpstr>¿Qué son Sistemas Multiagentes?</vt:lpstr>
      <vt:lpstr>Sistemas MultiAgentes</vt:lpstr>
      <vt:lpstr>Trabajo en conjunto</vt:lpstr>
      <vt:lpstr>Agentes Benevolentes</vt:lpstr>
      <vt:lpstr>Agentes egoístas</vt:lpstr>
      <vt:lpstr>Compartir las Tareas y los Resultados</vt:lpstr>
      <vt:lpstr>La Contract Net</vt:lpstr>
      <vt:lpstr>4 fases para solucionar un problema, visto por la Contract Net</vt:lpstr>
      <vt:lpstr>La Contract Net</vt:lpstr>
      <vt:lpstr>La Contract Net</vt:lpstr>
      <vt:lpstr>La Contract Net</vt:lpstr>
      <vt:lpstr>Reconocimiento</vt:lpstr>
      <vt:lpstr>Anuncio</vt:lpstr>
      <vt:lpstr>Ofertas</vt:lpstr>
      <vt:lpstr>Asignación y Ejecución</vt:lpstr>
      <vt:lpstr>Problemas para Implementar la Contract Net</vt:lpstr>
      <vt:lpstr>Tipos de Mensajes</vt:lpstr>
      <vt:lpstr>Modificaciones para la Eficiencia</vt:lpstr>
      <vt:lpstr>Formato de Mensaje</vt:lpstr>
      <vt:lpstr>Ejemplo de anuncio de tarea (common internode language)</vt:lpstr>
      <vt:lpstr>Arquitectura de Pizarra (Blackboard)</vt:lpstr>
      <vt:lpstr>Compartir Resultados en un patrón Subscribir/Notificar</vt:lpstr>
      <vt:lpstr>Coherencia y Coordinación</vt:lpstr>
      <vt:lpstr>Ejercicio práctico: SMA y coordinación</vt:lpstr>
      <vt:lpstr>Ejercicio práctico: SMA y coordinación</vt:lpstr>
      <vt:lpstr>Ejercicio práctico: SMA y coordinación</vt:lpstr>
      <vt:lpstr>Agentes Heterogeneos, Egoístas</vt:lpstr>
      <vt:lpstr>Alcanzando acuerdo: agentes egoístas</vt:lpstr>
      <vt:lpstr>Mecanismos, Protocolos y Estrategias</vt:lpstr>
      <vt:lpstr>Diseño de Mecanismos</vt:lpstr>
      <vt:lpstr>Diseño de Mecanismos</vt:lpstr>
      <vt:lpstr>Subastas</vt:lpstr>
      <vt:lpstr>Subastas Inglesas</vt:lpstr>
      <vt:lpstr>Negociación</vt:lpstr>
      <vt:lpstr>Máquinas que Controlan y Comparten Recursos</vt:lpstr>
      <vt:lpstr>El Conjunto de Negociación</vt:lpstr>
      <vt:lpstr>Gráfico del Conjunto de Negociación</vt:lpstr>
      <vt:lpstr>Protocolos de Negociación</vt:lpstr>
      <vt:lpstr>El Protocolo de Concesión Monotónica</vt:lpstr>
      <vt:lpstr>La estrategia de Zeuthen</vt:lpstr>
      <vt:lpstr>Deseo de Arriesgar Conflicto</vt:lpstr>
      <vt:lpstr>Deseo de Arriesgar Conflicto</vt:lpstr>
      <vt:lpstr>Equilibrio de Nash, nuevamente…</vt:lpstr>
      <vt:lpstr>Ejercicio práctico: Negociación</vt:lpstr>
      <vt:lpstr>Ejercicio práctico: Negociación</vt:lpstr>
      <vt:lpstr>Ejercicio práctico: Negociación</vt:lpstr>
      <vt:lpstr>Ejercicio práctico: Negociación</vt:lpstr>
      <vt:lpstr>Ejercicio práctico: Negociación</vt:lpstr>
      <vt:lpstr>Ejercicio práctico: Negociación</vt:lpstr>
      <vt:lpstr>Ejercicio práctico: Negociación</vt:lpstr>
      <vt:lpstr>SMA: ejemplos</vt:lpstr>
      <vt:lpstr>SMA: ejemplos</vt:lpstr>
      <vt:lpstr>SMA: ejemplos</vt:lpstr>
      <vt:lpstr> Nuevamente AGENTGPT: ¿ SMA ?</vt:lpstr>
      <vt:lpstr>Proyectos de Agentes</vt:lpstr>
      <vt:lpstr>Sobrevender agentes</vt:lpstr>
      <vt:lpstr>Volverse fanático de los agentes</vt:lpstr>
      <vt:lpstr>No saber por qué desea agentes</vt:lpstr>
      <vt:lpstr>No saber por qué desea agentes</vt:lpstr>
      <vt:lpstr>No saber para qué son buenos los agentes</vt:lpstr>
      <vt:lpstr>Soluciones genéricas para un problema</vt:lpstr>
      <vt:lpstr>Confundir “Bla bla” y Conceptos</vt:lpstr>
      <vt:lpstr>Olvidar que es Software</vt:lpstr>
      <vt:lpstr>No explotar Tecnología relacionada</vt:lpstr>
      <vt:lpstr>No explotar concurrencia</vt:lpstr>
      <vt:lpstr>Usar mucha IA</vt:lpstr>
      <vt:lpstr>No suficiente IA</vt:lpstr>
      <vt:lpstr>Ver agentes por todos lados</vt:lpstr>
      <vt:lpstr>Demasiados agentes</vt:lpstr>
      <vt:lpstr>Muy pocos agentes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Trabajando en conjunto</dc:title>
  <dc:creator>Enrique Canessa</dc:creator>
  <cp:lastModifiedBy>Enrique Canessa</cp:lastModifiedBy>
  <cp:revision>603</cp:revision>
  <dcterms:created xsi:type="dcterms:W3CDTF">2002-09-12T12:30:06Z</dcterms:created>
  <dcterms:modified xsi:type="dcterms:W3CDTF">2025-07-31T20:50:44Z</dcterms:modified>
</cp:coreProperties>
</file>